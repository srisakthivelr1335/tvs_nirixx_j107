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65"/>
  </p:notesMasterIdLst>
  <p:sldIdLst>
    <p:sldId id="256" r:id="rId2"/>
    <p:sldId id="257" r:id="rId3"/>
    <p:sldId id="265" r:id="rId4"/>
    <p:sldId id="360" r:id="rId5"/>
    <p:sldId id="361" r:id="rId6"/>
    <p:sldId id="362" r:id="rId7"/>
    <p:sldId id="363" r:id="rId8"/>
    <p:sldId id="364" r:id="rId9"/>
    <p:sldId id="279" r:id="rId10"/>
    <p:sldId id="367" r:id="rId11"/>
    <p:sldId id="368" r:id="rId12"/>
    <p:sldId id="369" r:id="rId13"/>
    <p:sldId id="370" r:id="rId14"/>
    <p:sldId id="408" r:id="rId15"/>
    <p:sldId id="372" r:id="rId16"/>
    <p:sldId id="407" r:id="rId17"/>
    <p:sldId id="409" r:id="rId18"/>
    <p:sldId id="410" r:id="rId19"/>
    <p:sldId id="411" r:id="rId20"/>
    <p:sldId id="412" r:id="rId21"/>
    <p:sldId id="381" r:id="rId22"/>
    <p:sldId id="366" r:id="rId23"/>
    <p:sldId id="373" r:id="rId24"/>
    <p:sldId id="374" r:id="rId25"/>
    <p:sldId id="375" r:id="rId26"/>
    <p:sldId id="376" r:id="rId27"/>
    <p:sldId id="377" r:id="rId28"/>
    <p:sldId id="378" r:id="rId29"/>
    <p:sldId id="379" r:id="rId30"/>
    <p:sldId id="380" r:id="rId31"/>
    <p:sldId id="413" r:id="rId32"/>
    <p:sldId id="414" r:id="rId33"/>
    <p:sldId id="415" r:id="rId34"/>
    <p:sldId id="416" r:id="rId35"/>
    <p:sldId id="417" r:id="rId36"/>
    <p:sldId id="418" r:id="rId37"/>
    <p:sldId id="419" r:id="rId38"/>
    <p:sldId id="382" r:id="rId39"/>
    <p:sldId id="365" r:id="rId40"/>
    <p:sldId id="420" r:id="rId41"/>
    <p:sldId id="422" r:id="rId42"/>
    <p:sldId id="423" r:id="rId43"/>
    <p:sldId id="424" r:id="rId44"/>
    <p:sldId id="425" r:id="rId45"/>
    <p:sldId id="426" r:id="rId46"/>
    <p:sldId id="427" r:id="rId47"/>
    <p:sldId id="428" r:id="rId48"/>
    <p:sldId id="429" r:id="rId49"/>
    <p:sldId id="430" r:id="rId50"/>
    <p:sldId id="431" r:id="rId51"/>
    <p:sldId id="432" r:id="rId52"/>
    <p:sldId id="384" r:id="rId53"/>
    <p:sldId id="383" r:id="rId54"/>
    <p:sldId id="385" r:id="rId55"/>
    <p:sldId id="433" r:id="rId56"/>
    <p:sldId id="386" r:id="rId57"/>
    <p:sldId id="387" r:id="rId58"/>
    <p:sldId id="388" r:id="rId59"/>
    <p:sldId id="389" r:id="rId60"/>
    <p:sldId id="390" r:id="rId61"/>
    <p:sldId id="391" r:id="rId62"/>
    <p:sldId id="393" r:id="rId63"/>
    <p:sldId id="394" r:id="rId64"/>
    <p:sldId id="395" r:id="rId65"/>
    <p:sldId id="396" r:id="rId66"/>
    <p:sldId id="397" r:id="rId67"/>
    <p:sldId id="398" r:id="rId68"/>
    <p:sldId id="399" r:id="rId69"/>
    <p:sldId id="400" r:id="rId70"/>
    <p:sldId id="401" r:id="rId71"/>
    <p:sldId id="402" r:id="rId72"/>
    <p:sldId id="478" r:id="rId73"/>
    <p:sldId id="479" r:id="rId74"/>
    <p:sldId id="480" r:id="rId75"/>
    <p:sldId id="481" r:id="rId76"/>
    <p:sldId id="403" r:id="rId77"/>
    <p:sldId id="404" r:id="rId78"/>
    <p:sldId id="405" r:id="rId79"/>
    <p:sldId id="406" r:id="rId80"/>
    <p:sldId id="434" r:id="rId81"/>
    <p:sldId id="435" r:id="rId82"/>
    <p:sldId id="436" r:id="rId83"/>
    <p:sldId id="437" r:id="rId84"/>
    <p:sldId id="438" r:id="rId85"/>
    <p:sldId id="439" r:id="rId86"/>
    <p:sldId id="440" r:id="rId87"/>
    <p:sldId id="441" r:id="rId88"/>
    <p:sldId id="442" r:id="rId89"/>
    <p:sldId id="443" r:id="rId90"/>
    <p:sldId id="444" r:id="rId91"/>
    <p:sldId id="445" r:id="rId92"/>
    <p:sldId id="446" r:id="rId93"/>
    <p:sldId id="447" r:id="rId94"/>
    <p:sldId id="448" r:id="rId95"/>
    <p:sldId id="449" r:id="rId96"/>
    <p:sldId id="450" r:id="rId97"/>
    <p:sldId id="451" r:id="rId98"/>
    <p:sldId id="452" r:id="rId99"/>
    <p:sldId id="453" r:id="rId100"/>
    <p:sldId id="454" r:id="rId101"/>
    <p:sldId id="455" r:id="rId102"/>
    <p:sldId id="456" r:id="rId103"/>
    <p:sldId id="457" r:id="rId104"/>
    <p:sldId id="458" r:id="rId105"/>
    <p:sldId id="459" r:id="rId106"/>
    <p:sldId id="460" r:id="rId107"/>
    <p:sldId id="461" r:id="rId108"/>
    <p:sldId id="462" r:id="rId109"/>
    <p:sldId id="463" r:id="rId110"/>
    <p:sldId id="464" r:id="rId111"/>
    <p:sldId id="465" r:id="rId112"/>
    <p:sldId id="466" r:id="rId113"/>
    <p:sldId id="467" r:id="rId114"/>
    <p:sldId id="468" r:id="rId115"/>
    <p:sldId id="469" r:id="rId116"/>
    <p:sldId id="470" r:id="rId117"/>
    <p:sldId id="471" r:id="rId118"/>
    <p:sldId id="472" r:id="rId119"/>
    <p:sldId id="473" r:id="rId120"/>
    <p:sldId id="474" r:id="rId121"/>
    <p:sldId id="475" r:id="rId122"/>
    <p:sldId id="476" r:id="rId123"/>
    <p:sldId id="477" r:id="rId124"/>
    <p:sldId id="482" r:id="rId125"/>
    <p:sldId id="483" r:id="rId126"/>
    <p:sldId id="484" r:id="rId127"/>
    <p:sldId id="485" r:id="rId128"/>
    <p:sldId id="486" r:id="rId129"/>
    <p:sldId id="487" r:id="rId130"/>
    <p:sldId id="488" r:id="rId131"/>
    <p:sldId id="489" r:id="rId132"/>
    <p:sldId id="490" r:id="rId133"/>
    <p:sldId id="491" r:id="rId134"/>
    <p:sldId id="492" r:id="rId135"/>
    <p:sldId id="493" r:id="rId136"/>
    <p:sldId id="494" r:id="rId137"/>
    <p:sldId id="495" r:id="rId138"/>
    <p:sldId id="496" r:id="rId139"/>
    <p:sldId id="497" r:id="rId140"/>
    <p:sldId id="498" r:id="rId141"/>
    <p:sldId id="499" r:id="rId142"/>
    <p:sldId id="500" r:id="rId143"/>
    <p:sldId id="501" r:id="rId144"/>
    <p:sldId id="503" r:id="rId145"/>
    <p:sldId id="504" r:id="rId146"/>
    <p:sldId id="505" r:id="rId147"/>
    <p:sldId id="506" r:id="rId148"/>
    <p:sldId id="507" r:id="rId149"/>
    <p:sldId id="508" r:id="rId150"/>
    <p:sldId id="509" r:id="rId151"/>
    <p:sldId id="510" r:id="rId152"/>
    <p:sldId id="511" r:id="rId153"/>
    <p:sldId id="512" r:id="rId154"/>
    <p:sldId id="513" r:id="rId155"/>
    <p:sldId id="514" r:id="rId156"/>
    <p:sldId id="515" r:id="rId157"/>
    <p:sldId id="516" r:id="rId158"/>
    <p:sldId id="517" r:id="rId159"/>
    <p:sldId id="518" r:id="rId160"/>
    <p:sldId id="519" r:id="rId161"/>
    <p:sldId id="520" r:id="rId162"/>
    <p:sldId id="521" r:id="rId163"/>
    <p:sldId id="344" r:id="rId164"/>
  </p:sldIdLst>
  <p:sldSz cx="12192000" cy="6858000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99"/>
    <a:srgbClr val="004A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9B231B4-EB46-4F82-AB35-D04EFE6C07F1}" v="140" dt="2026-08-16T12:22:31.41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892" y="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slide" Target="slides/slide158.xml"/><Relationship Id="rId170" Type="http://schemas.microsoft.com/office/2016/11/relationships/changesInfo" Target="changesInfos/changesInfo1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71" Type="http://schemas.microsoft.com/office/2015/10/relationships/revisionInfo" Target="revisionInfo.xml"/><Relationship Id="rId12" Type="http://schemas.openxmlformats.org/officeDocument/2006/relationships/slide" Target="slides/slide11.xml"/><Relationship Id="rId33" Type="http://schemas.openxmlformats.org/officeDocument/2006/relationships/slide" Target="slides/slide32.xml"/><Relationship Id="rId108" Type="http://schemas.openxmlformats.org/officeDocument/2006/relationships/slide" Target="slides/slide107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45" Type="http://schemas.openxmlformats.org/officeDocument/2006/relationships/slide" Target="slides/slide144.xml"/><Relationship Id="rId161" Type="http://schemas.openxmlformats.org/officeDocument/2006/relationships/slide" Target="slides/slide160.xml"/><Relationship Id="rId16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51" Type="http://schemas.openxmlformats.org/officeDocument/2006/relationships/slide" Target="slides/slide150.xml"/><Relationship Id="rId156" Type="http://schemas.openxmlformats.org/officeDocument/2006/relationships/slide" Target="slides/slide155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slide" Target="slides/slide145.xml"/><Relationship Id="rId167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162" Type="http://schemas.openxmlformats.org/officeDocument/2006/relationships/slide" Target="slides/slide16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slide" Target="slides/slide15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64" Type="http://schemas.openxmlformats.org/officeDocument/2006/relationships/slide" Target="slides/slide163.xml"/><Relationship Id="rId16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openxmlformats.org/officeDocument/2006/relationships/notesMaster" Target="notesMasters/notesMaster1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Relationship Id="rId17" Type="http://schemas.openxmlformats.org/officeDocument/2006/relationships/slide" Target="slides/slide16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24" Type="http://schemas.openxmlformats.org/officeDocument/2006/relationships/slide" Target="slides/slide12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eethala Rajiv Roy (PED/Hosur/TVSMotor)" userId="e2d9917c-f3dd-4083-a688-e3a90de602c2" providerId="ADAL" clId="{7AECE3AF-5704-4967-BD45-876FBB82BAF3}"/>
    <pc:docChg chg="undo custSel addSld delSld modSld sldOrd modMainMaster">
      <pc:chgData name="Peethala Rajiv Roy (PED/Hosur/TVSMotor)" userId="e2d9917c-f3dd-4083-a688-e3a90de602c2" providerId="ADAL" clId="{7AECE3AF-5704-4967-BD45-876FBB82BAF3}" dt="2026-08-16T12:24:47.728" v="12710" actId="20577"/>
      <pc:docMkLst>
        <pc:docMk/>
      </pc:docMkLst>
      <pc:sldChg chg="modSp mod">
        <pc:chgData name="Peethala Rajiv Roy (PED/Hosur/TVSMotor)" userId="e2d9917c-f3dd-4083-a688-e3a90de602c2" providerId="ADAL" clId="{7AECE3AF-5704-4967-BD45-876FBB82BAF3}" dt="2026-08-15T14:22:05.549" v="10403" actId="20577"/>
        <pc:sldMkLst>
          <pc:docMk/>
          <pc:sldMk cId="332963441" sldId="256"/>
        </pc:sldMkLst>
        <pc:spChg chg="mod">
          <ac:chgData name="Peethala Rajiv Roy (PED/Hosur/TVSMotor)" userId="e2d9917c-f3dd-4083-a688-e3a90de602c2" providerId="ADAL" clId="{7AECE3AF-5704-4967-BD45-876FBB82BAF3}" dt="2026-08-15T14:22:05.549" v="10403" actId="20577"/>
          <ac:spMkLst>
            <pc:docMk/>
            <pc:sldMk cId="332963441" sldId="256"/>
            <ac:spMk id="3" creationId="{634EFD3A-1E28-0EB6-2907-46C379A2F724}"/>
          </ac:spMkLst>
        </pc:spChg>
      </pc:sldChg>
      <pc:sldChg chg="modSp mod">
        <pc:chgData name="Peethala Rajiv Roy (PED/Hosur/TVSMotor)" userId="e2d9917c-f3dd-4083-a688-e3a90de602c2" providerId="ADAL" clId="{7AECE3AF-5704-4967-BD45-876FBB82BAF3}" dt="2026-07-24T12:38:32.845" v="2282" actId="1076"/>
        <pc:sldMkLst>
          <pc:docMk/>
          <pc:sldMk cId="3711118837" sldId="257"/>
        </pc:sldMkLst>
        <pc:spChg chg="mod">
          <ac:chgData name="Peethala Rajiv Roy (PED/Hosur/TVSMotor)" userId="e2d9917c-f3dd-4083-a688-e3a90de602c2" providerId="ADAL" clId="{7AECE3AF-5704-4967-BD45-876FBB82BAF3}" dt="2026-07-24T12:38:32.845" v="2282" actId="1076"/>
          <ac:spMkLst>
            <pc:docMk/>
            <pc:sldMk cId="3711118837" sldId="257"/>
            <ac:spMk id="5" creationId="{5158EC24-F4D1-F6D5-75E7-DF1E68726F6D}"/>
          </ac:spMkLst>
        </pc:spChg>
      </pc:sldChg>
      <pc:sldChg chg="modSp mod">
        <pc:chgData name="Peethala Rajiv Roy (PED/Hosur/TVSMotor)" userId="e2d9917c-f3dd-4083-a688-e3a90de602c2" providerId="ADAL" clId="{7AECE3AF-5704-4967-BD45-876FBB82BAF3}" dt="2026-07-21T05:53:27.662" v="573" actId="14100"/>
        <pc:sldMkLst>
          <pc:docMk/>
          <pc:sldMk cId="2656742563" sldId="265"/>
        </pc:sldMkLst>
        <pc:spChg chg="mod">
          <ac:chgData name="Peethala Rajiv Roy (PED/Hosur/TVSMotor)" userId="e2d9917c-f3dd-4083-a688-e3a90de602c2" providerId="ADAL" clId="{7AECE3AF-5704-4967-BD45-876FBB82BAF3}" dt="2026-07-21T05:53:27.662" v="573" actId="14100"/>
          <ac:spMkLst>
            <pc:docMk/>
            <pc:sldMk cId="2656742563" sldId="265"/>
            <ac:spMk id="7" creationId="{36C1109A-FD2F-A3C8-0878-900F42AAFA11}"/>
          </ac:spMkLst>
        </pc:spChg>
        <pc:spChg chg="mod">
          <ac:chgData name="Peethala Rajiv Roy (PED/Hosur/TVSMotor)" userId="e2d9917c-f3dd-4083-a688-e3a90de602c2" providerId="ADAL" clId="{7AECE3AF-5704-4967-BD45-876FBB82BAF3}" dt="2026-07-21T05:53:16.400" v="572" actId="20577"/>
          <ac:spMkLst>
            <pc:docMk/>
            <pc:sldMk cId="2656742563" sldId="265"/>
            <ac:spMk id="8" creationId="{185E0312-76CC-C717-188F-90CE002A81FC}"/>
          </ac:spMkLst>
        </pc:spChg>
      </pc:sldChg>
      <pc:sldChg chg="addSp delSp modSp mod">
        <pc:chgData name="Peethala Rajiv Roy (PED/Hosur/TVSMotor)" userId="e2d9917c-f3dd-4083-a688-e3a90de602c2" providerId="ADAL" clId="{7AECE3AF-5704-4967-BD45-876FBB82BAF3}" dt="2026-08-15T15:04:36.747" v="10405" actId="20577"/>
        <pc:sldMkLst>
          <pc:docMk/>
          <pc:sldMk cId="3727054291" sldId="279"/>
        </pc:sldMkLst>
        <pc:spChg chg="mod">
          <ac:chgData name="Peethala Rajiv Roy (PED/Hosur/TVSMotor)" userId="e2d9917c-f3dd-4083-a688-e3a90de602c2" providerId="ADAL" clId="{7AECE3AF-5704-4967-BD45-876FBB82BAF3}" dt="2026-08-15T15:04:36.747" v="10405" actId="20577"/>
          <ac:spMkLst>
            <pc:docMk/>
            <pc:sldMk cId="3727054291" sldId="279"/>
            <ac:spMk id="2" creationId="{C971D2E4-6E52-FA0B-915D-EAFF1B91DCF1}"/>
          </ac:spMkLst>
        </pc:spChg>
        <pc:spChg chg="add mod">
          <ac:chgData name="Peethala Rajiv Roy (PED/Hosur/TVSMotor)" userId="e2d9917c-f3dd-4083-a688-e3a90de602c2" providerId="ADAL" clId="{7AECE3AF-5704-4967-BD45-876FBB82BAF3}" dt="2026-08-15T04:42:54.851" v="4561" actId="207"/>
          <ac:spMkLst>
            <pc:docMk/>
            <pc:sldMk cId="3727054291" sldId="279"/>
            <ac:spMk id="5" creationId="{B59FA052-12B0-E4B9-F73A-F586DC142E0A}"/>
          </ac:spMkLst>
        </pc:spChg>
        <pc:spChg chg="add mod">
          <ac:chgData name="Peethala Rajiv Roy (PED/Hosur/TVSMotor)" userId="e2d9917c-f3dd-4083-a688-e3a90de602c2" providerId="ADAL" clId="{7AECE3AF-5704-4967-BD45-876FBB82BAF3}" dt="2026-08-15T04:41:09.847" v="4544" actId="1035"/>
          <ac:spMkLst>
            <pc:docMk/>
            <pc:sldMk cId="3727054291" sldId="279"/>
            <ac:spMk id="6" creationId="{CF85C0F7-3C46-5EF4-2821-B76A105D4FAB}"/>
          </ac:spMkLst>
        </pc:spChg>
        <pc:spChg chg="add mod">
          <ac:chgData name="Peethala Rajiv Roy (PED/Hosur/TVSMotor)" userId="e2d9917c-f3dd-4083-a688-e3a90de602c2" providerId="ADAL" clId="{7AECE3AF-5704-4967-BD45-876FBB82BAF3}" dt="2026-08-15T04:42:58.104" v="4562" actId="207"/>
          <ac:spMkLst>
            <pc:docMk/>
            <pc:sldMk cId="3727054291" sldId="279"/>
            <ac:spMk id="7" creationId="{5A4487D6-4070-0EB8-CD2B-18D9BCFFA138}"/>
          </ac:spMkLst>
        </pc:spChg>
        <pc:spChg chg="add mod">
          <ac:chgData name="Peethala Rajiv Roy (PED/Hosur/TVSMotor)" userId="e2d9917c-f3dd-4083-a688-e3a90de602c2" providerId="ADAL" clId="{7AECE3AF-5704-4967-BD45-876FBB82BAF3}" dt="2026-08-15T04:40:20.800" v="4529" actId="1076"/>
          <ac:spMkLst>
            <pc:docMk/>
            <pc:sldMk cId="3727054291" sldId="279"/>
            <ac:spMk id="10" creationId="{2DC53B85-50A8-79F0-DA4C-C7C5CF513483}"/>
          </ac:spMkLst>
        </pc:spChg>
        <pc:spChg chg="add mod">
          <ac:chgData name="Peethala Rajiv Roy (PED/Hosur/TVSMotor)" userId="e2d9917c-f3dd-4083-a688-e3a90de602c2" providerId="ADAL" clId="{7AECE3AF-5704-4967-BD45-876FBB82BAF3}" dt="2026-08-15T04:40:25.379" v="4530" actId="1076"/>
          <ac:spMkLst>
            <pc:docMk/>
            <pc:sldMk cId="3727054291" sldId="279"/>
            <ac:spMk id="14" creationId="{B540ABE5-A593-A3B2-4535-41D4D56ACB0D}"/>
          </ac:spMkLst>
        </pc:spChg>
        <pc:spChg chg="add mod">
          <ac:chgData name="Peethala Rajiv Roy (PED/Hosur/TVSMotor)" userId="e2d9917c-f3dd-4083-a688-e3a90de602c2" providerId="ADAL" clId="{7AECE3AF-5704-4967-BD45-876FBB82BAF3}" dt="2026-08-15T04:41:34.230" v="4552" actId="1076"/>
          <ac:spMkLst>
            <pc:docMk/>
            <pc:sldMk cId="3727054291" sldId="279"/>
            <ac:spMk id="18" creationId="{BF89CE98-0F18-5359-9529-BEFA412DDA18}"/>
          </ac:spMkLst>
        </pc:spChg>
        <pc:spChg chg="add mod">
          <ac:chgData name="Peethala Rajiv Roy (PED/Hosur/TVSMotor)" userId="e2d9917c-f3dd-4083-a688-e3a90de602c2" providerId="ADAL" clId="{7AECE3AF-5704-4967-BD45-876FBB82BAF3}" dt="2026-08-15T04:40:40.014" v="4532" actId="1076"/>
          <ac:spMkLst>
            <pc:docMk/>
            <pc:sldMk cId="3727054291" sldId="279"/>
            <ac:spMk id="21" creationId="{E367E9CC-EBC3-9BC8-B234-3348E26140F9}"/>
          </ac:spMkLst>
        </pc:spChg>
        <pc:spChg chg="mod">
          <ac:chgData name="Peethala Rajiv Roy (PED/Hosur/TVSMotor)" userId="e2d9917c-f3dd-4083-a688-e3a90de602c2" providerId="ADAL" clId="{7AECE3AF-5704-4967-BD45-876FBB82BAF3}" dt="2026-07-21T07:32:42.381" v="976" actId="1076"/>
          <ac:spMkLst>
            <pc:docMk/>
            <pc:sldMk cId="3727054291" sldId="279"/>
            <ac:spMk id="23" creationId="{A6099455-9E1A-7ED3-0AEE-EB1F0C03B0CB}"/>
          </ac:spMkLst>
        </pc:spChg>
        <pc:spChg chg="mod">
          <ac:chgData name="Peethala Rajiv Roy (PED/Hosur/TVSMotor)" userId="e2d9917c-f3dd-4083-a688-e3a90de602c2" providerId="ADAL" clId="{7AECE3AF-5704-4967-BD45-876FBB82BAF3}" dt="2026-08-15T04:41:09.847" v="4544" actId="1035"/>
          <ac:spMkLst>
            <pc:docMk/>
            <pc:sldMk cId="3727054291" sldId="279"/>
            <ac:spMk id="24" creationId="{3C504A32-9020-AE6D-CF75-C7F96C6F6900}"/>
          </ac:spMkLst>
        </pc:spChg>
        <pc:spChg chg="mod">
          <ac:chgData name="Peethala Rajiv Roy (PED/Hosur/TVSMotor)" userId="e2d9917c-f3dd-4083-a688-e3a90de602c2" providerId="ADAL" clId="{7AECE3AF-5704-4967-BD45-876FBB82BAF3}" dt="2026-08-15T04:41:09.847" v="4544" actId="1035"/>
          <ac:spMkLst>
            <pc:docMk/>
            <pc:sldMk cId="3727054291" sldId="279"/>
            <ac:spMk id="25" creationId="{6F6D7DF4-E229-E1B9-4E77-F51624BB96EE}"/>
          </ac:spMkLst>
        </pc:spChg>
        <pc:spChg chg="mod">
          <ac:chgData name="Peethala Rajiv Roy (PED/Hosur/TVSMotor)" userId="e2d9917c-f3dd-4083-a688-e3a90de602c2" providerId="ADAL" clId="{7AECE3AF-5704-4967-BD45-876FBB82BAF3}" dt="2026-08-15T04:41:09.847" v="4544" actId="1035"/>
          <ac:spMkLst>
            <pc:docMk/>
            <pc:sldMk cId="3727054291" sldId="279"/>
            <ac:spMk id="29" creationId="{B5F9D434-469B-6E33-C4BF-E34E9DE80D6B}"/>
          </ac:spMkLst>
        </pc:spChg>
        <pc:spChg chg="mod">
          <ac:chgData name="Peethala Rajiv Roy (PED/Hosur/TVSMotor)" userId="e2d9917c-f3dd-4083-a688-e3a90de602c2" providerId="ADAL" clId="{7AECE3AF-5704-4967-BD45-876FBB82BAF3}" dt="2026-08-15T04:41:09.847" v="4544" actId="1035"/>
          <ac:spMkLst>
            <pc:docMk/>
            <pc:sldMk cId="3727054291" sldId="279"/>
            <ac:spMk id="30" creationId="{4467E1D3-2150-BE2B-4FF0-7D4537AFEE39}"/>
          </ac:spMkLst>
        </pc:spChg>
        <pc:spChg chg="mod">
          <ac:chgData name="Peethala Rajiv Roy (PED/Hosur/TVSMotor)" userId="e2d9917c-f3dd-4083-a688-e3a90de602c2" providerId="ADAL" clId="{7AECE3AF-5704-4967-BD45-876FBB82BAF3}" dt="2026-08-15T04:41:09.847" v="4544" actId="1035"/>
          <ac:spMkLst>
            <pc:docMk/>
            <pc:sldMk cId="3727054291" sldId="279"/>
            <ac:spMk id="31" creationId="{0631A2C2-38DE-042F-87C5-06003E5615F4}"/>
          </ac:spMkLst>
        </pc:spChg>
        <pc:spChg chg="mod">
          <ac:chgData name="Peethala Rajiv Roy (PED/Hosur/TVSMotor)" userId="e2d9917c-f3dd-4083-a688-e3a90de602c2" providerId="ADAL" clId="{7AECE3AF-5704-4967-BD45-876FBB82BAF3}" dt="2026-08-15T04:39:49.054" v="4503" actId="1035"/>
          <ac:spMkLst>
            <pc:docMk/>
            <pc:sldMk cId="3727054291" sldId="279"/>
            <ac:spMk id="32" creationId="{56F0E518-1CAA-EA27-C527-1509F9C087E6}"/>
          </ac:spMkLst>
        </pc:spChg>
        <pc:spChg chg="mod">
          <ac:chgData name="Peethala Rajiv Roy (PED/Hosur/TVSMotor)" userId="e2d9917c-f3dd-4083-a688-e3a90de602c2" providerId="ADAL" clId="{7AECE3AF-5704-4967-BD45-876FBB82BAF3}" dt="2026-08-15T04:41:09.847" v="4544" actId="1035"/>
          <ac:spMkLst>
            <pc:docMk/>
            <pc:sldMk cId="3727054291" sldId="279"/>
            <ac:spMk id="49" creationId="{0C1E1020-387B-3F39-8F67-37FB096233EC}"/>
          </ac:spMkLst>
        </pc:spChg>
        <pc:spChg chg="mod">
          <ac:chgData name="Peethala Rajiv Roy (PED/Hosur/TVSMotor)" userId="e2d9917c-f3dd-4083-a688-e3a90de602c2" providerId="ADAL" clId="{7AECE3AF-5704-4967-BD45-876FBB82BAF3}" dt="2026-08-15T04:39:49.054" v="4503" actId="1035"/>
          <ac:spMkLst>
            <pc:docMk/>
            <pc:sldMk cId="3727054291" sldId="279"/>
            <ac:spMk id="51" creationId="{5C33BC53-1C11-F207-B821-121168B11312}"/>
          </ac:spMkLst>
        </pc:spChg>
        <pc:spChg chg="mod">
          <ac:chgData name="Peethala Rajiv Roy (PED/Hosur/TVSMotor)" userId="e2d9917c-f3dd-4083-a688-e3a90de602c2" providerId="ADAL" clId="{7AECE3AF-5704-4967-BD45-876FBB82BAF3}" dt="2026-08-15T04:41:09.847" v="4544" actId="1035"/>
          <ac:spMkLst>
            <pc:docMk/>
            <pc:sldMk cId="3727054291" sldId="279"/>
            <ac:spMk id="53" creationId="{98E88D8C-47DC-1B1B-FBA3-1649431B7230}"/>
          </ac:spMkLst>
        </pc:spChg>
        <pc:spChg chg="mod">
          <ac:chgData name="Peethala Rajiv Roy (PED/Hosur/TVSMotor)" userId="e2d9917c-f3dd-4083-a688-e3a90de602c2" providerId="ADAL" clId="{7AECE3AF-5704-4967-BD45-876FBB82BAF3}" dt="2026-08-15T04:41:09.847" v="4544" actId="1035"/>
          <ac:spMkLst>
            <pc:docMk/>
            <pc:sldMk cId="3727054291" sldId="279"/>
            <ac:spMk id="55" creationId="{ACA09BDD-FE4F-5E54-6CA9-909628421D78}"/>
          </ac:spMkLst>
        </pc:spChg>
        <pc:spChg chg="mod">
          <ac:chgData name="Peethala Rajiv Roy (PED/Hosur/TVSMotor)" userId="e2d9917c-f3dd-4083-a688-e3a90de602c2" providerId="ADAL" clId="{7AECE3AF-5704-4967-BD45-876FBB82BAF3}" dt="2026-08-15T04:39:57.900" v="4516" actId="1035"/>
          <ac:spMkLst>
            <pc:docMk/>
            <pc:sldMk cId="3727054291" sldId="279"/>
            <ac:spMk id="57" creationId="{900D3874-4205-087F-8E00-E0EF168AD2E9}"/>
          </ac:spMkLst>
        </pc:spChg>
        <pc:spChg chg="mod">
          <ac:chgData name="Peethala Rajiv Roy (PED/Hosur/TVSMotor)" userId="e2d9917c-f3dd-4083-a688-e3a90de602c2" providerId="ADAL" clId="{7AECE3AF-5704-4967-BD45-876FBB82BAF3}" dt="2026-08-15T04:39:57.900" v="4516" actId="1035"/>
          <ac:spMkLst>
            <pc:docMk/>
            <pc:sldMk cId="3727054291" sldId="279"/>
            <ac:spMk id="59" creationId="{D3AB47D8-1B22-0808-B7FD-E6E0DB2C5A26}"/>
          </ac:spMkLst>
        </pc:spChg>
        <pc:spChg chg="mod">
          <ac:chgData name="Peethala Rajiv Roy (PED/Hosur/TVSMotor)" userId="e2d9917c-f3dd-4083-a688-e3a90de602c2" providerId="ADAL" clId="{7AECE3AF-5704-4967-BD45-876FBB82BAF3}" dt="2026-08-15T04:39:57.900" v="4516" actId="1035"/>
          <ac:spMkLst>
            <pc:docMk/>
            <pc:sldMk cId="3727054291" sldId="279"/>
            <ac:spMk id="79" creationId="{EAC7AE2C-E109-4C22-4CE2-40B1EA019AE3}"/>
          </ac:spMkLst>
        </pc:spChg>
        <pc:spChg chg="mod">
          <ac:chgData name="Peethala Rajiv Roy (PED/Hosur/TVSMotor)" userId="e2d9917c-f3dd-4083-a688-e3a90de602c2" providerId="ADAL" clId="{7AECE3AF-5704-4967-BD45-876FBB82BAF3}" dt="2026-08-15T04:40:06.444" v="4528" actId="1035"/>
          <ac:spMkLst>
            <pc:docMk/>
            <pc:sldMk cId="3727054291" sldId="279"/>
            <ac:spMk id="80" creationId="{2D0353A3-11CE-F8C6-93D8-6AE657F8D769}"/>
          </ac:spMkLst>
        </pc:spChg>
        <pc:spChg chg="mod">
          <ac:chgData name="Peethala Rajiv Roy (PED/Hosur/TVSMotor)" userId="e2d9917c-f3dd-4083-a688-e3a90de602c2" providerId="ADAL" clId="{7AECE3AF-5704-4967-BD45-876FBB82BAF3}" dt="2026-08-15T04:41:25.864" v="4551" actId="20577"/>
          <ac:spMkLst>
            <pc:docMk/>
            <pc:sldMk cId="3727054291" sldId="279"/>
            <ac:spMk id="120" creationId="{A7EC555B-9FC6-F19F-E064-FC91EA29D8D1}"/>
          </ac:spMkLst>
        </pc:spChg>
        <pc:cxnChg chg="add mod">
          <ac:chgData name="Peethala Rajiv Roy (PED/Hosur/TVSMotor)" userId="e2d9917c-f3dd-4083-a688-e3a90de602c2" providerId="ADAL" clId="{7AECE3AF-5704-4967-BD45-876FBB82BAF3}" dt="2026-07-22T09:50:03.868" v="1435" actId="478"/>
          <ac:cxnSpMkLst>
            <pc:docMk/>
            <pc:sldMk cId="3727054291" sldId="279"/>
            <ac:cxnSpMk id="9" creationId="{19C146D9-8632-3C73-CC62-914F0C13E65A}"/>
          </ac:cxnSpMkLst>
        </pc:cxnChg>
        <pc:cxnChg chg="add">
          <ac:chgData name="Peethala Rajiv Roy (PED/Hosur/TVSMotor)" userId="e2d9917c-f3dd-4083-a688-e3a90de602c2" providerId="ADAL" clId="{7AECE3AF-5704-4967-BD45-876FBB82BAF3}" dt="2026-07-21T07:35:39.504" v="1003" actId="11529"/>
          <ac:cxnSpMkLst>
            <pc:docMk/>
            <pc:sldMk cId="3727054291" sldId="279"/>
            <ac:cxnSpMk id="11" creationId="{956E09D3-8F2A-0871-E4A7-7A2739399D93}"/>
          </ac:cxnSpMkLst>
        </pc:cxnChg>
        <pc:cxnChg chg="add">
          <ac:chgData name="Peethala Rajiv Roy (PED/Hosur/TVSMotor)" userId="e2d9917c-f3dd-4083-a688-e3a90de602c2" providerId="ADAL" clId="{7AECE3AF-5704-4967-BD45-876FBB82BAF3}" dt="2026-07-21T07:35:43.097" v="1004" actId="11529"/>
          <ac:cxnSpMkLst>
            <pc:docMk/>
            <pc:sldMk cId="3727054291" sldId="279"/>
            <ac:cxnSpMk id="13" creationId="{8FE606AD-C841-E20C-33E0-02BAEBB8E244}"/>
          </ac:cxnSpMkLst>
        </pc:cxnChg>
        <pc:cxnChg chg="add mod">
          <ac:chgData name="Peethala Rajiv Roy (PED/Hosur/TVSMotor)" userId="e2d9917c-f3dd-4083-a688-e3a90de602c2" providerId="ADAL" clId="{7AECE3AF-5704-4967-BD45-876FBB82BAF3}" dt="2026-07-21T07:35:57.332" v="1010" actId="1036"/>
          <ac:cxnSpMkLst>
            <pc:docMk/>
            <pc:sldMk cId="3727054291" sldId="279"/>
            <ac:cxnSpMk id="15" creationId="{316A2987-5DD4-0CE7-5581-87E6473C0B34}"/>
          </ac:cxnSpMkLst>
        </pc:cxnChg>
        <pc:cxnChg chg="add mod">
          <ac:chgData name="Peethala Rajiv Roy (PED/Hosur/TVSMotor)" userId="e2d9917c-f3dd-4083-a688-e3a90de602c2" providerId="ADAL" clId="{7AECE3AF-5704-4967-BD45-876FBB82BAF3}" dt="2026-08-15T04:39:49.054" v="4503" actId="1035"/>
          <ac:cxnSpMkLst>
            <pc:docMk/>
            <pc:sldMk cId="3727054291" sldId="279"/>
            <ac:cxnSpMk id="17" creationId="{A814255B-7D5E-80D6-8C49-ED401237D93A}"/>
          </ac:cxnSpMkLst>
        </pc:cxnChg>
        <pc:cxnChg chg="add mod">
          <ac:chgData name="Peethala Rajiv Roy (PED/Hosur/TVSMotor)" userId="e2d9917c-f3dd-4083-a688-e3a90de602c2" providerId="ADAL" clId="{7AECE3AF-5704-4967-BD45-876FBB82BAF3}" dt="2026-08-15T04:39:49.054" v="4503" actId="1035"/>
          <ac:cxnSpMkLst>
            <pc:docMk/>
            <pc:sldMk cId="3727054291" sldId="279"/>
            <ac:cxnSpMk id="19" creationId="{669AD7AC-2177-F710-CF40-E7174052F8D9}"/>
          </ac:cxnSpMkLst>
        </pc:cxnChg>
        <pc:cxnChg chg="add mod">
          <ac:chgData name="Peethala Rajiv Roy (PED/Hosur/TVSMotor)" userId="e2d9917c-f3dd-4083-a688-e3a90de602c2" providerId="ADAL" clId="{7AECE3AF-5704-4967-BD45-876FBB82BAF3}" dt="2026-07-21T07:36:34.201" v="1020" actId="1036"/>
          <ac:cxnSpMkLst>
            <pc:docMk/>
            <pc:sldMk cId="3727054291" sldId="279"/>
            <ac:cxnSpMk id="22" creationId="{EA6E72C9-3947-9F19-A45B-3FBE830479D0}"/>
          </ac:cxnSpMkLst>
        </pc:cxnChg>
        <pc:cxnChg chg="add mod">
          <ac:chgData name="Peethala Rajiv Roy (PED/Hosur/TVSMotor)" userId="e2d9917c-f3dd-4083-a688-e3a90de602c2" providerId="ADAL" clId="{7AECE3AF-5704-4967-BD45-876FBB82BAF3}" dt="2026-08-15T04:39:49.054" v="4503" actId="1035"/>
          <ac:cxnSpMkLst>
            <pc:docMk/>
            <pc:sldMk cId="3727054291" sldId="279"/>
            <ac:cxnSpMk id="27" creationId="{E5F1485D-9372-11A0-5781-D7590041A2D8}"/>
          </ac:cxnSpMkLst>
        </pc:cxnChg>
        <pc:cxnChg chg="add">
          <ac:chgData name="Peethala Rajiv Roy (PED/Hosur/TVSMotor)" userId="e2d9917c-f3dd-4083-a688-e3a90de602c2" providerId="ADAL" clId="{7AECE3AF-5704-4967-BD45-876FBB82BAF3}" dt="2026-08-15T04:41:48.079" v="4554" actId="11529"/>
          <ac:cxnSpMkLst>
            <pc:docMk/>
            <pc:sldMk cId="3727054291" sldId="279"/>
            <ac:cxnSpMk id="33" creationId="{36794398-5417-78E0-985A-DB21A41D42FB}"/>
          </ac:cxnSpMkLst>
        </pc:cxnChg>
        <pc:cxnChg chg="add mod">
          <ac:chgData name="Peethala Rajiv Roy (PED/Hosur/TVSMotor)" userId="e2d9917c-f3dd-4083-a688-e3a90de602c2" providerId="ADAL" clId="{7AECE3AF-5704-4967-BD45-876FBB82BAF3}" dt="2026-08-15T04:39:49.054" v="4503" actId="1035"/>
          <ac:cxnSpMkLst>
            <pc:docMk/>
            <pc:sldMk cId="3727054291" sldId="279"/>
            <ac:cxnSpMk id="34" creationId="{DA01A8C6-1B0B-B8BE-1612-97FE08662C4E}"/>
          </ac:cxnSpMkLst>
        </pc:cxnChg>
        <pc:cxnChg chg="add">
          <ac:chgData name="Peethala Rajiv Roy (PED/Hosur/TVSMotor)" userId="e2d9917c-f3dd-4083-a688-e3a90de602c2" providerId="ADAL" clId="{7AECE3AF-5704-4967-BD45-876FBB82BAF3}" dt="2026-08-15T04:41:53.925" v="4555" actId="11529"/>
          <ac:cxnSpMkLst>
            <pc:docMk/>
            <pc:sldMk cId="3727054291" sldId="279"/>
            <ac:cxnSpMk id="36" creationId="{2569AB15-1FFB-B9D3-10B6-9F506926B415}"/>
          </ac:cxnSpMkLst>
        </pc:cxnChg>
        <pc:cxnChg chg="add mod">
          <ac:chgData name="Peethala Rajiv Roy (PED/Hosur/TVSMotor)" userId="e2d9917c-f3dd-4083-a688-e3a90de602c2" providerId="ADAL" clId="{7AECE3AF-5704-4967-BD45-876FBB82BAF3}" dt="2026-08-15T04:40:58.970" v="4535" actId="14100"/>
          <ac:cxnSpMkLst>
            <pc:docMk/>
            <pc:sldMk cId="3727054291" sldId="279"/>
            <ac:cxnSpMk id="38" creationId="{50622C42-7513-03CB-4428-D1C0D2399C5B}"/>
          </ac:cxnSpMkLst>
        </pc:cxnChg>
        <pc:cxnChg chg="add">
          <ac:chgData name="Peethala Rajiv Roy (PED/Hosur/TVSMotor)" userId="e2d9917c-f3dd-4083-a688-e3a90de602c2" providerId="ADAL" clId="{7AECE3AF-5704-4967-BD45-876FBB82BAF3}" dt="2026-08-15T04:41:57.555" v="4556" actId="11529"/>
          <ac:cxnSpMkLst>
            <pc:docMk/>
            <pc:sldMk cId="3727054291" sldId="279"/>
            <ac:cxnSpMk id="39" creationId="{A53E4A11-57F1-7F0B-9935-68B32E3B9571}"/>
          </ac:cxnSpMkLst>
        </pc:cxnChg>
        <pc:cxnChg chg="add mod">
          <ac:chgData name="Peethala Rajiv Roy (PED/Hosur/TVSMotor)" userId="e2d9917c-f3dd-4083-a688-e3a90de602c2" providerId="ADAL" clId="{7AECE3AF-5704-4967-BD45-876FBB82BAF3}" dt="2026-08-15T04:42:16.016" v="4560" actId="13822"/>
          <ac:cxnSpMkLst>
            <pc:docMk/>
            <pc:sldMk cId="3727054291" sldId="279"/>
            <ac:cxnSpMk id="41" creationId="{6FA360D4-240C-D628-C975-91E0472D13AA}"/>
          </ac:cxnSpMkLst>
        </pc:cxnChg>
        <pc:cxnChg chg="add mod">
          <ac:chgData name="Peethala Rajiv Roy (PED/Hosur/TVSMotor)" userId="e2d9917c-f3dd-4083-a688-e3a90de602c2" providerId="ADAL" clId="{7AECE3AF-5704-4967-BD45-876FBB82BAF3}" dt="2026-08-15T04:39:57.900" v="4516" actId="1035"/>
          <ac:cxnSpMkLst>
            <pc:docMk/>
            <pc:sldMk cId="3727054291" sldId="279"/>
            <ac:cxnSpMk id="42" creationId="{6901DFC5-74D4-8A12-CF6C-DDD23842658F}"/>
          </ac:cxnSpMkLst>
        </pc:cxnChg>
        <pc:cxnChg chg="add mod">
          <ac:chgData name="Peethala Rajiv Roy (PED/Hosur/TVSMotor)" userId="e2d9917c-f3dd-4083-a688-e3a90de602c2" providerId="ADAL" clId="{7AECE3AF-5704-4967-BD45-876FBB82BAF3}" dt="2026-08-15T04:42:10.235" v="4559" actId="1036"/>
          <ac:cxnSpMkLst>
            <pc:docMk/>
            <pc:sldMk cId="3727054291" sldId="279"/>
            <ac:cxnSpMk id="44" creationId="{E5FB1A40-D421-807C-E315-28A0ED7E6399}"/>
          </ac:cxnSpMkLst>
        </pc:cxnChg>
        <pc:cxnChg chg="add mod">
          <ac:chgData name="Peethala Rajiv Roy (PED/Hosur/TVSMotor)" userId="e2d9917c-f3dd-4083-a688-e3a90de602c2" providerId="ADAL" clId="{7AECE3AF-5704-4967-BD45-876FBB82BAF3}" dt="2026-08-15T04:39:57.900" v="4516" actId="1035"/>
          <ac:cxnSpMkLst>
            <pc:docMk/>
            <pc:sldMk cId="3727054291" sldId="279"/>
            <ac:cxnSpMk id="46" creationId="{15FE8DE8-BAD1-961D-D474-7248DC9D2965}"/>
          </ac:cxnSpMkLst>
        </pc:cxnChg>
        <pc:cxnChg chg="add mod">
          <ac:chgData name="Peethala Rajiv Roy (PED/Hosur/TVSMotor)" userId="e2d9917c-f3dd-4083-a688-e3a90de602c2" providerId="ADAL" clId="{7AECE3AF-5704-4967-BD45-876FBB82BAF3}" dt="2026-08-15T04:39:57.900" v="4516" actId="1035"/>
          <ac:cxnSpMkLst>
            <pc:docMk/>
            <pc:sldMk cId="3727054291" sldId="279"/>
            <ac:cxnSpMk id="50" creationId="{3A363ADA-5904-3A1D-BF9F-D1C16D9F5331}"/>
          </ac:cxnSpMkLst>
        </pc:cxnChg>
        <pc:cxnChg chg="add mod">
          <ac:chgData name="Peethala Rajiv Roy (PED/Hosur/TVSMotor)" userId="e2d9917c-f3dd-4083-a688-e3a90de602c2" providerId="ADAL" clId="{7AECE3AF-5704-4967-BD45-876FBB82BAF3}" dt="2026-08-15T04:39:57.900" v="4516" actId="1035"/>
          <ac:cxnSpMkLst>
            <pc:docMk/>
            <pc:sldMk cId="3727054291" sldId="279"/>
            <ac:cxnSpMk id="54" creationId="{192C40DB-0FED-1551-6EB1-208A3FCD0E18}"/>
          </ac:cxnSpMkLst>
        </pc:cxnChg>
        <pc:cxnChg chg="add mod">
          <ac:chgData name="Peethala Rajiv Roy (PED/Hosur/TVSMotor)" userId="e2d9917c-f3dd-4083-a688-e3a90de602c2" providerId="ADAL" clId="{7AECE3AF-5704-4967-BD45-876FBB82BAF3}" dt="2026-08-15T04:40:06.444" v="4528" actId="1035"/>
          <ac:cxnSpMkLst>
            <pc:docMk/>
            <pc:sldMk cId="3727054291" sldId="279"/>
            <ac:cxnSpMk id="58" creationId="{272849B7-C042-3D27-91DC-4E03C9B13629}"/>
          </ac:cxnSpMkLst>
        </pc:cxnChg>
        <pc:cxnChg chg="add mod">
          <ac:chgData name="Peethala Rajiv Roy (PED/Hosur/TVSMotor)" userId="e2d9917c-f3dd-4083-a688-e3a90de602c2" providerId="ADAL" clId="{7AECE3AF-5704-4967-BD45-876FBB82BAF3}" dt="2026-08-15T04:40:06.444" v="4528" actId="1035"/>
          <ac:cxnSpMkLst>
            <pc:docMk/>
            <pc:sldMk cId="3727054291" sldId="279"/>
            <ac:cxnSpMk id="62" creationId="{01F445CC-7CBE-F57D-7FAC-10F0FC2873E1}"/>
          </ac:cxnSpMkLst>
        </pc:cxnChg>
      </pc:sldChg>
      <pc:sldChg chg="modSp add del mod">
        <pc:chgData name="Peethala Rajiv Roy (PED/Hosur/TVSMotor)" userId="e2d9917c-f3dd-4083-a688-e3a90de602c2" providerId="ADAL" clId="{7AECE3AF-5704-4967-BD45-876FBB82BAF3}" dt="2026-07-25T10:59:44.226" v="3120" actId="1076"/>
        <pc:sldMkLst>
          <pc:docMk/>
          <pc:sldMk cId="571043906" sldId="344"/>
        </pc:sldMkLst>
        <pc:spChg chg="mod">
          <ac:chgData name="Peethala Rajiv Roy (PED/Hosur/TVSMotor)" userId="e2d9917c-f3dd-4083-a688-e3a90de602c2" providerId="ADAL" clId="{7AECE3AF-5704-4967-BD45-876FBB82BAF3}" dt="2026-07-25T10:59:44.226" v="3120" actId="1076"/>
          <ac:spMkLst>
            <pc:docMk/>
            <pc:sldMk cId="571043906" sldId="344"/>
            <ac:spMk id="2" creationId="{228A6D11-12C2-9ABC-600C-7CCDD3B88B30}"/>
          </ac:spMkLst>
        </pc:spChg>
      </pc:sldChg>
      <pc:sldChg chg="addSp delSp modSp new mod">
        <pc:chgData name="Peethala Rajiv Roy (PED/Hosur/TVSMotor)" userId="e2d9917c-f3dd-4083-a688-e3a90de602c2" providerId="ADAL" clId="{7AECE3AF-5704-4967-BD45-876FBB82BAF3}" dt="2026-07-21T05:52:21.029" v="541" actId="1582"/>
        <pc:sldMkLst>
          <pc:docMk/>
          <pc:sldMk cId="3048194005" sldId="360"/>
        </pc:sldMkLst>
        <pc:spChg chg="mod">
          <ac:chgData name="Peethala Rajiv Roy (PED/Hosur/TVSMotor)" userId="e2d9917c-f3dd-4083-a688-e3a90de602c2" providerId="ADAL" clId="{7AECE3AF-5704-4967-BD45-876FBB82BAF3}" dt="2026-07-21T05:51:30.109" v="536" actId="20577"/>
          <ac:spMkLst>
            <pc:docMk/>
            <pc:sldMk cId="3048194005" sldId="360"/>
            <ac:spMk id="5" creationId="{9F328749-5585-8365-4968-85FC96A76931}"/>
          </ac:spMkLst>
        </pc:spChg>
        <pc:spChg chg="add mod">
          <ac:chgData name="Peethala Rajiv Roy (PED/Hosur/TVSMotor)" userId="e2d9917c-f3dd-4083-a688-e3a90de602c2" providerId="ADAL" clId="{7AECE3AF-5704-4967-BD45-876FBB82BAF3}" dt="2026-07-21T05:47:48.083" v="443" actId="1036"/>
          <ac:spMkLst>
            <pc:docMk/>
            <pc:sldMk cId="3048194005" sldId="360"/>
            <ac:spMk id="6" creationId="{375A6F40-9613-7B95-A508-29C4AD84F3B5}"/>
          </ac:spMkLst>
        </pc:spChg>
        <pc:spChg chg="add mod">
          <ac:chgData name="Peethala Rajiv Roy (PED/Hosur/TVSMotor)" userId="e2d9917c-f3dd-4083-a688-e3a90de602c2" providerId="ADAL" clId="{7AECE3AF-5704-4967-BD45-876FBB82BAF3}" dt="2026-07-21T05:47:48.083" v="443" actId="1036"/>
          <ac:spMkLst>
            <pc:docMk/>
            <pc:sldMk cId="3048194005" sldId="360"/>
            <ac:spMk id="8" creationId="{41B0BD1C-1D83-12F8-B397-44754DEC9913}"/>
          </ac:spMkLst>
        </pc:spChg>
        <pc:spChg chg="add mod">
          <ac:chgData name="Peethala Rajiv Roy (PED/Hosur/TVSMotor)" userId="e2d9917c-f3dd-4083-a688-e3a90de602c2" providerId="ADAL" clId="{7AECE3AF-5704-4967-BD45-876FBB82BAF3}" dt="2026-07-21T05:47:48.083" v="443" actId="1036"/>
          <ac:spMkLst>
            <pc:docMk/>
            <pc:sldMk cId="3048194005" sldId="360"/>
            <ac:spMk id="22" creationId="{7BD37560-7CD6-1610-D23B-FD7C9EAC8A1A}"/>
          </ac:spMkLst>
        </pc:spChg>
        <pc:spChg chg="add mod">
          <ac:chgData name="Peethala Rajiv Roy (PED/Hosur/TVSMotor)" userId="e2d9917c-f3dd-4083-a688-e3a90de602c2" providerId="ADAL" clId="{7AECE3AF-5704-4967-BD45-876FBB82BAF3}" dt="2026-07-21T05:47:48.083" v="443" actId="1036"/>
          <ac:spMkLst>
            <pc:docMk/>
            <pc:sldMk cId="3048194005" sldId="360"/>
            <ac:spMk id="24" creationId="{D8AF183B-7855-0440-D43F-56A3FA19F099}"/>
          </ac:spMkLst>
        </pc:spChg>
        <pc:spChg chg="add mod">
          <ac:chgData name="Peethala Rajiv Roy (PED/Hosur/TVSMotor)" userId="e2d9917c-f3dd-4083-a688-e3a90de602c2" providerId="ADAL" clId="{7AECE3AF-5704-4967-BD45-876FBB82BAF3}" dt="2026-07-21T05:47:48.083" v="443" actId="1036"/>
          <ac:spMkLst>
            <pc:docMk/>
            <pc:sldMk cId="3048194005" sldId="360"/>
            <ac:spMk id="26" creationId="{E6D34F9D-B41E-EE5B-22CA-F6AE0CB04C6A}"/>
          </ac:spMkLst>
        </pc:spChg>
        <pc:spChg chg="add mod">
          <ac:chgData name="Peethala Rajiv Roy (PED/Hosur/TVSMotor)" userId="e2d9917c-f3dd-4083-a688-e3a90de602c2" providerId="ADAL" clId="{7AECE3AF-5704-4967-BD45-876FBB82BAF3}" dt="2026-07-21T05:48:07.059" v="446" actId="1076"/>
          <ac:spMkLst>
            <pc:docMk/>
            <pc:sldMk cId="3048194005" sldId="360"/>
            <ac:spMk id="28" creationId="{63CF2A3A-EA24-2C8C-F2C2-D07C424816C0}"/>
          </ac:spMkLst>
        </pc:spChg>
        <pc:spChg chg="add mod">
          <ac:chgData name="Peethala Rajiv Roy (PED/Hosur/TVSMotor)" userId="e2d9917c-f3dd-4083-a688-e3a90de602c2" providerId="ADAL" clId="{7AECE3AF-5704-4967-BD45-876FBB82BAF3}" dt="2026-07-21T05:48:07.059" v="446" actId="1076"/>
          <ac:spMkLst>
            <pc:docMk/>
            <pc:sldMk cId="3048194005" sldId="360"/>
            <ac:spMk id="30" creationId="{24A6BBAE-2BA3-5E6A-6CA5-3BDB1D031175}"/>
          </ac:spMkLst>
        </pc:spChg>
        <pc:spChg chg="add mod">
          <ac:chgData name="Peethala Rajiv Roy (PED/Hosur/TVSMotor)" userId="e2d9917c-f3dd-4083-a688-e3a90de602c2" providerId="ADAL" clId="{7AECE3AF-5704-4967-BD45-876FBB82BAF3}" dt="2026-07-21T05:48:07.059" v="446" actId="1076"/>
          <ac:spMkLst>
            <pc:docMk/>
            <pc:sldMk cId="3048194005" sldId="360"/>
            <ac:spMk id="32" creationId="{FD139F26-BE64-EF17-F02D-BFBD1128919E}"/>
          </ac:spMkLst>
        </pc:spChg>
        <pc:spChg chg="add mod">
          <ac:chgData name="Peethala Rajiv Roy (PED/Hosur/TVSMotor)" userId="e2d9917c-f3dd-4083-a688-e3a90de602c2" providerId="ADAL" clId="{7AECE3AF-5704-4967-BD45-876FBB82BAF3}" dt="2026-07-21T05:51:51.516" v="538" actId="13822"/>
          <ac:spMkLst>
            <pc:docMk/>
            <pc:sldMk cId="3048194005" sldId="360"/>
            <ac:spMk id="51" creationId="{1D6F728D-7B7D-71A5-E707-2A39B8B2A5F1}"/>
          </ac:spMkLst>
        </pc:spChg>
        <pc:spChg chg="add mod">
          <ac:chgData name="Peethala Rajiv Roy (PED/Hosur/TVSMotor)" userId="e2d9917c-f3dd-4083-a688-e3a90de602c2" providerId="ADAL" clId="{7AECE3AF-5704-4967-BD45-876FBB82BAF3}" dt="2026-07-21T05:51:47.189" v="537" actId="207"/>
          <ac:spMkLst>
            <pc:docMk/>
            <pc:sldMk cId="3048194005" sldId="360"/>
            <ac:spMk id="62" creationId="{5EAAECA9-93AF-1928-B7B0-37BBB6C1FE4E}"/>
          </ac:spMkLst>
        </pc:spChg>
        <pc:spChg chg="add mod">
          <ac:chgData name="Peethala Rajiv Roy (PED/Hosur/TVSMotor)" userId="e2d9917c-f3dd-4083-a688-e3a90de602c2" providerId="ADAL" clId="{7AECE3AF-5704-4967-BD45-876FBB82BAF3}" dt="2026-07-21T05:49:15.439" v="464" actId="1076"/>
          <ac:spMkLst>
            <pc:docMk/>
            <pc:sldMk cId="3048194005" sldId="360"/>
            <ac:spMk id="63" creationId="{FFA867E6-0D67-107F-404C-A48787690C61}"/>
          </ac:spMkLst>
        </pc:spChg>
        <pc:spChg chg="add mod">
          <ac:chgData name="Peethala Rajiv Roy (PED/Hosur/TVSMotor)" userId="e2d9917c-f3dd-4083-a688-e3a90de602c2" providerId="ADAL" clId="{7AECE3AF-5704-4967-BD45-876FBB82BAF3}" dt="2026-07-21T05:49:56.251" v="474" actId="20577"/>
          <ac:spMkLst>
            <pc:docMk/>
            <pc:sldMk cId="3048194005" sldId="360"/>
            <ac:spMk id="64" creationId="{35B1922F-AB7C-ABF1-3611-D18D73D457F6}"/>
          </ac:spMkLst>
        </pc:spChg>
        <pc:spChg chg="add mod">
          <ac:chgData name="Peethala Rajiv Roy (PED/Hosur/TVSMotor)" userId="e2d9917c-f3dd-4083-a688-e3a90de602c2" providerId="ADAL" clId="{7AECE3AF-5704-4967-BD45-876FBB82BAF3}" dt="2026-07-21T05:50:09.557" v="488" actId="20577"/>
          <ac:spMkLst>
            <pc:docMk/>
            <pc:sldMk cId="3048194005" sldId="360"/>
            <ac:spMk id="65" creationId="{5335B34B-A0E6-EA4D-757F-07D87AAC586A}"/>
          </ac:spMkLst>
        </pc:spChg>
        <pc:spChg chg="add mod">
          <ac:chgData name="Peethala Rajiv Roy (PED/Hosur/TVSMotor)" userId="e2d9917c-f3dd-4083-a688-e3a90de602c2" providerId="ADAL" clId="{7AECE3AF-5704-4967-BD45-876FBB82BAF3}" dt="2026-07-21T05:50:19.086" v="500" actId="20577"/>
          <ac:spMkLst>
            <pc:docMk/>
            <pc:sldMk cId="3048194005" sldId="360"/>
            <ac:spMk id="66" creationId="{79E06549-2178-34AB-FE0B-43AFF3F40D02}"/>
          </ac:spMkLst>
        </pc:spChg>
        <pc:spChg chg="add mod">
          <ac:chgData name="Peethala Rajiv Roy (PED/Hosur/TVSMotor)" userId="e2d9917c-f3dd-4083-a688-e3a90de602c2" providerId="ADAL" clId="{7AECE3AF-5704-4967-BD45-876FBB82BAF3}" dt="2026-07-21T05:50:24.813" v="506" actId="20577"/>
          <ac:spMkLst>
            <pc:docMk/>
            <pc:sldMk cId="3048194005" sldId="360"/>
            <ac:spMk id="67" creationId="{A5D516C3-E707-93A7-DBE3-46F40144C578}"/>
          </ac:spMkLst>
        </pc:spChg>
        <pc:spChg chg="add mod">
          <ac:chgData name="Peethala Rajiv Roy (PED/Hosur/TVSMotor)" userId="e2d9917c-f3dd-4083-a688-e3a90de602c2" providerId="ADAL" clId="{7AECE3AF-5704-4967-BD45-876FBB82BAF3}" dt="2026-07-21T05:49:30.354" v="466" actId="1076"/>
          <ac:spMkLst>
            <pc:docMk/>
            <pc:sldMk cId="3048194005" sldId="360"/>
            <ac:spMk id="68" creationId="{E938816E-0415-407F-4D1E-DEA2F27C381C}"/>
          </ac:spMkLst>
        </pc:spChg>
        <pc:spChg chg="add mod">
          <ac:chgData name="Peethala Rajiv Roy (PED/Hosur/TVSMotor)" userId="e2d9917c-f3dd-4083-a688-e3a90de602c2" providerId="ADAL" clId="{7AECE3AF-5704-4967-BD45-876FBB82BAF3}" dt="2026-07-21T05:49:30.354" v="466" actId="1076"/>
          <ac:spMkLst>
            <pc:docMk/>
            <pc:sldMk cId="3048194005" sldId="360"/>
            <ac:spMk id="69" creationId="{D3E5FCAA-5F71-F9E8-D5BC-EB4A011632C3}"/>
          </ac:spMkLst>
        </pc:spChg>
        <pc:spChg chg="add mod">
          <ac:chgData name="Peethala Rajiv Roy (PED/Hosur/TVSMotor)" userId="e2d9917c-f3dd-4083-a688-e3a90de602c2" providerId="ADAL" clId="{7AECE3AF-5704-4967-BD45-876FBB82BAF3}" dt="2026-07-21T05:49:30.354" v="466" actId="1076"/>
          <ac:spMkLst>
            <pc:docMk/>
            <pc:sldMk cId="3048194005" sldId="360"/>
            <ac:spMk id="70" creationId="{B651A8D3-2C8A-6B4C-BD3F-75318AE72714}"/>
          </ac:spMkLst>
        </pc:spChg>
        <pc:spChg chg="add mod">
          <ac:chgData name="Peethala Rajiv Roy (PED/Hosur/TVSMotor)" userId="e2d9917c-f3dd-4083-a688-e3a90de602c2" providerId="ADAL" clId="{7AECE3AF-5704-4967-BD45-876FBB82BAF3}" dt="2026-07-21T05:49:43.709" v="468" actId="1076"/>
          <ac:spMkLst>
            <pc:docMk/>
            <pc:sldMk cId="3048194005" sldId="360"/>
            <ac:spMk id="79" creationId="{2E9334C9-7937-DD7D-2C78-2D19E095DBFD}"/>
          </ac:spMkLst>
        </pc:spChg>
        <pc:spChg chg="add mod">
          <ac:chgData name="Peethala Rajiv Roy (PED/Hosur/TVSMotor)" userId="e2d9917c-f3dd-4083-a688-e3a90de602c2" providerId="ADAL" clId="{7AECE3AF-5704-4967-BD45-876FBB82BAF3}" dt="2026-07-21T05:49:51.634" v="470" actId="1076"/>
          <ac:spMkLst>
            <pc:docMk/>
            <pc:sldMk cId="3048194005" sldId="360"/>
            <ac:spMk id="81" creationId="{1E42B669-EBAD-0D84-7969-39E9A20EF879}"/>
          </ac:spMkLst>
        </pc:spChg>
        <pc:cxnChg chg="add mod">
          <ac:chgData name="Peethala Rajiv Roy (PED/Hosur/TVSMotor)" userId="e2d9917c-f3dd-4083-a688-e3a90de602c2" providerId="ADAL" clId="{7AECE3AF-5704-4967-BD45-876FBB82BAF3}" dt="2026-07-21T05:47:48.083" v="443" actId="1036"/>
          <ac:cxnSpMkLst>
            <pc:docMk/>
            <pc:sldMk cId="3048194005" sldId="360"/>
            <ac:cxnSpMk id="34" creationId="{98AC51A3-A58F-B477-BF0B-6C0452546E0E}"/>
          </ac:cxnSpMkLst>
        </pc:cxnChg>
        <pc:cxnChg chg="add mod">
          <ac:chgData name="Peethala Rajiv Roy (PED/Hosur/TVSMotor)" userId="e2d9917c-f3dd-4083-a688-e3a90de602c2" providerId="ADAL" clId="{7AECE3AF-5704-4967-BD45-876FBB82BAF3}" dt="2026-07-21T05:47:48.083" v="443" actId="1036"/>
          <ac:cxnSpMkLst>
            <pc:docMk/>
            <pc:sldMk cId="3048194005" sldId="360"/>
            <ac:cxnSpMk id="36" creationId="{75997DCC-0109-323C-FFE5-F10831755B7F}"/>
          </ac:cxnSpMkLst>
        </pc:cxnChg>
        <pc:cxnChg chg="add mod">
          <ac:chgData name="Peethala Rajiv Roy (PED/Hosur/TVSMotor)" userId="e2d9917c-f3dd-4083-a688-e3a90de602c2" providerId="ADAL" clId="{7AECE3AF-5704-4967-BD45-876FBB82BAF3}" dt="2026-07-21T05:45:59.145" v="405" actId="1582"/>
          <ac:cxnSpMkLst>
            <pc:docMk/>
            <pc:sldMk cId="3048194005" sldId="360"/>
            <ac:cxnSpMk id="38" creationId="{06D6A9D3-F5E2-C131-5DF8-3B0AD75432BD}"/>
          </ac:cxnSpMkLst>
        </pc:cxnChg>
        <pc:cxnChg chg="add mod">
          <ac:chgData name="Peethala Rajiv Roy (PED/Hosur/TVSMotor)" userId="e2d9917c-f3dd-4083-a688-e3a90de602c2" providerId="ADAL" clId="{7AECE3AF-5704-4967-BD45-876FBB82BAF3}" dt="2026-07-21T05:45:59.145" v="405" actId="1582"/>
          <ac:cxnSpMkLst>
            <pc:docMk/>
            <pc:sldMk cId="3048194005" sldId="360"/>
            <ac:cxnSpMk id="40" creationId="{8EB98E15-A3CA-E41A-6526-036138B09EF2}"/>
          </ac:cxnSpMkLst>
        </pc:cxnChg>
        <pc:cxnChg chg="add mod">
          <ac:chgData name="Peethala Rajiv Roy (PED/Hosur/TVSMotor)" userId="e2d9917c-f3dd-4083-a688-e3a90de602c2" providerId="ADAL" clId="{7AECE3AF-5704-4967-BD45-876FBB82BAF3}" dt="2026-07-21T05:48:07.059" v="446" actId="1076"/>
          <ac:cxnSpMkLst>
            <pc:docMk/>
            <pc:sldMk cId="3048194005" sldId="360"/>
            <ac:cxnSpMk id="42" creationId="{A335D599-51B0-09CE-C25B-CA226A8D1306}"/>
          </ac:cxnSpMkLst>
        </pc:cxnChg>
        <pc:cxnChg chg="add mod">
          <ac:chgData name="Peethala Rajiv Roy (PED/Hosur/TVSMotor)" userId="e2d9917c-f3dd-4083-a688-e3a90de602c2" providerId="ADAL" clId="{7AECE3AF-5704-4967-BD45-876FBB82BAF3}" dt="2026-07-21T05:48:07.059" v="446" actId="1076"/>
          <ac:cxnSpMkLst>
            <pc:docMk/>
            <pc:sldMk cId="3048194005" sldId="360"/>
            <ac:cxnSpMk id="44" creationId="{6003EB87-C844-806E-8814-C2C4D49989D2}"/>
          </ac:cxnSpMkLst>
        </pc:cxnChg>
        <pc:cxnChg chg="add mod">
          <ac:chgData name="Peethala Rajiv Roy (PED/Hosur/TVSMotor)" userId="e2d9917c-f3dd-4083-a688-e3a90de602c2" providerId="ADAL" clId="{7AECE3AF-5704-4967-BD45-876FBB82BAF3}" dt="2026-07-21T05:48:47.431" v="455" actId="14100"/>
          <ac:cxnSpMkLst>
            <pc:docMk/>
            <pc:sldMk cId="3048194005" sldId="360"/>
            <ac:cxnSpMk id="58" creationId="{61211516-8BCA-74E1-555D-F2926FB775D6}"/>
          </ac:cxnSpMkLst>
        </pc:cxnChg>
        <pc:cxnChg chg="add mod">
          <ac:chgData name="Peethala Rajiv Roy (PED/Hosur/TVSMotor)" userId="e2d9917c-f3dd-4083-a688-e3a90de602c2" providerId="ADAL" clId="{7AECE3AF-5704-4967-BD45-876FBB82BAF3}" dt="2026-07-21T05:49:15.439" v="464" actId="1076"/>
          <ac:cxnSpMkLst>
            <pc:docMk/>
            <pc:sldMk cId="3048194005" sldId="360"/>
            <ac:cxnSpMk id="73" creationId="{D77DE7FF-1060-6C7D-7F5B-56B583D9D5A4}"/>
          </ac:cxnSpMkLst>
        </pc:cxnChg>
        <pc:cxnChg chg="mod">
          <ac:chgData name="Peethala Rajiv Roy (PED/Hosur/TVSMotor)" userId="e2d9917c-f3dd-4083-a688-e3a90de602c2" providerId="ADAL" clId="{7AECE3AF-5704-4967-BD45-876FBB82BAF3}" dt="2026-07-21T05:49:30.354" v="466" actId="1076"/>
          <ac:cxnSpMkLst>
            <pc:docMk/>
            <pc:sldMk cId="3048194005" sldId="360"/>
            <ac:cxnSpMk id="75" creationId="{7FDEC4BF-E75B-9467-21F6-C2C6C1FB82ED}"/>
          </ac:cxnSpMkLst>
        </pc:cxnChg>
        <pc:cxnChg chg="add mod">
          <ac:chgData name="Peethala Rajiv Roy (PED/Hosur/TVSMotor)" userId="e2d9917c-f3dd-4083-a688-e3a90de602c2" providerId="ADAL" clId="{7AECE3AF-5704-4967-BD45-876FBB82BAF3}" dt="2026-07-21T05:49:30.354" v="466" actId="1076"/>
          <ac:cxnSpMkLst>
            <pc:docMk/>
            <pc:sldMk cId="3048194005" sldId="360"/>
            <ac:cxnSpMk id="76" creationId="{227F5671-C566-8A7C-1B91-79E2F554C858}"/>
          </ac:cxnSpMkLst>
        </pc:cxnChg>
        <pc:cxnChg chg="add mod">
          <ac:chgData name="Peethala Rajiv Roy (PED/Hosur/TVSMotor)" userId="e2d9917c-f3dd-4083-a688-e3a90de602c2" providerId="ADAL" clId="{7AECE3AF-5704-4967-BD45-876FBB82BAF3}" dt="2026-07-21T05:50:46.117" v="509" actId="1582"/>
          <ac:cxnSpMkLst>
            <pc:docMk/>
            <pc:sldMk cId="3048194005" sldId="360"/>
            <ac:cxnSpMk id="83" creationId="{2A586727-1DB1-06D1-A88E-64E31D7F49E4}"/>
          </ac:cxnSpMkLst>
        </pc:cxnChg>
        <pc:cxnChg chg="add mod">
          <ac:chgData name="Peethala Rajiv Roy (PED/Hosur/TVSMotor)" userId="e2d9917c-f3dd-4083-a688-e3a90de602c2" providerId="ADAL" clId="{7AECE3AF-5704-4967-BD45-876FBB82BAF3}" dt="2026-07-21T05:51:17.394" v="520" actId="693"/>
          <ac:cxnSpMkLst>
            <pc:docMk/>
            <pc:sldMk cId="3048194005" sldId="360"/>
            <ac:cxnSpMk id="86" creationId="{0A9D62FA-D73E-2CD7-DD93-4F81BE457D93}"/>
          </ac:cxnSpMkLst>
        </pc:cxnChg>
        <pc:cxnChg chg="add mod">
          <ac:chgData name="Peethala Rajiv Roy (PED/Hosur/TVSMotor)" userId="e2d9917c-f3dd-4083-a688-e3a90de602c2" providerId="ADAL" clId="{7AECE3AF-5704-4967-BD45-876FBB82BAF3}" dt="2026-07-21T05:52:21.029" v="541" actId="1582"/>
          <ac:cxnSpMkLst>
            <pc:docMk/>
            <pc:sldMk cId="3048194005" sldId="360"/>
            <ac:cxnSpMk id="88" creationId="{D45CC448-CAB2-14CE-017A-192EA924FAD7}"/>
          </ac:cxnSpMkLst>
        </pc:cxnChg>
        <pc:cxnChg chg="add mod">
          <ac:chgData name="Peethala Rajiv Roy (PED/Hosur/TVSMotor)" userId="e2d9917c-f3dd-4083-a688-e3a90de602c2" providerId="ADAL" clId="{7AECE3AF-5704-4967-BD45-876FBB82BAF3}" dt="2026-07-21T05:52:21.029" v="541" actId="1582"/>
          <ac:cxnSpMkLst>
            <pc:docMk/>
            <pc:sldMk cId="3048194005" sldId="360"/>
            <ac:cxnSpMk id="90" creationId="{0FD0ECBE-526C-5B16-7099-0ED229A2FAFE}"/>
          </ac:cxnSpMkLst>
        </pc:cxnChg>
      </pc:sldChg>
      <pc:sldChg chg="addSp delSp modSp new mod">
        <pc:chgData name="Peethala Rajiv Roy (PED/Hosur/TVSMotor)" userId="e2d9917c-f3dd-4083-a688-e3a90de602c2" providerId="ADAL" clId="{7AECE3AF-5704-4967-BD45-876FBB82BAF3}" dt="2026-07-21T06:12:05.386" v="678" actId="207"/>
        <pc:sldMkLst>
          <pc:docMk/>
          <pc:sldMk cId="3467056640" sldId="361"/>
        </pc:sldMkLst>
        <pc:spChg chg="mod">
          <ac:chgData name="Peethala Rajiv Roy (PED/Hosur/TVSMotor)" userId="e2d9917c-f3dd-4083-a688-e3a90de602c2" providerId="ADAL" clId="{7AECE3AF-5704-4967-BD45-876FBB82BAF3}" dt="2026-07-21T05:55:08.283" v="614" actId="20577"/>
          <ac:spMkLst>
            <pc:docMk/>
            <pc:sldMk cId="3467056640" sldId="361"/>
            <ac:spMk id="5" creationId="{E90DF69A-A537-6DCC-0A5E-247F4EEE86AF}"/>
          </ac:spMkLst>
        </pc:spChg>
        <pc:graphicFrameChg chg="add mod modGraphic">
          <ac:chgData name="Peethala Rajiv Roy (PED/Hosur/TVSMotor)" userId="e2d9917c-f3dd-4083-a688-e3a90de602c2" providerId="ADAL" clId="{7AECE3AF-5704-4967-BD45-876FBB82BAF3}" dt="2026-07-21T06:12:05.386" v="678" actId="207"/>
          <ac:graphicFrameMkLst>
            <pc:docMk/>
            <pc:sldMk cId="3467056640" sldId="361"/>
            <ac:graphicFrameMk id="7" creationId="{1E519268-1C51-7B04-87E0-2BFC2A2EDF1F}"/>
          </ac:graphicFrameMkLst>
        </pc:graphicFrameChg>
      </pc:sldChg>
      <pc:sldChg chg="addSp delSp modSp add mod">
        <pc:chgData name="Peethala Rajiv Roy (PED/Hosur/TVSMotor)" userId="e2d9917c-f3dd-4083-a688-e3a90de602c2" providerId="ADAL" clId="{7AECE3AF-5704-4967-BD45-876FBB82BAF3}" dt="2026-07-21T06:11:57.748" v="677" actId="207"/>
        <pc:sldMkLst>
          <pc:docMk/>
          <pc:sldMk cId="123008648" sldId="362"/>
        </pc:sldMkLst>
        <pc:graphicFrameChg chg="add mod modGraphic">
          <ac:chgData name="Peethala Rajiv Roy (PED/Hosur/TVSMotor)" userId="e2d9917c-f3dd-4083-a688-e3a90de602c2" providerId="ADAL" clId="{7AECE3AF-5704-4967-BD45-876FBB82BAF3}" dt="2026-07-21T06:11:57.748" v="677" actId="207"/>
          <ac:graphicFrameMkLst>
            <pc:docMk/>
            <pc:sldMk cId="123008648" sldId="362"/>
            <ac:graphicFrameMk id="2" creationId="{7E879AEA-E0A8-7CAA-7333-A7D03C6F1657}"/>
          </ac:graphicFrameMkLst>
        </pc:graphicFrameChg>
      </pc:sldChg>
      <pc:sldChg chg="addSp delSp modSp add mod">
        <pc:chgData name="Peethala Rajiv Roy (PED/Hosur/TVSMotor)" userId="e2d9917c-f3dd-4083-a688-e3a90de602c2" providerId="ADAL" clId="{7AECE3AF-5704-4967-BD45-876FBB82BAF3}" dt="2026-07-21T06:57:29.359" v="708" actId="403"/>
        <pc:sldMkLst>
          <pc:docMk/>
          <pc:sldMk cId="508358601" sldId="363"/>
        </pc:sldMkLst>
        <pc:spChg chg="mod">
          <ac:chgData name="Peethala Rajiv Roy (PED/Hosur/TVSMotor)" userId="e2d9917c-f3dd-4083-a688-e3a90de602c2" providerId="ADAL" clId="{7AECE3AF-5704-4967-BD45-876FBB82BAF3}" dt="2026-07-21T06:56:27.064" v="686" actId="20577"/>
          <ac:spMkLst>
            <pc:docMk/>
            <pc:sldMk cId="508358601" sldId="363"/>
            <ac:spMk id="5" creationId="{C8BB79BA-2B31-77BA-5D3E-5513C0201BD3}"/>
          </ac:spMkLst>
        </pc:spChg>
        <pc:graphicFrameChg chg="add mod modGraphic">
          <ac:chgData name="Peethala Rajiv Roy (PED/Hosur/TVSMotor)" userId="e2d9917c-f3dd-4083-a688-e3a90de602c2" providerId="ADAL" clId="{7AECE3AF-5704-4967-BD45-876FBB82BAF3}" dt="2026-07-21T06:57:29.359" v="708" actId="403"/>
          <ac:graphicFrameMkLst>
            <pc:docMk/>
            <pc:sldMk cId="508358601" sldId="363"/>
            <ac:graphicFrameMk id="6" creationId="{0F1F324B-A5A2-1F8B-680C-0E0A0BE9071A}"/>
          </ac:graphicFrameMkLst>
        </pc:graphicFrameChg>
      </pc:sldChg>
      <pc:sldChg chg="delSp modSp new mod">
        <pc:chgData name="Peethala Rajiv Roy (PED/Hosur/TVSMotor)" userId="e2d9917c-f3dd-4083-a688-e3a90de602c2" providerId="ADAL" clId="{7AECE3AF-5704-4967-BD45-876FBB82BAF3}" dt="2026-07-21T06:59:59.329" v="746" actId="403"/>
        <pc:sldMkLst>
          <pc:docMk/>
          <pc:sldMk cId="3002273034" sldId="364"/>
        </pc:sldMkLst>
        <pc:spChg chg="mod">
          <ac:chgData name="Peethala Rajiv Roy (PED/Hosur/TVSMotor)" userId="e2d9917c-f3dd-4083-a688-e3a90de602c2" providerId="ADAL" clId="{7AECE3AF-5704-4967-BD45-876FBB82BAF3}" dt="2026-07-21T06:59:59.329" v="746" actId="403"/>
          <ac:spMkLst>
            <pc:docMk/>
            <pc:sldMk cId="3002273034" sldId="364"/>
            <ac:spMk id="5" creationId="{AFE23730-145D-C397-1FC3-CE5DCC7BA0B5}"/>
          </ac:spMkLst>
        </pc:spChg>
      </pc:sldChg>
      <pc:sldChg chg="addSp delSp modSp add mod">
        <pc:chgData name="Peethala Rajiv Roy (PED/Hosur/TVSMotor)" userId="e2d9917c-f3dd-4083-a688-e3a90de602c2" providerId="ADAL" clId="{7AECE3AF-5704-4967-BD45-876FBB82BAF3}" dt="2026-08-15T06:36:53.996" v="5736" actId="207"/>
        <pc:sldMkLst>
          <pc:docMk/>
          <pc:sldMk cId="3102903941" sldId="365"/>
        </pc:sldMkLst>
        <pc:spChg chg="mod">
          <ac:chgData name="Peethala Rajiv Roy (PED/Hosur/TVSMotor)" userId="e2d9917c-f3dd-4083-a688-e3a90de602c2" providerId="ADAL" clId="{7AECE3AF-5704-4967-BD45-876FBB82BAF3}" dt="2026-07-24T11:15:15.167" v="1485" actId="20577"/>
          <ac:spMkLst>
            <pc:docMk/>
            <pc:sldMk cId="3102903941" sldId="365"/>
            <ac:spMk id="2" creationId="{C971D2E4-6E52-FA0B-915D-EAFF1B91DCF1}"/>
          </ac:spMkLst>
        </pc:spChg>
        <pc:spChg chg="add mod">
          <ac:chgData name="Peethala Rajiv Roy (PED/Hosur/TVSMotor)" userId="e2d9917c-f3dd-4083-a688-e3a90de602c2" providerId="ADAL" clId="{7AECE3AF-5704-4967-BD45-876FBB82BAF3}" dt="2026-08-15T06:30:24.794" v="5718" actId="20577"/>
          <ac:spMkLst>
            <pc:docMk/>
            <pc:sldMk cId="3102903941" sldId="365"/>
            <ac:spMk id="5" creationId="{EFC12A5C-1CF6-140F-1CB7-9F53B40EBB02}"/>
          </ac:spMkLst>
        </pc:spChg>
        <pc:spChg chg="add mod">
          <ac:chgData name="Peethala Rajiv Roy (PED/Hosur/TVSMotor)" userId="e2d9917c-f3dd-4083-a688-e3a90de602c2" providerId="ADAL" clId="{7AECE3AF-5704-4967-BD45-876FBB82BAF3}" dt="2026-08-15T06:30:39.748" v="5719"/>
          <ac:spMkLst>
            <pc:docMk/>
            <pc:sldMk cId="3102903941" sldId="365"/>
            <ac:spMk id="7" creationId="{0B2D1BCE-05CD-CAAD-40EB-A6350BB2D4B5}"/>
          </ac:spMkLst>
        </pc:spChg>
        <pc:spChg chg="add mod">
          <ac:chgData name="Peethala Rajiv Roy (PED/Hosur/TVSMotor)" userId="e2d9917c-f3dd-4083-a688-e3a90de602c2" providerId="ADAL" clId="{7AECE3AF-5704-4967-BD45-876FBB82BAF3}" dt="2026-08-15T06:35:34.939" v="5720"/>
          <ac:spMkLst>
            <pc:docMk/>
            <pc:sldMk cId="3102903941" sldId="365"/>
            <ac:spMk id="9" creationId="{22ADEF97-06F2-5ACD-5095-D9127B78EAAB}"/>
          </ac:spMkLst>
        </pc:spChg>
        <pc:spChg chg="add del mod">
          <ac:chgData name="Peethala Rajiv Roy (PED/Hosur/TVSMotor)" userId="e2d9917c-f3dd-4083-a688-e3a90de602c2" providerId="ADAL" clId="{7AECE3AF-5704-4967-BD45-876FBB82BAF3}" dt="2026-08-15T06:36:07.183" v="5721" actId="478"/>
          <ac:spMkLst>
            <pc:docMk/>
            <pc:sldMk cId="3102903941" sldId="365"/>
            <ac:spMk id="11" creationId="{DAB2CED0-BFF0-5471-44D0-09F9721E6A7A}"/>
          </ac:spMkLst>
        </pc:spChg>
        <pc:spChg chg="add del mod">
          <ac:chgData name="Peethala Rajiv Roy (PED/Hosur/TVSMotor)" userId="e2d9917c-f3dd-4083-a688-e3a90de602c2" providerId="ADAL" clId="{7AECE3AF-5704-4967-BD45-876FBB82BAF3}" dt="2026-08-15T06:36:17.415" v="5728" actId="478"/>
          <ac:spMkLst>
            <pc:docMk/>
            <pc:sldMk cId="3102903941" sldId="365"/>
            <ac:spMk id="12" creationId="{B74CF75A-DEA3-C6AE-EE76-092A35156841}"/>
          </ac:spMkLst>
        </pc:spChg>
        <pc:spChg chg="add del mod">
          <ac:chgData name="Peethala Rajiv Roy (PED/Hosur/TVSMotor)" userId="e2d9917c-f3dd-4083-a688-e3a90de602c2" providerId="ADAL" clId="{7AECE3AF-5704-4967-BD45-876FBB82BAF3}" dt="2026-08-15T06:36:16.412" v="5727" actId="478"/>
          <ac:spMkLst>
            <pc:docMk/>
            <pc:sldMk cId="3102903941" sldId="365"/>
            <ac:spMk id="13" creationId="{FA4CF0D9-CF69-8557-A364-255ABA4B5314}"/>
          </ac:spMkLst>
        </pc:spChg>
        <pc:spChg chg="add del mod">
          <ac:chgData name="Peethala Rajiv Roy (PED/Hosur/TVSMotor)" userId="e2d9917c-f3dd-4083-a688-e3a90de602c2" providerId="ADAL" clId="{7AECE3AF-5704-4967-BD45-876FBB82BAF3}" dt="2026-08-15T06:36:15.238" v="5726" actId="478"/>
          <ac:spMkLst>
            <pc:docMk/>
            <pc:sldMk cId="3102903941" sldId="365"/>
            <ac:spMk id="14" creationId="{8D0BAB5E-1066-CC0C-5479-12F96B671DAD}"/>
          </ac:spMkLst>
        </pc:spChg>
        <pc:spChg chg="add del mod">
          <ac:chgData name="Peethala Rajiv Roy (PED/Hosur/TVSMotor)" userId="e2d9917c-f3dd-4083-a688-e3a90de602c2" providerId="ADAL" clId="{7AECE3AF-5704-4967-BD45-876FBB82BAF3}" dt="2026-08-15T06:36:13.833" v="5725" actId="478"/>
          <ac:spMkLst>
            <pc:docMk/>
            <pc:sldMk cId="3102903941" sldId="365"/>
            <ac:spMk id="18" creationId="{76114EF2-46A0-78B4-5C1F-A29947F2CCEA}"/>
          </ac:spMkLst>
        </pc:spChg>
        <pc:spChg chg="add del mod">
          <ac:chgData name="Peethala Rajiv Roy (PED/Hosur/TVSMotor)" userId="e2d9917c-f3dd-4083-a688-e3a90de602c2" providerId="ADAL" clId="{7AECE3AF-5704-4967-BD45-876FBB82BAF3}" dt="2026-08-15T06:36:10.589" v="5724" actId="478"/>
          <ac:spMkLst>
            <pc:docMk/>
            <pc:sldMk cId="3102903941" sldId="365"/>
            <ac:spMk id="19" creationId="{F679A8A5-CFF0-E77B-5C51-1E56939D0D12}"/>
          </ac:spMkLst>
        </pc:spChg>
        <pc:spChg chg="add del mod">
          <ac:chgData name="Peethala Rajiv Roy (PED/Hosur/TVSMotor)" userId="e2d9917c-f3dd-4083-a688-e3a90de602c2" providerId="ADAL" clId="{7AECE3AF-5704-4967-BD45-876FBB82BAF3}" dt="2026-08-15T06:36:09.406" v="5723" actId="478"/>
          <ac:spMkLst>
            <pc:docMk/>
            <pc:sldMk cId="3102903941" sldId="365"/>
            <ac:spMk id="20" creationId="{234697C1-6F54-1921-A761-2BCE5B0C7805}"/>
          </ac:spMkLst>
        </pc:spChg>
        <pc:spChg chg="add del mod">
          <ac:chgData name="Peethala Rajiv Roy (PED/Hosur/TVSMotor)" userId="e2d9917c-f3dd-4083-a688-e3a90de602c2" providerId="ADAL" clId="{7AECE3AF-5704-4967-BD45-876FBB82BAF3}" dt="2026-08-15T06:36:08.557" v="5722" actId="478"/>
          <ac:spMkLst>
            <pc:docMk/>
            <pc:sldMk cId="3102903941" sldId="365"/>
            <ac:spMk id="22" creationId="{0318903C-1912-A3A7-97FB-F51433ABE520}"/>
          </ac:spMkLst>
        </pc:spChg>
        <pc:spChg chg="mod">
          <ac:chgData name="Peethala Rajiv Roy (PED/Hosur/TVSMotor)" userId="e2d9917c-f3dd-4083-a688-e3a90de602c2" providerId="ADAL" clId="{7AECE3AF-5704-4967-BD45-876FBB82BAF3}" dt="2026-07-24T11:49:43.650" v="1999" actId="1035"/>
          <ac:spMkLst>
            <pc:docMk/>
            <pc:sldMk cId="3102903941" sldId="365"/>
            <ac:spMk id="23" creationId="{A6099455-9E1A-7ED3-0AEE-EB1F0C03B0CB}"/>
          </ac:spMkLst>
        </pc:spChg>
        <pc:spChg chg="mod">
          <ac:chgData name="Peethala Rajiv Roy (PED/Hosur/TVSMotor)" userId="e2d9917c-f3dd-4083-a688-e3a90de602c2" providerId="ADAL" clId="{7AECE3AF-5704-4967-BD45-876FBB82BAF3}" dt="2026-07-24T12:33:14.729" v="2221" actId="1036"/>
          <ac:spMkLst>
            <pc:docMk/>
            <pc:sldMk cId="3102903941" sldId="365"/>
            <ac:spMk id="24" creationId="{3C504A32-9020-AE6D-CF75-C7F96C6F6900}"/>
          </ac:spMkLst>
        </pc:spChg>
        <pc:spChg chg="mod">
          <ac:chgData name="Peethala Rajiv Roy (PED/Hosur/TVSMotor)" userId="e2d9917c-f3dd-4083-a688-e3a90de602c2" providerId="ADAL" clId="{7AECE3AF-5704-4967-BD45-876FBB82BAF3}" dt="2026-07-24T12:26:26.336" v="2158" actId="1076"/>
          <ac:spMkLst>
            <pc:docMk/>
            <pc:sldMk cId="3102903941" sldId="365"/>
            <ac:spMk id="25" creationId="{6F6D7DF4-E229-E1B9-4E77-F51624BB96EE}"/>
          </ac:spMkLst>
        </pc:spChg>
        <pc:spChg chg="mod">
          <ac:chgData name="Peethala Rajiv Roy (PED/Hosur/TVSMotor)" userId="e2d9917c-f3dd-4083-a688-e3a90de602c2" providerId="ADAL" clId="{7AECE3AF-5704-4967-BD45-876FBB82BAF3}" dt="2026-07-24T12:26:19.205" v="2156" actId="1076"/>
          <ac:spMkLst>
            <pc:docMk/>
            <pc:sldMk cId="3102903941" sldId="365"/>
            <ac:spMk id="29" creationId="{B5F9D434-469B-6E33-C4BF-E34E9DE80D6B}"/>
          </ac:spMkLst>
        </pc:spChg>
        <pc:spChg chg="mod">
          <ac:chgData name="Peethala Rajiv Roy (PED/Hosur/TVSMotor)" userId="e2d9917c-f3dd-4083-a688-e3a90de602c2" providerId="ADAL" clId="{7AECE3AF-5704-4967-BD45-876FBB82BAF3}" dt="2026-07-24T12:26:34.205" v="2159" actId="1076"/>
          <ac:spMkLst>
            <pc:docMk/>
            <pc:sldMk cId="3102903941" sldId="365"/>
            <ac:spMk id="30" creationId="{4467E1D3-2150-BE2B-4FF0-7D4537AFEE39}"/>
          </ac:spMkLst>
        </pc:spChg>
        <pc:spChg chg="mod">
          <ac:chgData name="Peethala Rajiv Roy (PED/Hosur/TVSMotor)" userId="e2d9917c-f3dd-4083-a688-e3a90de602c2" providerId="ADAL" clId="{7AECE3AF-5704-4967-BD45-876FBB82BAF3}" dt="2026-07-24T12:26:45.165" v="2160" actId="1076"/>
          <ac:spMkLst>
            <pc:docMk/>
            <pc:sldMk cId="3102903941" sldId="365"/>
            <ac:spMk id="31" creationId="{0631A2C2-38DE-042F-87C5-06003E5615F4}"/>
          </ac:spMkLst>
        </pc:spChg>
        <pc:spChg chg="mod">
          <ac:chgData name="Peethala Rajiv Roy (PED/Hosur/TVSMotor)" userId="e2d9917c-f3dd-4083-a688-e3a90de602c2" providerId="ADAL" clId="{7AECE3AF-5704-4967-BD45-876FBB82BAF3}" dt="2026-07-24T12:32:25.367" v="2213" actId="1038"/>
          <ac:spMkLst>
            <pc:docMk/>
            <pc:sldMk cId="3102903941" sldId="365"/>
            <ac:spMk id="49" creationId="{0C1E1020-387B-3F39-8F67-37FB096233EC}"/>
          </ac:spMkLst>
        </pc:spChg>
        <pc:spChg chg="mod">
          <ac:chgData name="Peethala Rajiv Roy (PED/Hosur/TVSMotor)" userId="e2d9917c-f3dd-4083-a688-e3a90de602c2" providerId="ADAL" clId="{7AECE3AF-5704-4967-BD45-876FBB82BAF3}" dt="2026-07-24T12:32:25.367" v="2213" actId="1038"/>
          <ac:spMkLst>
            <pc:docMk/>
            <pc:sldMk cId="3102903941" sldId="365"/>
            <ac:spMk id="51" creationId="{5C33BC53-1C11-F207-B821-121168B11312}"/>
          </ac:spMkLst>
        </pc:spChg>
        <pc:spChg chg="mod">
          <ac:chgData name="Peethala Rajiv Roy (PED/Hosur/TVSMotor)" userId="e2d9917c-f3dd-4083-a688-e3a90de602c2" providerId="ADAL" clId="{7AECE3AF-5704-4967-BD45-876FBB82BAF3}" dt="2026-07-24T12:32:25.367" v="2213" actId="1038"/>
          <ac:spMkLst>
            <pc:docMk/>
            <pc:sldMk cId="3102903941" sldId="365"/>
            <ac:spMk id="53" creationId="{98E88D8C-47DC-1B1B-FBA3-1649431B7230}"/>
          </ac:spMkLst>
        </pc:spChg>
        <pc:spChg chg="mod">
          <ac:chgData name="Peethala Rajiv Roy (PED/Hosur/TVSMotor)" userId="e2d9917c-f3dd-4083-a688-e3a90de602c2" providerId="ADAL" clId="{7AECE3AF-5704-4967-BD45-876FBB82BAF3}" dt="2026-07-24T12:34:10.247" v="2229" actId="1036"/>
          <ac:spMkLst>
            <pc:docMk/>
            <pc:sldMk cId="3102903941" sldId="365"/>
            <ac:spMk id="55" creationId="{ACA09BDD-FE4F-5E54-6CA9-909628421D78}"/>
          </ac:spMkLst>
        </pc:spChg>
        <pc:spChg chg="mod">
          <ac:chgData name="Peethala Rajiv Roy (PED/Hosur/TVSMotor)" userId="e2d9917c-f3dd-4083-a688-e3a90de602c2" providerId="ADAL" clId="{7AECE3AF-5704-4967-BD45-876FBB82BAF3}" dt="2026-07-24T12:29:21.583" v="2171" actId="1076"/>
          <ac:spMkLst>
            <pc:docMk/>
            <pc:sldMk cId="3102903941" sldId="365"/>
            <ac:spMk id="57" creationId="{900D3874-4205-087F-8E00-E0EF168AD2E9}"/>
          </ac:spMkLst>
        </pc:spChg>
        <pc:spChg chg="mod">
          <ac:chgData name="Peethala Rajiv Roy (PED/Hosur/TVSMotor)" userId="e2d9917c-f3dd-4083-a688-e3a90de602c2" providerId="ADAL" clId="{7AECE3AF-5704-4967-BD45-876FBB82BAF3}" dt="2026-07-24T12:29:05.864" v="2170" actId="1076"/>
          <ac:spMkLst>
            <pc:docMk/>
            <pc:sldMk cId="3102903941" sldId="365"/>
            <ac:spMk id="59" creationId="{D3AB47D8-1B22-0808-B7FD-E6E0DB2C5A26}"/>
          </ac:spMkLst>
        </pc:spChg>
        <pc:spChg chg="mod">
          <ac:chgData name="Peethala Rajiv Roy (PED/Hosur/TVSMotor)" userId="e2d9917c-f3dd-4083-a688-e3a90de602c2" providerId="ADAL" clId="{7AECE3AF-5704-4967-BD45-876FBB82BAF3}" dt="2026-08-15T06:28:08.988" v="5624" actId="20577"/>
          <ac:spMkLst>
            <pc:docMk/>
            <pc:sldMk cId="3102903941" sldId="365"/>
            <ac:spMk id="61" creationId="{050D1BA3-74CD-EFFE-E1F5-68F1E3E6BCB4}"/>
          </ac:spMkLst>
        </pc:spChg>
        <pc:spChg chg="mod">
          <ac:chgData name="Peethala Rajiv Roy (PED/Hosur/TVSMotor)" userId="e2d9917c-f3dd-4083-a688-e3a90de602c2" providerId="ADAL" clId="{7AECE3AF-5704-4967-BD45-876FBB82BAF3}" dt="2026-08-15T06:28:26.636" v="5645" actId="20577"/>
          <ac:spMkLst>
            <pc:docMk/>
            <pc:sldMk cId="3102903941" sldId="365"/>
            <ac:spMk id="63" creationId="{D1C92018-461A-C604-2A7E-242D82B4466F}"/>
          </ac:spMkLst>
        </pc:spChg>
        <pc:spChg chg="mod">
          <ac:chgData name="Peethala Rajiv Roy (PED/Hosur/TVSMotor)" userId="e2d9917c-f3dd-4083-a688-e3a90de602c2" providerId="ADAL" clId="{7AECE3AF-5704-4967-BD45-876FBB82BAF3}" dt="2026-08-15T06:28:52.870" v="5666" actId="20577"/>
          <ac:spMkLst>
            <pc:docMk/>
            <pc:sldMk cId="3102903941" sldId="365"/>
            <ac:spMk id="65" creationId="{0C7EE449-E321-E320-CFA1-062B2E1715BF}"/>
          </ac:spMkLst>
        </pc:spChg>
        <pc:spChg chg="mod">
          <ac:chgData name="Peethala Rajiv Roy (PED/Hosur/TVSMotor)" userId="e2d9917c-f3dd-4083-a688-e3a90de602c2" providerId="ADAL" clId="{7AECE3AF-5704-4967-BD45-876FBB82BAF3}" dt="2026-08-15T06:29:45.512" v="5698" actId="20577"/>
          <ac:spMkLst>
            <pc:docMk/>
            <pc:sldMk cId="3102903941" sldId="365"/>
            <ac:spMk id="69" creationId="{F46837D3-F00C-FBB5-5A27-4E4FB1F00B46}"/>
          </ac:spMkLst>
        </pc:spChg>
        <pc:spChg chg="add mod">
          <ac:chgData name="Peethala Rajiv Roy (PED/Hosur/TVSMotor)" userId="e2d9917c-f3dd-4083-a688-e3a90de602c2" providerId="ADAL" clId="{7AECE3AF-5704-4967-BD45-876FBB82BAF3}" dt="2026-08-15T06:36:51.319" v="5735" actId="207"/>
          <ac:spMkLst>
            <pc:docMk/>
            <pc:sldMk cId="3102903941" sldId="365"/>
            <ac:spMk id="75" creationId="{9D9E5AAF-29B4-E1EC-9169-9F4D70DEE617}"/>
          </ac:spMkLst>
        </pc:spChg>
        <pc:spChg chg="add mod">
          <ac:chgData name="Peethala Rajiv Roy (PED/Hosur/TVSMotor)" userId="e2d9917c-f3dd-4083-a688-e3a90de602c2" providerId="ADAL" clId="{7AECE3AF-5704-4967-BD45-876FBB82BAF3}" dt="2026-07-24T12:26:55.482" v="2161" actId="1076"/>
          <ac:spMkLst>
            <pc:docMk/>
            <pc:sldMk cId="3102903941" sldId="365"/>
            <ac:spMk id="77" creationId="{636865DE-7AF1-C244-CCE8-6F84829586F4}"/>
          </ac:spMkLst>
        </pc:spChg>
        <pc:spChg chg="mod">
          <ac:chgData name="Peethala Rajiv Roy (PED/Hosur/TVSMotor)" userId="e2d9917c-f3dd-4083-a688-e3a90de602c2" providerId="ADAL" clId="{7AECE3AF-5704-4967-BD45-876FBB82BAF3}" dt="2026-08-15T06:30:00.781" v="5699"/>
          <ac:spMkLst>
            <pc:docMk/>
            <pc:sldMk cId="3102903941" sldId="365"/>
            <ac:spMk id="79" creationId="{EAC7AE2C-E109-4C22-4CE2-40B1EA019AE3}"/>
          </ac:spMkLst>
        </pc:spChg>
        <pc:spChg chg="mod">
          <ac:chgData name="Peethala Rajiv Roy (PED/Hosur/TVSMotor)" userId="e2d9917c-f3dd-4083-a688-e3a90de602c2" providerId="ADAL" clId="{7AECE3AF-5704-4967-BD45-876FBB82BAF3}" dt="2026-08-15T06:30:12.379" v="5700"/>
          <ac:spMkLst>
            <pc:docMk/>
            <pc:sldMk cId="3102903941" sldId="365"/>
            <ac:spMk id="80" creationId="{2D0353A3-11CE-F8C6-93D8-6AE657F8D769}"/>
          </ac:spMkLst>
        </pc:spChg>
        <pc:spChg chg="add mod">
          <ac:chgData name="Peethala Rajiv Roy (PED/Hosur/TVSMotor)" userId="e2d9917c-f3dd-4083-a688-e3a90de602c2" providerId="ADAL" clId="{7AECE3AF-5704-4967-BD45-876FBB82BAF3}" dt="2026-08-15T06:36:53.996" v="5736" actId="207"/>
          <ac:spMkLst>
            <pc:docMk/>
            <pc:sldMk cId="3102903941" sldId="365"/>
            <ac:spMk id="83" creationId="{114D9001-DF5B-D01A-8B99-A6BE865718AA}"/>
          </ac:spMkLst>
        </pc:spChg>
        <pc:spChg chg="mod">
          <ac:chgData name="Peethala Rajiv Roy (PED/Hosur/TVSMotor)" userId="e2d9917c-f3dd-4083-a688-e3a90de602c2" providerId="ADAL" clId="{7AECE3AF-5704-4967-BD45-876FBB82BAF3}" dt="2026-08-15T06:29:06.479" v="5675" actId="20577"/>
          <ac:spMkLst>
            <pc:docMk/>
            <pc:sldMk cId="3102903941" sldId="365"/>
            <ac:spMk id="99" creationId="{6BEDCAF1-F824-6A7A-C626-53C90075CD23}"/>
          </ac:spMkLst>
        </pc:spChg>
        <pc:spChg chg="mod">
          <ac:chgData name="Peethala Rajiv Roy (PED/Hosur/TVSMotor)" userId="e2d9917c-f3dd-4083-a688-e3a90de602c2" providerId="ADAL" clId="{7AECE3AF-5704-4967-BD45-876FBB82BAF3}" dt="2026-08-15T06:29:12.198" v="5683" actId="20577"/>
          <ac:spMkLst>
            <pc:docMk/>
            <pc:sldMk cId="3102903941" sldId="365"/>
            <ac:spMk id="101" creationId="{F7C4CE41-8171-3B09-DF82-2B09B81A3A1B}"/>
          </ac:spMkLst>
        </pc:spChg>
        <pc:spChg chg="mod">
          <ac:chgData name="Peethala Rajiv Roy (PED/Hosur/TVSMotor)" userId="e2d9917c-f3dd-4083-a688-e3a90de602c2" providerId="ADAL" clId="{7AECE3AF-5704-4967-BD45-876FBB82BAF3}" dt="2026-08-15T06:29:35.182" v="5693" actId="20577"/>
          <ac:spMkLst>
            <pc:docMk/>
            <pc:sldMk cId="3102903941" sldId="365"/>
            <ac:spMk id="103" creationId="{C70E3633-E8A3-66F9-2E56-7B6BA472188C}"/>
          </ac:spMkLst>
        </pc:spChg>
        <pc:spChg chg="mod">
          <ac:chgData name="Peethala Rajiv Roy (PED/Hosur/TVSMotor)" userId="e2d9917c-f3dd-4083-a688-e3a90de602c2" providerId="ADAL" clId="{7AECE3AF-5704-4967-BD45-876FBB82BAF3}" dt="2026-08-15T06:29:29.381" v="5684"/>
          <ac:spMkLst>
            <pc:docMk/>
            <pc:sldMk cId="3102903941" sldId="365"/>
            <ac:spMk id="105" creationId="{55FC7653-D0AB-B5CE-22C8-E9DA0211DEFA}"/>
          </ac:spMkLst>
        </pc:spChg>
        <pc:spChg chg="mod">
          <ac:chgData name="Peethala Rajiv Roy (PED/Hosur/TVSMotor)" userId="e2d9917c-f3dd-4083-a688-e3a90de602c2" providerId="ADAL" clId="{7AECE3AF-5704-4967-BD45-876FBB82BAF3}" dt="2026-07-24T12:38:04.164" v="2281" actId="20577"/>
          <ac:spMkLst>
            <pc:docMk/>
            <pc:sldMk cId="3102903941" sldId="365"/>
            <ac:spMk id="120" creationId="{A7EC555B-9FC6-F19F-E064-FC91EA29D8D1}"/>
          </ac:spMkLst>
        </pc:spChg>
        <pc:cxnChg chg="add mod">
          <ac:chgData name="Peethala Rajiv Roy (PED/Hosur/TVSMotor)" userId="e2d9917c-f3dd-4083-a688-e3a90de602c2" providerId="ADAL" clId="{7AECE3AF-5704-4967-BD45-876FBB82BAF3}" dt="2026-07-24T12:32:40.474" v="2216" actId="1036"/>
          <ac:cxnSpMkLst>
            <pc:docMk/>
            <pc:sldMk cId="3102903941" sldId="365"/>
            <ac:cxnSpMk id="93" creationId="{8195D73D-3E61-975D-2A75-945A87A8B088}"/>
          </ac:cxnSpMkLst>
        </pc:cxnChg>
        <pc:cxnChg chg="add">
          <ac:chgData name="Peethala Rajiv Roy (PED/Hosur/TVSMotor)" userId="e2d9917c-f3dd-4083-a688-e3a90de602c2" providerId="ADAL" clId="{7AECE3AF-5704-4967-BD45-876FBB82BAF3}" dt="2026-07-24T12:32:49.817" v="2217" actId="11529"/>
          <ac:cxnSpMkLst>
            <pc:docMk/>
            <pc:sldMk cId="3102903941" sldId="365"/>
            <ac:cxnSpMk id="95" creationId="{8D5C1F04-9E3B-D04D-C82F-C467813CB94E}"/>
          </ac:cxnSpMkLst>
        </pc:cxnChg>
        <pc:cxnChg chg="add mod">
          <ac:chgData name="Peethala Rajiv Roy (PED/Hosur/TVSMotor)" userId="e2d9917c-f3dd-4083-a688-e3a90de602c2" providerId="ADAL" clId="{7AECE3AF-5704-4967-BD45-876FBB82BAF3}" dt="2026-07-24T12:33:14.729" v="2221" actId="1036"/>
          <ac:cxnSpMkLst>
            <pc:docMk/>
            <pc:sldMk cId="3102903941" sldId="365"/>
            <ac:cxnSpMk id="97" creationId="{F34429B3-045C-7EE0-23FE-AEF001ACD144}"/>
          </ac:cxnSpMkLst>
        </pc:cxnChg>
        <pc:cxnChg chg="add mod">
          <ac:chgData name="Peethala Rajiv Roy (PED/Hosur/TVSMotor)" userId="e2d9917c-f3dd-4083-a688-e3a90de602c2" providerId="ADAL" clId="{7AECE3AF-5704-4967-BD45-876FBB82BAF3}" dt="2026-07-24T12:33:14.729" v="2221" actId="1036"/>
          <ac:cxnSpMkLst>
            <pc:docMk/>
            <pc:sldMk cId="3102903941" sldId="365"/>
            <ac:cxnSpMk id="107" creationId="{820BF2EE-4640-127E-D129-10BE09C00BDF}"/>
          </ac:cxnSpMkLst>
        </pc:cxnChg>
        <pc:cxnChg chg="add">
          <ac:chgData name="Peethala Rajiv Roy (PED/Hosur/TVSMotor)" userId="e2d9917c-f3dd-4083-a688-e3a90de602c2" providerId="ADAL" clId="{7AECE3AF-5704-4967-BD45-876FBB82BAF3}" dt="2026-07-24T12:33:03.998" v="2220" actId="11529"/>
          <ac:cxnSpMkLst>
            <pc:docMk/>
            <pc:sldMk cId="3102903941" sldId="365"/>
            <ac:cxnSpMk id="112" creationId="{B5254996-1E31-9187-7E65-9AD699D4E799}"/>
          </ac:cxnSpMkLst>
        </pc:cxnChg>
        <pc:cxnChg chg="add mod">
          <ac:chgData name="Peethala Rajiv Roy (PED/Hosur/TVSMotor)" userId="e2d9917c-f3dd-4083-a688-e3a90de602c2" providerId="ADAL" clId="{7AECE3AF-5704-4967-BD45-876FBB82BAF3}" dt="2026-07-24T12:37:22.461" v="2258" actId="13822"/>
          <ac:cxnSpMkLst>
            <pc:docMk/>
            <pc:sldMk cId="3102903941" sldId="365"/>
            <ac:cxnSpMk id="114" creationId="{1CA179F4-798B-315E-6DF5-9FEC0B6C8396}"/>
          </ac:cxnSpMkLst>
        </pc:cxnChg>
        <pc:cxnChg chg="add">
          <ac:chgData name="Peethala Rajiv Roy (PED/Hosur/TVSMotor)" userId="e2d9917c-f3dd-4083-a688-e3a90de602c2" providerId="ADAL" clId="{7AECE3AF-5704-4967-BD45-876FBB82BAF3}" dt="2026-07-24T12:33:32.679" v="2223" actId="11529"/>
          <ac:cxnSpMkLst>
            <pc:docMk/>
            <pc:sldMk cId="3102903941" sldId="365"/>
            <ac:cxnSpMk id="117" creationId="{056476EB-B222-B267-FF67-91E7CB9EF93B}"/>
          </ac:cxnSpMkLst>
        </pc:cxnChg>
        <pc:cxnChg chg="add">
          <ac:chgData name="Peethala Rajiv Roy (PED/Hosur/TVSMotor)" userId="e2d9917c-f3dd-4083-a688-e3a90de602c2" providerId="ADAL" clId="{7AECE3AF-5704-4967-BD45-876FBB82BAF3}" dt="2026-07-24T12:33:37.351" v="2224" actId="11529"/>
          <ac:cxnSpMkLst>
            <pc:docMk/>
            <pc:sldMk cId="3102903941" sldId="365"/>
            <ac:cxnSpMk id="119" creationId="{E997D983-58D0-3E6B-0E4B-A78C51FF04A2}"/>
          </ac:cxnSpMkLst>
        </pc:cxnChg>
        <pc:cxnChg chg="add">
          <ac:chgData name="Peethala Rajiv Roy (PED/Hosur/TVSMotor)" userId="e2d9917c-f3dd-4083-a688-e3a90de602c2" providerId="ADAL" clId="{7AECE3AF-5704-4967-BD45-876FBB82BAF3}" dt="2026-07-24T12:33:41.251" v="2225" actId="11529"/>
          <ac:cxnSpMkLst>
            <pc:docMk/>
            <pc:sldMk cId="3102903941" sldId="365"/>
            <ac:cxnSpMk id="122" creationId="{66066A97-6200-98DA-F3A3-407E79B56E63}"/>
          </ac:cxnSpMkLst>
        </pc:cxnChg>
        <pc:cxnChg chg="add">
          <ac:chgData name="Peethala Rajiv Roy (PED/Hosur/TVSMotor)" userId="e2d9917c-f3dd-4083-a688-e3a90de602c2" providerId="ADAL" clId="{7AECE3AF-5704-4967-BD45-876FBB82BAF3}" dt="2026-07-24T12:33:45.806" v="2226" actId="11529"/>
          <ac:cxnSpMkLst>
            <pc:docMk/>
            <pc:sldMk cId="3102903941" sldId="365"/>
            <ac:cxnSpMk id="124" creationId="{433317AF-A0E8-12AF-5A92-BCC5BC5EA1BF}"/>
          </ac:cxnSpMkLst>
        </pc:cxnChg>
        <pc:cxnChg chg="add mod">
          <ac:chgData name="Peethala Rajiv Roy (PED/Hosur/TVSMotor)" userId="e2d9917c-f3dd-4083-a688-e3a90de602c2" providerId="ADAL" clId="{7AECE3AF-5704-4967-BD45-876FBB82BAF3}" dt="2026-07-24T12:34:10.247" v="2229" actId="1036"/>
          <ac:cxnSpMkLst>
            <pc:docMk/>
            <pc:sldMk cId="3102903941" sldId="365"/>
            <ac:cxnSpMk id="126" creationId="{97F471DE-CE0A-EABF-F1CC-5ABC2EC9A199}"/>
          </ac:cxnSpMkLst>
        </pc:cxnChg>
        <pc:cxnChg chg="add mod">
          <ac:chgData name="Peethala Rajiv Roy (PED/Hosur/TVSMotor)" userId="e2d9917c-f3dd-4083-a688-e3a90de602c2" providerId="ADAL" clId="{7AECE3AF-5704-4967-BD45-876FBB82BAF3}" dt="2026-07-24T12:37:25.513" v="2259" actId="13822"/>
          <ac:cxnSpMkLst>
            <pc:docMk/>
            <pc:sldMk cId="3102903941" sldId="365"/>
            <ac:cxnSpMk id="128" creationId="{F34AB6E2-6204-CBAE-1C23-5630F00CC053}"/>
          </ac:cxnSpMkLst>
        </pc:cxnChg>
        <pc:cxnChg chg="add">
          <ac:chgData name="Peethala Rajiv Roy (PED/Hosur/TVSMotor)" userId="e2d9917c-f3dd-4083-a688-e3a90de602c2" providerId="ADAL" clId="{7AECE3AF-5704-4967-BD45-876FBB82BAF3}" dt="2026-07-24T12:34:25.135" v="2231" actId="11529"/>
          <ac:cxnSpMkLst>
            <pc:docMk/>
            <pc:sldMk cId="3102903941" sldId="365"/>
            <ac:cxnSpMk id="130" creationId="{6EE8794F-910B-2A8E-634B-43CB111FDE79}"/>
          </ac:cxnSpMkLst>
        </pc:cxnChg>
        <pc:cxnChg chg="add">
          <ac:chgData name="Peethala Rajiv Roy (PED/Hosur/TVSMotor)" userId="e2d9917c-f3dd-4083-a688-e3a90de602c2" providerId="ADAL" clId="{7AECE3AF-5704-4967-BD45-876FBB82BAF3}" dt="2026-07-24T12:34:28.808" v="2232" actId="11529"/>
          <ac:cxnSpMkLst>
            <pc:docMk/>
            <pc:sldMk cId="3102903941" sldId="365"/>
            <ac:cxnSpMk id="132" creationId="{528E298B-050F-D356-A201-F3878E5A062C}"/>
          </ac:cxnSpMkLst>
        </pc:cxnChg>
        <pc:cxnChg chg="add">
          <ac:chgData name="Peethala Rajiv Roy (PED/Hosur/TVSMotor)" userId="e2d9917c-f3dd-4083-a688-e3a90de602c2" providerId="ADAL" clId="{7AECE3AF-5704-4967-BD45-876FBB82BAF3}" dt="2026-07-24T12:34:32.139" v="2233" actId="11529"/>
          <ac:cxnSpMkLst>
            <pc:docMk/>
            <pc:sldMk cId="3102903941" sldId="365"/>
            <ac:cxnSpMk id="134" creationId="{9A672E79-05F0-DC4A-C2C2-F27870723694}"/>
          </ac:cxnSpMkLst>
        </pc:cxnChg>
        <pc:cxnChg chg="add">
          <ac:chgData name="Peethala Rajiv Roy (PED/Hosur/TVSMotor)" userId="e2d9917c-f3dd-4083-a688-e3a90de602c2" providerId="ADAL" clId="{7AECE3AF-5704-4967-BD45-876FBB82BAF3}" dt="2026-07-24T12:34:35.994" v="2234" actId="11529"/>
          <ac:cxnSpMkLst>
            <pc:docMk/>
            <pc:sldMk cId="3102903941" sldId="365"/>
            <ac:cxnSpMk id="136" creationId="{0C53567B-6A56-A247-0A46-261E188CE76C}"/>
          </ac:cxnSpMkLst>
        </pc:cxnChg>
        <pc:cxnChg chg="add">
          <ac:chgData name="Peethala Rajiv Roy (PED/Hosur/TVSMotor)" userId="e2d9917c-f3dd-4083-a688-e3a90de602c2" providerId="ADAL" clId="{7AECE3AF-5704-4967-BD45-876FBB82BAF3}" dt="2026-07-24T12:34:39.916" v="2235" actId="11529"/>
          <ac:cxnSpMkLst>
            <pc:docMk/>
            <pc:sldMk cId="3102903941" sldId="365"/>
            <ac:cxnSpMk id="138" creationId="{B81C4B07-B453-C4D9-F79B-895053B68342}"/>
          </ac:cxnSpMkLst>
        </pc:cxnChg>
        <pc:cxnChg chg="add mod">
          <ac:chgData name="Peethala Rajiv Roy (PED/Hosur/TVSMotor)" userId="e2d9917c-f3dd-4083-a688-e3a90de602c2" providerId="ADAL" clId="{7AECE3AF-5704-4967-BD45-876FBB82BAF3}" dt="2026-07-24T12:37:30.956" v="2261" actId="13822"/>
          <ac:cxnSpMkLst>
            <pc:docMk/>
            <pc:sldMk cId="3102903941" sldId="365"/>
            <ac:cxnSpMk id="140" creationId="{F9D328E7-E692-274B-DF7A-8D2AC85AD31D}"/>
          </ac:cxnSpMkLst>
        </pc:cxnChg>
        <pc:cxnChg chg="add">
          <ac:chgData name="Peethala Rajiv Roy (PED/Hosur/TVSMotor)" userId="e2d9917c-f3dd-4083-a688-e3a90de602c2" providerId="ADAL" clId="{7AECE3AF-5704-4967-BD45-876FBB82BAF3}" dt="2026-07-24T12:35:01.043" v="2237" actId="11529"/>
          <ac:cxnSpMkLst>
            <pc:docMk/>
            <pc:sldMk cId="3102903941" sldId="365"/>
            <ac:cxnSpMk id="142" creationId="{5A84DC4D-BB6F-50B4-9628-4E810F9BA18F}"/>
          </ac:cxnSpMkLst>
        </pc:cxnChg>
        <pc:cxnChg chg="add">
          <ac:chgData name="Peethala Rajiv Roy (PED/Hosur/TVSMotor)" userId="e2d9917c-f3dd-4083-a688-e3a90de602c2" providerId="ADAL" clId="{7AECE3AF-5704-4967-BD45-876FBB82BAF3}" dt="2026-07-24T12:35:05.140" v="2238" actId="11529"/>
          <ac:cxnSpMkLst>
            <pc:docMk/>
            <pc:sldMk cId="3102903941" sldId="365"/>
            <ac:cxnSpMk id="144" creationId="{D3AB0DF7-A7A2-0485-56D7-E8222EFAB6FA}"/>
          </ac:cxnSpMkLst>
        </pc:cxnChg>
        <pc:cxnChg chg="add mod">
          <ac:chgData name="Peethala Rajiv Roy (PED/Hosur/TVSMotor)" userId="e2d9917c-f3dd-4083-a688-e3a90de602c2" providerId="ADAL" clId="{7AECE3AF-5704-4967-BD45-876FBB82BAF3}" dt="2026-07-24T12:35:27.102" v="2242" actId="1036"/>
          <ac:cxnSpMkLst>
            <pc:docMk/>
            <pc:sldMk cId="3102903941" sldId="365"/>
            <ac:cxnSpMk id="146" creationId="{900BBAD5-2EC5-FE30-1644-875DBC27BA46}"/>
          </ac:cxnSpMkLst>
        </pc:cxnChg>
        <pc:cxnChg chg="add mod">
          <ac:chgData name="Peethala Rajiv Roy (PED/Hosur/TVSMotor)" userId="e2d9917c-f3dd-4083-a688-e3a90de602c2" providerId="ADAL" clId="{7AECE3AF-5704-4967-BD45-876FBB82BAF3}" dt="2026-07-24T12:35:27.102" v="2242" actId="1036"/>
          <ac:cxnSpMkLst>
            <pc:docMk/>
            <pc:sldMk cId="3102903941" sldId="365"/>
            <ac:cxnSpMk id="148" creationId="{32122349-EA16-4B6D-256F-E0E411ACF3BB}"/>
          </ac:cxnSpMkLst>
        </pc:cxnChg>
        <pc:cxnChg chg="add mod">
          <ac:chgData name="Peethala Rajiv Roy (PED/Hosur/TVSMotor)" userId="e2d9917c-f3dd-4083-a688-e3a90de602c2" providerId="ADAL" clId="{7AECE3AF-5704-4967-BD45-876FBB82BAF3}" dt="2026-07-24T12:35:31.459" v="2243" actId="1036"/>
          <ac:cxnSpMkLst>
            <pc:docMk/>
            <pc:sldMk cId="3102903941" sldId="365"/>
            <ac:cxnSpMk id="150" creationId="{3F830A3B-D66E-33C3-CCA7-0EF7594FA689}"/>
          </ac:cxnSpMkLst>
        </pc:cxnChg>
        <pc:cxnChg chg="add mod">
          <ac:chgData name="Peethala Rajiv Roy (PED/Hosur/TVSMotor)" userId="e2d9917c-f3dd-4083-a688-e3a90de602c2" providerId="ADAL" clId="{7AECE3AF-5704-4967-BD45-876FBB82BAF3}" dt="2026-07-24T12:37:27.723" v="2260" actId="13822"/>
          <ac:cxnSpMkLst>
            <pc:docMk/>
            <pc:sldMk cId="3102903941" sldId="365"/>
            <ac:cxnSpMk id="152" creationId="{3263ED0A-0127-8724-375E-AF7EC13AF5FE}"/>
          </ac:cxnSpMkLst>
        </pc:cxnChg>
        <pc:cxnChg chg="add">
          <ac:chgData name="Peethala Rajiv Roy (PED/Hosur/TVSMotor)" userId="e2d9917c-f3dd-4083-a688-e3a90de602c2" providerId="ADAL" clId="{7AECE3AF-5704-4967-BD45-876FBB82BAF3}" dt="2026-07-24T12:35:50.186" v="2245" actId="11529"/>
          <ac:cxnSpMkLst>
            <pc:docMk/>
            <pc:sldMk cId="3102903941" sldId="365"/>
            <ac:cxnSpMk id="154" creationId="{0FFCEA5D-4B3F-ECFC-10F7-B72E7DB902CA}"/>
          </ac:cxnSpMkLst>
        </pc:cxnChg>
        <pc:cxnChg chg="add mod">
          <ac:chgData name="Peethala Rajiv Roy (PED/Hosur/TVSMotor)" userId="e2d9917c-f3dd-4083-a688-e3a90de602c2" providerId="ADAL" clId="{7AECE3AF-5704-4967-BD45-876FBB82BAF3}" dt="2026-07-24T12:36:24.211" v="2250" actId="1035"/>
          <ac:cxnSpMkLst>
            <pc:docMk/>
            <pc:sldMk cId="3102903941" sldId="365"/>
            <ac:cxnSpMk id="156" creationId="{81E1CBE9-BCD8-19CB-19B1-E89A5DD2AA64}"/>
          </ac:cxnSpMkLst>
        </pc:cxnChg>
        <pc:cxnChg chg="add mod">
          <ac:chgData name="Peethala Rajiv Roy (PED/Hosur/TVSMotor)" userId="e2d9917c-f3dd-4083-a688-e3a90de602c2" providerId="ADAL" clId="{7AECE3AF-5704-4967-BD45-876FBB82BAF3}" dt="2026-08-15T06:36:07.183" v="5721" actId="478"/>
          <ac:cxnSpMkLst>
            <pc:docMk/>
            <pc:sldMk cId="3102903941" sldId="365"/>
            <ac:cxnSpMk id="158" creationId="{62CC4F91-92F1-3F99-4D6A-4E3343D00DCE}"/>
          </ac:cxnSpMkLst>
        </pc:cxnChg>
        <pc:cxnChg chg="add del mod">
          <ac:chgData name="Peethala Rajiv Roy (PED/Hosur/TVSMotor)" userId="e2d9917c-f3dd-4083-a688-e3a90de602c2" providerId="ADAL" clId="{7AECE3AF-5704-4967-BD45-876FBB82BAF3}" dt="2026-08-15T06:36:24.472" v="5732" actId="478"/>
          <ac:cxnSpMkLst>
            <pc:docMk/>
            <pc:sldMk cId="3102903941" sldId="365"/>
            <ac:cxnSpMk id="160" creationId="{29DA7ED7-75D2-AE63-2D03-680E906D9271}"/>
          </ac:cxnSpMkLst>
        </pc:cxnChg>
        <pc:cxnChg chg="add del mod">
          <ac:chgData name="Peethala Rajiv Roy (PED/Hosur/TVSMotor)" userId="e2d9917c-f3dd-4083-a688-e3a90de602c2" providerId="ADAL" clId="{7AECE3AF-5704-4967-BD45-876FBB82BAF3}" dt="2026-08-15T06:36:22.992" v="5731" actId="478"/>
          <ac:cxnSpMkLst>
            <pc:docMk/>
            <pc:sldMk cId="3102903941" sldId="365"/>
            <ac:cxnSpMk id="162" creationId="{826024CE-3DF2-6F59-727A-56C060369259}"/>
          </ac:cxnSpMkLst>
        </pc:cxnChg>
        <pc:cxnChg chg="add del mod">
          <ac:chgData name="Peethala Rajiv Roy (PED/Hosur/TVSMotor)" userId="e2d9917c-f3dd-4083-a688-e3a90de602c2" providerId="ADAL" clId="{7AECE3AF-5704-4967-BD45-876FBB82BAF3}" dt="2026-08-15T06:36:22.087" v="5730" actId="478"/>
          <ac:cxnSpMkLst>
            <pc:docMk/>
            <pc:sldMk cId="3102903941" sldId="365"/>
            <ac:cxnSpMk id="164" creationId="{B32C5469-9DFD-F499-524E-48F574258FD0}"/>
          </ac:cxnSpMkLst>
        </pc:cxnChg>
        <pc:cxnChg chg="add del mod">
          <ac:chgData name="Peethala Rajiv Roy (PED/Hosur/TVSMotor)" userId="e2d9917c-f3dd-4083-a688-e3a90de602c2" providerId="ADAL" clId="{7AECE3AF-5704-4967-BD45-876FBB82BAF3}" dt="2026-08-15T06:36:20.797" v="5729" actId="478"/>
          <ac:cxnSpMkLst>
            <pc:docMk/>
            <pc:sldMk cId="3102903941" sldId="365"/>
            <ac:cxnSpMk id="166" creationId="{7EC27528-FF7C-1B7F-C5D9-570950209BEE}"/>
          </ac:cxnSpMkLst>
        </pc:cxnChg>
        <pc:cxnChg chg="add del mod">
          <ac:chgData name="Peethala Rajiv Roy (PED/Hosur/TVSMotor)" userId="e2d9917c-f3dd-4083-a688-e3a90de602c2" providerId="ADAL" clId="{7AECE3AF-5704-4967-BD45-876FBB82BAF3}" dt="2026-08-15T06:36:20.797" v="5729" actId="478"/>
          <ac:cxnSpMkLst>
            <pc:docMk/>
            <pc:sldMk cId="3102903941" sldId="365"/>
            <ac:cxnSpMk id="168" creationId="{08B7AE76-041F-83E3-AA08-8869C5E48C97}"/>
          </ac:cxnSpMkLst>
        </pc:cxnChg>
        <pc:cxnChg chg="add del mod">
          <ac:chgData name="Peethala Rajiv Roy (PED/Hosur/TVSMotor)" userId="e2d9917c-f3dd-4083-a688-e3a90de602c2" providerId="ADAL" clId="{7AECE3AF-5704-4967-BD45-876FBB82BAF3}" dt="2026-08-15T06:36:20.797" v="5729" actId="478"/>
          <ac:cxnSpMkLst>
            <pc:docMk/>
            <pc:sldMk cId="3102903941" sldId="365"/>
            <ac:cxnSpMk id="170" creationId="{6C48BE40-6A4E-6A68-1868-572B518C1316}"/>
          </ac:cxnSpMkLst>
        </pc:cxnChg>
        <pc:cxnChg chg="add del mod">
          <ac:chgData name="Peethala Rajiv Roy (PED/Hosur/TVSMotor)" userId="e2d9917c-f3dd-4083-a688-e3a90de602c2" providerId="ADAL" clId="{7AECE3AF-5704-4967-BD45-876FBB82BAF3}" dt="2026-08-15T06:36:20.797" v="5729" actId="478"/>
          <ac:cxnSpMkLst>
            <pc:docMk/>
            <pc:sldMk cId="3102903941" sldId="365"/>
            <ac:cxnSpMk id="172" creationId="{7204DD14-FFAC-6E8A-006C-8459C99CEA2F}"/>
          </ac:cxnSpMkLst>
        </pc:cxnChg>
        <pc:cxnChg chg="add del mod">
          <ac:chgData name="Peethala Rajiv Roy (PED/Hosur/TVSMotor)" userId="e2d9917c-f3dd-4083-a688-e3a90de602c2" providerId="ADAL" clId="{7AECE3AF-5704-4967-BD45-876FBB82BAF3}" dt="2026-08-15T06:36:25.771" v="5733" actId="478"/>
          <ac:cxnSpMkLst>
            <pc:docMk/>
            <pc:sldMk cId="3102903941" sldId="365"/>
            <ac:cxnSpMk id="174" creationId="{6A02A5C6-BF82-B58A-0960-A7F1937584A7}"/>
          </ac:cxnSpMkLst>
        </pc:cxnChg>
      </pc:sldChg>
      <pc:sldChg chg="addSp delSp modSp add mod">
        <pc:chgData name="Peethala Rajiv Roy (PED/Hosur/TVSMotor)" userId="e2d9917c-f3dd-4083-a688-e3a90de602c2" providerId="ADAL" clId="{7AECE3AF-5704-4967-BD45-876FBB82BAF3}" dt="2026-08-15T05:30:30.555" v="5175" actId="1035"/>
        <pc:sldMkLst>
          <pc:docMk/>
          <pc:sldMk cId="2493549634" sldId="366"/>
        </pc:sldMkLst>
        <pc:spChg chg="mod">
          <ac:chgData name="Peethala Rajiv Roy (PED/Hosur/TVSMotor)" userId="e2d9917c-f3dd-4083-a688-e3a90de602c2" providerId="ADAL" clId="{7AECE3AF-5704-4967-BD45-876FBB82BAF3}" dt="2026-07-22T09:38:55.317" v="1309" actId="20577"/>
          <ac:spMkLst>
            <pc:docMk/>
            <pc:sldMk cId="2493549634" sldId="366"/>
            <ac:spMk id="2" creationId="{0437475E-B4C6-A6FE-2679-1346174F0235}"/>
          </ac:spMkLst>
        </pc:spChg>
        <pc:spChg chg="add mod">
          <ac:chgData name="Peethala Rajiv Roy (PED/Hosur/TVSMotor)" userId="e2d9917c-f3dd-4083-a688-e3a90de602c2" providerId="ADAL" clId="{7AECE3AF-5704-4967-BD45-876FBB82BAF3}" dt="2026-08-15T05:25:49.785" v="5030" actId="1035"/>
          <ac:spMkLst>
            <pc:docMk/>
            <pc:sldMk cId="2493549634" sldId="366"/>
            <ac:spMk id="3" creationId="{69C727FF-E9CF-A7C8-A37B-E122FDD00AE5}"/>
          </ac:spMkLst>
        </pc:spChg>
        <pc:spChg chg="add mod">
          <ac:chgData name="Peethala Rajiv Roy (PED/Hosur/TVSMotor)" userId="e2d9917c-f3dd-4083-a688-e3a90de602c2" providerId="ADAL" clId="{7AECE3AF-5704-4967-BD45-876FBB82BAF3}" dt="2026-08-15T05:25:49.785" v="5030" actId="1035"/>
          <ac:spMkLst>
            <pc:docMk/>
            <pc:sldMk cId="2493549634" sldId="366"/>
            <ac:spMk id="5" creationId="{0A318695-96C5-B359-E6CA-AE3CD4AF0B0E}"/>
          </ac:spMkLst>
        </pc:spChg>
        <pc:spChg chg="add mod">
          <ac:chgData name="Peethala Rajiv Roy (PED/Hosur/TVSMotor)" userId="e2d9917c-f3dd-4083-a688-e3a90de602c2" providerId="ADAL" clId="{7AECE3AF-5704-4967-BD45-876FBB82BAF3}" dt="2026-08-15T05:25:49.785" v="5030" actId="1035"/>
          <ac:spMkLst>
            <pc:docMk/>
            <pc:sldMk cId="2493549634" sldId="366"/>
            <ac:spMk id="6" creationId="{4F008D24-1555-2BD8-ABCD-C4E340CDA6A7}"/>
          </ac:spMkLst>
        </pc:spChg>
        <pc:spChg chg="add mod">
          <ac:chgData name="Peethala Rajiv Roy (PED/Hosur/TVSMotor)" userId="e2d9917c-f3dd-4083-a688-e3a90de602c2" providerId="ADAL" clId="{7AECE3AF-5704-4967-BD45-876FBB82BAF3}" dt="2026-08-15T05:25:49.785" v="5030" actId="1035"/>
          <ac:spMkLst>
            <pc:docMk/>
            <pc:sldMk cId="2493549634" sldId="366"/>
            <ac:spMk id="7" creationId="{EEAD1D9C-1260-9EED-611A-52F1E24CCDB8}"/>
          </ac:spMkLst>
        </pc:spChg>
        <pc:spChg chg="add mod">
          <ac:chgData name="Peethala Rajiv Roy (PED/Hosur/TVSMotor)" userId="e2d9917c-f3dd-4083-a688-e3a90de602c2" providerId="ADAL" clId="{7AECE3AF-5704-4967-BD45-876FBB82BAF3}" dt="2026-08-15T05:25:49.785" v="5030" actId="1035"/>
          <ac:spMkLst>
            <pc:docMk/>
            <pc:sldMk cId="2493549634" sldId="366"/>
            <ac:spMk id="8" creationId="{B9C287ED-E51B-8D47-0A6C-9EE87BF1A1DF}"/>
          </ac:spMkLst>
        </pc:spChg>
        <pc:spChg chg="add mod">
          <ac:chgData name="Peethala Rajiv Roy (PED/Hosur/TVSMotor)" userId="e2d9917c-f3dd-4083-a688-e3a90de602c2" providerId="ADAL" clId="{7AECE3AF-5704-4967-BD45-876FBB82BAF3}" dt="2026-08-15T05:28:53.254" v="5153" actId="1076"/>
          <ac:spMkLst>
            <pc:docMk/>
            <pc:sldMk cId="2493549634" sldId="366"/>
            <ac:spMk id="20" creationId="{247D373A-B5D6-6D5E-CA1A-95716B7FCF6E}"/>
          </ac:spMkLst>
        </pc:spChg>
        <pc:spChg chg="mod">
          <ac:chgData name="Peethala Rajiv Roy (PED/Hosur/TVSMotor)" userId="e2d9917c-f3dd-4083-a688-e3a90de602c2" providerId="ADAL" clId="{7AECE3AF-5704-4967-BD45-876FBB82BAF3}" dt="2026-08-15T05:25:20.062" v="4970" actId="1035"/>
          <ac:spMkLst>
            <pc:docMk/>
            <pc:sldMk cId="2493549634" sldId="366"/>
            <ac:spMk id="23" creationId="{77B55545-A9A3-88C8-0CCB-6BB62B391C86}"/>
          </ac:spMkLst>
        </pc:spChg>
        <pc:spChg chg="mod">
          <ac:chgData name="Peethala Rajiv Roy (PED/Hosur/TVSMotor)" userId="e2d9917c-f3dd-4083-a688-e3a90de602c2" providerId="ADAL" clId="{7AECE3AF-5704-4967-BD45-876FBB82BAF3}" dt="2026-08-15T05:25:20.062" v="4970" actId="1035"/>
          <ac:spMkLst>
            <pc:docMk/>
            <pc:sldMk cId="2493549634" sldId="366"/>
            <ac:spMk id="24" creationId="{7C349747-A841-2952-EB90-718D02002E7A}"/>
          </ac:spMkLst>
        </pc:spChg>
        <pc:spChg chg="mod">
          <ac:chgData name="Peethala Rajiv Roy (PED/Hosur/TVSMotor)" userId="e2d9917c-f3dd-4083-a688-e3a90de602c2" providerId="ADAL" clId="{7AECE3AF-5704-4967-BD45-876FBB82BAF3}" dt="2026-08-15T05:25:20.062" v="4970" actId="1035"/>
          <ac:spMkLst>
            <pc:docMk/>
            <pc:sldMk cId="2493549634" sldId="366"/>
            <ac:spMk id="25" creationId="{4E3551DB-62B6-52F9-689C-DADCF4DF4E6C}"/>
          </ac:spMkLst>
        </pc:spChg>
        <pc:spChg chg="add mod">
          <ac:chgData name="Peethala Rajiv Roy (PED/Hosur/TVSMotor)" userId="e2d9917c-f3dd-4083-a688-e3a90de602c2" providerId="ADAL" clId="{7AECE3AF-5704-4967-BD45-876FBB82BAF3}" dt="2026-08-15T05:28:29.273" v="5148" actId="1076"/>
          <ac:spMkLst>
            <pc:docMk/>
            <pc:sldMk cId="2493549634" sldId="366"/>
            <ac:spMk id="26" creationId="{6912A644-7FCC-437A-5390-9D73C5906EE2}"/>
          </ac:spMkLst>
        </pc:spChg>
        <pc:spChg chg="mod">
          <ac:chgData name="Peethala Rajiv Roy (PED/Hosur/TVSMotor)" userId="e2d9917c-f3dd-4083-a688-e3a90de602c2" providerId="ADAL" clId="{7AECE3AF-5704-4967-BD45-876FBB82BAF3}" dt="2026-08-15T05:25:20.062" v="4970" actId="1035"/>
          <ac:spMkLst>
            <pc:docMk/>
            <pc:sldMk cId="2493549634" sldId="366"/>
            <ac:spMk id="29" creationId="{66649171-93B5-8C0A-7855-91A6E6C14867}"/>
          </ac:spMkLst>
        </pc:spChg>
        <pc:spChg chg="mod">
          <ac:chgData name="Peethala Rajiv Roy (PED/Hosur/TVSMotor)" userId="e2d9917c-f3dd-4083-a688-e3a90de602c2" providerId="ADAL" clId="{7AECE3AF-5704-4967-BD45-876FBB82BAF3}" dt="2026-08-15T05:25:28.267" v="4984" actId="1035"/>
          <ac:spMkLst>
            <pc:docMk/>
            <pc:sldMk cId="2493549634" sldId="366"/>
            <ac:spMk id="30" creationId="{18571762-53EB-F0C5-C29B-A024F1405427}"/>
          </ac:spMkLst>
        </pc:spChg>
        <pc:spChg chg="mod">
          <ac:chgData name="Peethala Rajiv Roy (PED/Hosur/TVSMotor)" userId="e2d9917c-f3dd-4083-a688-e3a90de602c2" providerId="ADAL" clId="{7AECE3AF-5704-4967-BD45-876FBB82BAF3}" dt="2026-08-15T05:25:28.267" v="4984" actId="1035"/>
          <ac:spMkLst>
            <pc:docMk/>
            <pc:sldMk cId="2493549634" sldId="366"/>
            <ac:spMk id="31" creationId="{F1909C37-351E-5B51-5410-88343F437E2F}"/>
          </ac:spMkLst>
        </pc:spChg>
        <pc:spChg chg="mod">
          <ac:chgData name="Peethala Rajiv Roy (PED/Hosur/TVSMotor)" userId="e2d9917c-f3dd-4083-a688-e3a90de602c2" providerId="ADAL" clId="{7AECE3AF-5704-4967-BD45-876FBB82BAF3}" dt="2026-08-15T05:25:28.267" v="4984" actId="1035"/>
          <ac:spMkLst>
            <pc:docMk/>
            <pc:sldMk cId="2493549634" sldId="366"/>
            <ac:spMk id="32" creationId="{21C8C343-A386-C8D4-E439-8EB2748A71F1}"/>
          </ac:spMkLst>
        </pc:spChg>
        <pc:spChg chg="add mod">
          <ac:chgData name="Peethala Rajiv Roy (PED/Hosur/TVSMotor)" userId="e2d9917c-f3dd-4083-a688-e3a90de602c2" providerId="ADAL" clId="{7AECE3AF-5704-4967-BD45-876FBB82BAF3}" dt="2026-08-15T05:28:34.574" v="5149" actId="1076"/>
          <ac:spMkLst>
            <pc:docMk/>
            <pc:sldMk cId="2493549634" sldId="366"/>
            <ac:spMk id="36" creationId="{C3FEE73B-D6BD-A451-E03A-DB0062D4D0BB}"/>
          </ac:spMkLst>
        </pc:spChg>
        <pc:spChg chg="add mod">
          <ac:chgData name="Peethala Rajiv Roy (PED/Hosur/TVSMotor)" userId="e2d9917c-f3dd-4083-a688-e3a90de602c2" providerId="ADAL" clId="{7AECE3AF-5704-4967-BD45-876FBB82BAF3}" dt="2026-08-15T05:28:39.904" v="5150" actId="1076"/>
          <ac:spMkLst>
            <pc:docMk/>
            <pc:sldMk cId="2493549634" sldId="366"/>
            <ac:spMk id="39" creationId="{C29B4267-ECB7-9291-6D35-E80B49D10955}"/>
          </ac:spMkLst>
        </pc:spChg>
        <pc:spChg chg="add mod">
          <ac:chgData name="Peethala Rajiv Roy (PED/Hosur/TVSMotor)" userId="e2d9917c-f3dd-4083-a688-e3a90de602c2" providerId="ADAL" clId="{7AECE3AF-5704-4967-BD45-876FBB82BAF3}" dt="2026-08-15T05:30:30.555" v="5175" actId="1035"/>
          <ac:spMkLst>
            <pc:docMk/>
            <pc:sldMk cId="2493549634" sldId="366"/>
            <ac:spMk id="41" creationId="{8C801454-D3DC-F88D-9471-BDE0DD077B87}"/>
          </ac:spMkLst>
        </pc:spChg>
        <pc:spChg chg="add mod">
          <ac:chgData name="Peethala Rajiv Roy (PED/Hosur/TVSMotor)" userId="e2d9917c-f3dd-4083-a688-e3a90de602c2" providerId="ADAL" clId="{7AECE3AF-5704-4967-BD45-876FBB82BAF3}" dt="2026-08-15T05:30:13.395" v="5169" actId="207"/>
          <ac:spMkLst>
            <pc:docMk/>
            <pc:sldMk cId="2493549634" sldId="366"/>
            <ac:spMk id="44" creationId="{B4440B71-FC9E-D3AA-CA8A-9D73704242ED}"/>
          </ac:spMkLst>
        </pc:spChg>
        <pc:spChg chg="add mod">
          <ac:chgData name="Peethala Rajiv Roy (PED/Hosur/TVSMotor)" userId="e2d9917c-f3dd-4083-a688-e3a90de602c2" providerId="ADAL" clId="{7AECE3AF-5704-4967-BD45-876FBB82BAF3}" dt="2026-08-15T05:28:45.604" v="5151" actId="1076"/>
          <ac:spMkLst>
            <pc:docMk/>
            <pc:sldMk cId="2493549634" sldId="366"/>
            <ac:spMk id="45" creationId="{42740644-A707-7FF5-FD2C-51E8B4ADE73A}"/>
          </ac:spMkLst>
        </pc:spChg>
        <pc:spChg chg="add mod">
          <ac:chgData name="Peethala Rajiv Roy (PED/Hosur/TVSMotor)" userId="e2d9917c-f3dd-4083-a688-e3a90de602c2" providerId="ADAL" clId="{7AECE3AF-5704-4967-BD45-876FBB82BAF3}" dt="2026-08-15T05:28:50.284" v="5152" actId="1076"/>
          <ac:spMkLst>
            <pc:docMk/>
            <pc:sldMk cId="2493549634" sldId="366"/>
            <ac:spMk id="48" creationId="{13E15466-A3A2-4564-91CC-247344E393E2}"/>
          </ac:spMkLst>
        </pc:spChg>
        <pc:spChg chg="mod">
          <ac:chgData name="Peethala Rajiv Roy (PED/Hosur/TVSMotor)" userId="e2d9917c-f3dd-4083-a688-e3a90de602c2" providerId="ADAL" clId="{7AECE3AF-5704-4967-BD45-876FBB82BAF3}" dt="2026-08-15T05:25:28.267" v="4984" actId="1035"/>
          <ac:spMkLst>
            <pc:docMk/>
            <pc:sldMk cId="2493549634" sldId="366"/>
            <ac:spMk id="49" creationId="{01E003EF-F8A7-D4DF-7E50-56580E48BCAF}"/>
          </ac:spMkLst>
        </pc:spChg>
        <pc:spChg chg="mod">
          <ac:chgData name="Peethala Rajiv Roy (PED/Hosur/TVSMotor)" userId="e2d9917c-f3dd-4083-a688-e3a90de602c2" providerId="ADAL" clId="{7AECE3AF-5704-4967-BD45-876FBB82BAF3}" dt="2026-08-15T05:25:28.267" v="4984" actId="1035"/>
          <ac:spMkLst>
            <pc:docMk/>
            <pc:sldMk cId="2493549634" sldId="366"/>
            <ac:spMk id="51" creationId="{7779070A-523B-580D-BC8D-DE0A22269A4B}"/>
          </ac:spMkLst>
        </pc:spChg>
        <pc:spChg chg="mod">
          <ac:chgData name="Peethala Rajiv Roy (PED/Hosur/TVSMotor)" userId="e2d9917c-f3dd-4083-a688-e3a90de602c2" providerId="ADAL" clId="{7AECE3AF-5704-4967-BD45-876FBB82BAF3}" dt="2026-08-15T05:25:34.705" v="4996" actId="1035"/>
          <ac:spMkLst>
            <pc:docMk/>
            <pc:sldMk cId="2493549634" sldId="366"/>
            <ac:spMk id="53" creationId="{C651EBCB-7B11-143C-25E0-5D60462C65C6}"/>
          </ac:spMkLst>
        </pc:spChg>
        <pc:spChg chg="mod">
          <ac:chgData name="Peethala Rajiv Roy (PED/Hosur/TVSMotor)" userId="e2d9917c-f3dd-4083-a688-e3a90de602c2" providerId="ADAL" clId="{7AECE3AF-5704-4967-BD45-876FBB82BAF3}" dt="2026-08-15T05:25:34.705" v="4996" actId="1035"/>
          <ac:spMkLst>
            <pc:docMk/>
            <pc:sldMk cId="2493549634" sldId="366"/>
            <ac:spMk id="55" creationId="{15EC89A6-C525-A605-877A-356DA0DAF55C}"/>
          </ac:spMkLst>
        </pc:spChg>
        <pc:spChg chg="add mod">
          <ac:chgData name="Peethala Rajiv Roy (PED/Hosur/TVSMotor)" userId="e2d9917c-f3dd-4083-a688-e3a90de602c2" providerId="ADAL" clId="{7AECE3AF-5704-4967-BD45-876FBB82BAF3}" dt="2026-08-15T05:28:57.783" v="5154" actId="1076"/>
          <ac:spMkLst>
            <pc:docMk/>
            <pc:sldMk cId="2493549634" sldId="366"/>
            <ac:spMk id="56" creationId="{4750FD5B-0683-17B6-A913-F79E6E98D376}"/>
          </ac:spMkLst>
        </pc:spChg>
        <pc:spChg chg="mod">
          <ac:chgData name="Peethala Rajiv Roy (PED/Hosur/TVSMotor)" userId="e2d9917c-f3dd-4083-a688-e3a90de602c2" providerId="ADAL" clId="{7AECE3AF-5704-4967-BD45-876FBB82BAF3}" dt="2026-08-15T05:25:34.705" v="4996" actId="1035"/>
          <ac:spMkLst>
            <pc:docMk/>
            <pc:sldMk cId="2493549634" sldId="366"/>
            <ac:spMk id="57" creationId="{1191B41D-08A3-3BB7-4638-1A36BF215E89}"/>
          </ac:spMkLst>
        </pc:spChg>
        <pc:spChg chg="mod">
          <ac:chgData name="Peethala Rajiv Roy (PED/Hosur/TVSMotor)" userId="e2d9917c-f3dd-4083-a688-e3a90de602c2" providerId="ADAL" clId="{7AECE3AF-5704-4967-BD45-876FBB82BAF3}" dt="2026-08-15T05:25:34.705" v="4996" actId="1035"/>
          <ac:spMkLst>
            <pc:docMk/>
            <pc:sldMk cId="2493549634" sldId="366"/>
            <ac:spMk id="59" creationId="{0275F37F-6E23-501D-C2C9-86B1BA0F012A}"/>
          </ac:spMkLst>
        </pc:spChg>
        <pc:spChg chg="add mod">
          <ac:chgData name="Peethala Rajiv Roy (PED/Hosur/TVSMotor)" userId="e2d9917c-f3dd-4083-a688-e3a90de602c2" providerId="ADAL" clId="{7AECE3AF-5704-4967-BD45-876FBB82BAF3}" dt="2026-08-15T05:29:01.375" v="5155" actId="1076"/>
          <ac:spMkLst>
            <pc:docMk/>
            <pc:sldMk cId="2493549634" sldId="366"/>
            <ac:spMk id="61" creationId="{3D8D1F05-5F3D-9DE6-0C58-5B92997913B9}"/>
          </ac:spMkLst>
        </pc:spChg>
        <pc:spChg chg="mod">
          <ac:chgData name="Peethala Rajiv Roy (PED/Hosur/TVSMotor)" userId="e2d9917c-f3dd-4083-a688-e3a90de602c2" providerId="ADAL" clId="{7AECE3AF-5704-4967-BD45-876FBB82BAF3}" dt="2026-08-15T05:25:34.705" v="4996" actId="1035"/>
          <ac:spMkLst>
            <pc:docMk/>
            <pc:sldMk cId="2493549634" sldId="366"/>
            <ac:spMk id="79" creationId="{FFD46038-223F-EA0F-7AB0-D61A9204ABDD}"/>
          </ac:spMkLst>
        </pc:spChg>
        <pc:spChg chg="mod">
          <ac:chgData name="Peethala Rajiv Roy (PED/Hosur/TVSMotor)" userId="e2d9917c-f3dd-4083-a688-e3a90de602c2" providerId="ADAL" clId="{7AECE3AF-5704-4967-BD45-876FBB82BAF3}" dt="2026-08-15T05:26:01.589" v="5061" actId="1035"/>
          <ac:spMkLst>
            <pc:docMk/>
            <pc:sldMk cId="2493549634" sldId="366"/>
            <ac:spMk id="80" creationId="{EB84C283-5079-B9D5-9EC3-42CC2F515F78}"/>
          </ac:spMkLst>
        </pc:spChg>
        <pc:spChg chg="mod">
          <ac:chgData name="Peethala Rajiv Roy (PED/Hosur/TVSMotor)" userId="e2d9917c-f3dd-4083-a688-e3a90de602c2" providerId="ADAL" clId="{7AECE3AF-5704-4967-BD45-876FBB82BAF3}" dt="2026-07-22T09:49:07.800" v="1427" actId="20577"/>
          <ac:spMkLst>
            <pc:docMk/>
            <pc:sldMk cId="2493549634" sldId="366"/>
            <ac:spMk id="120" creationId="{CD47D191-C234-42D1-BE53-764C8A580D23}"/>
          </ac:spMkLst>
        </pc:spChg>
        <pc:cxnChg chg="del mod">
          <ac:chgData name="Peethala Rajiv Roy (PED/Hosur/TVSMotor)" userId="e2d9917c-f3dd-4083-a688-e3a90de602c2" providerId="ADAL" clId="{7AECE3AF-5704-4967-BD45-876FBB82BAF3}" dt="2026-08-15T05:25:10.429" v="4964" actId="478"/>
          <ac:cxnSpMkLst>
            <pc:docMk/>
            <pc:sldMk cId="2493549634" sldId="366"/>
            <ac:cxnSpMk id="9" creationId="{3B0DA42C-F41D-1BDF-1D3D-943F067C4EC4}"/>
          </ac:cxnSpMkLst>
        </pc:cxnChg>
        <pc:cxnChg chg="add mod">
          <ac:chgData name="Peethala Rajiv Roy (PED/Hosur/TVSMotor)" userId="e2d9917c-f3dd-4083-a688-e3a90de602c2" providerId="ADAL" clId="{7AECE3AF-5704-4967-BD45-876FBB82BAF3}" dt="2026-08-15T05:25:49.785" v="5030" actId="1035"/>
          <ac:cxnSpMkLst>
            <pc:docMk/>
            <pc:sldMk cId="2493549634" sldId="366"/>
            <ac:cxnSpMk id="10" creationId="{8176E90B-C9A0-7ECF-F885-9E3DD2BDD97F}"/>
          </ac:cxnSpMkLst>
        </pc:cxnChg>
        <pc:cxnChg chg="mod">
          <ac:chgData name="Peethala Rajiv Roy (PED/Hosur/TVSMotor)" userId="e2d9917c-f3dd-4083-a688-e3a90de602c2" providerId="ADAL" clId="{7AECE3AF-5704-4967-BD45-876FBB82BAF3}" dt="2026-08-15T05:25:20.062" v="4970" actId="1035"/>
          <ac:cxnSpMkLst>
            <pc:docMk/>
            <pc:sldMk cId="2493549634" sldId="366"/>
            <ac:cxnSpMk id="11" creationId="{BDA94A9F-2990-D248-0B52-486B21396ED7}"/>
          </ac:cxnSpMkLst>
        </pc:cxnChg>
        <pc:cxnChg chg="add mod">
          <ac:chgData name="Peethala Rajiv Roy (PED/Hosur/TVSMotor)" userId="e2d9917c-f3dd-4083-a688-e3a90de602c2" providerId="ADAL" clId="{7AECE3AF-5704-4967-BD45-876FBB82BAF3}" dt="2026-08-15T05:25:49.785" v="5030" actId="1035"/>
          <ac:cxnSpMkLst>
            <pc:docMk/>
            <pc:sldMk cId="2493549634" sldId="366"/>
            <ac:cxnSpMk id="12" creationId="{CC3D9CF8-E82F-49BC-34AA-705DEDD62F90}"/>
          </ac:cxnSpMkLst>
        </pc:cxnChg>
        <pc:cxnChg chg="mod">
          <ac:chgData name="Peethala Rajiv Roy (PED/Hosur/TVSMotor)" userId="e2d9917c-f3dd-4083-a688-e3a90de602c2" providerId="ADAL" clId="{7AECE3AF-5704-4967-BD45-876FBB82BAF3}" dt="2026-08-15T05:25:20.062" v="4970" actId="1035"/>
          <ac:cxnSpMkLst>
            <pc:docMk/>
            <pc:sldMk cId="2493549634" sldId="366"/>
            <ac:cxnSpMk id="13" creationId="{3547B132-7704-25E5-BF72-8ACBA3DC5274}"/>
          </ac:cxnSpMkLst>
        </pc:cxnChg>
        <pc:cxnChg chg="add mod">
          <ac:chgData name="Peethala Rajiv Roy (PED/Hosur/TVSMotor)" userId="e2d9917c-f3dd-4083-a688-e3a90de602c2" providerId="ADAL" clId="{7AECE3AF-5704-4967-BD45-876FBB82BAF3}" dt="2026-08-15T05:25:49.785" v="5030" actId="1035"/>
          <ac:cxnSpMkLst>
            <pc:docMk/>
            <pc:sldMk cId="2493549634" sldId="366"/>
            <ac:cxnSpMk id="14" creationId="{C151E959-8A48-9E8C-872C-D1325DFF293D}"/>
          </ac:cxnSpMkLst>
        </pc:cxnChg>
        <pc:cxnChg chg="mod">
          <ac:chgData name="Peethala Rajiv Roy (PED/Hosur/TVSMotor)" userId="e2d9917c-f3dd-4083-a688-e3a90de602c2" providerId="ADAL" clId="{7AECE3AF-5704-4967-BD45-876FBB82BAF3}" dt="2026-08-15T05:25:20.062" v="4970" actId="1035"/>
          <ac:cxnSpMkLst>
            <pc:docMk/>
            <pc:sldMk cId="2493549634" sldId="366"/>
            <ac:cxnSpMk id="15" creationId="{38A486C6-531B-F739-15D6-B34B430479BB}"/>
          </ac:cxnSpMkLst>
        </pc:cxnChg>
        <pc:cxnChg chg="add mod">
          <ac:chgData name="Peethala Rajiv Roy (PED/Hosur/TVSMotor)" userId="e2d9917c-f3dd-4083-a688-e3a90de602c2" providerId="ADAL" clId="{7AECE3AF-5704-4967-BD45-876FBB82BAF3}" dt="2026-07-22T09:40:34.716" v="1332" actId="1076"/>
          <ac:cxnSpMkLst>
            <pc:docMk/>
            <pc:sldMk cId="2493549634" sldId="366"/>
            <ac:cxnSpMk id="16" creationId="{20BFACCF-02A3-B155-A805-45BE6915DD4F}"/>
          </ac:cxnSpMkLst>
        </pc:cxnChg>
        <pc:cxnChg chg="mod">
          <ac:chgData name="Peethala Rajiv Roy (PED/Hosur/TVSMotor)" userId="e2d9917c-f3dd-4083-a688-e3a90de602c2" providerId="ADAL" clId="{7AECE3AF-5704-4967-BD45-876FBB82BAF3}" dt="2026-08-15T05:25:28.267" v="4984" actId="1035"/>
          <ac:cxnSpMkLst>
            <pc:docMk/>
            <pc:sldMk cId="2493549634" sldId="366"/>
            <ac:cxnSpMk id="19" creationId="{1299CDCA-83FE-9F91-B34C-61B5925F2516}"/>
          </ac:cxnSpMkLst>
        </pc:cxnChg>
        <pc:cxnChg chg="mod">
          <ac:chgData name="Peethala Rajiv Roy (PED/Hosur/TVSMotor)" userId="e2d9917c-f3dd-4083-a688-e3a90de602c2" providerId="ADAL" clId="{7AECE3AF-5704-4967-BD45-876FBB82BAF3}" dt="2026-08-15T05:25:28.267" v="4984" actId="1035"/>
          <ac:cxnSpMkLst>
            <pc:docMk/>
            <pc:sldMk cId="2493549634" sldId="366"/>
            <ac:cxnSpMk id="22" creationId="{1E938A4C-CB79-7FB0-C39D-BB5634593C58}"/>
          </ac:cxnSpMkLst>
        </pc:cxnChg>
        <pc:cxnChg chg="mod">
          <ac:chgData name="Peethala Rajiv Roy (PED/Hosur/TVSMotor)" userId="e2d9917c-f3dd-4083-a688-e3a90de602c2" providerId="ADAL" clId="{7AECE3AF-5704-4967-BD45-876FBB82BAF3}" dt="2026-08-15T05:25:28.267" v="4984" actId="1035"/>
          <ac:cxnSpMkLst>
            <pc:docMk/>
            <pc:sldMk cId="2493549634" sldId="366"/>
            <ac:cxnSpMk id="27" creationId="{BF23757C-5164-9033-75A1-6A407ED5D284}"/>
          </ac:cxnSpMkLst>
        </pc:cxnChg>
        <pc:cxnChg chg="add mod">
          <ac:chgData name="Peethala Rajiv Roy (PED/Hosur/TVSMotor)" userId="e2d9917c-f3dd-4083-a688-e3a90de602c2" providerId="ADAL" clId="{7AECE3AF-5704-4967-BD45-876FBB82BAF3}" dt="2026-08-15T05:25:28.267" v="4984" actId="1035"/>
          <ac:cxnSpMkLst>
            <pc:docMk/>
            <pc:sldMk cId="2493549634" sldId="366"/>
            <ac:cxnSpMk id="28" creationId="{35D073FA-A2E8-7DAF-0711-D3B0A40BCD10}"/>
          </ac:cxnSpMkLst>
        </pc:cxnChg>
        <pc:cxnChg chg="mod">
          <ac:chgData name="Peethala Rajiv Roy (PED/Hosur/TVSMotor)" userId="e2d9917c-f3dd-4083-a688-e3a90de602c2" providerId="ADAL" clId="{7AECE3AF-5704-4967-BD45-876FBB82BAF3}" dt="2026-07-22T09:39:41.760" v="1326" actId="1035"/>
          <ac:cxnSpMkLst>
            <pc:docMk/>
            <pc:sldMk cId="2493549634" sldId="366"/>
            <ac:cxnSpMk id="34" creationId="{E5F147AF-E46F-6ADE-F774-BDDA66E7EE69}"/>
          </ac:cxnSpMkLst>
        </pc:cxnChg>
        <pc:cxnChg chg="add mod">
          <ac:chgData name="Peethala Rajiv Roy (PED/Hosur/TVSMotor)" userId="e2d9917c-f3dd-4083-a688-e3a90de602c2" providerId="ADAL" clId="{7AECE3AF-5704-4967-BD45-876FBB82BAF3}" dt="2026-08-15T05:25:34.705" v="4996" actId="1035"/>
          <ac:cxnSpMkLst>
            <pc:docMk/>
            <pc:sldMk cId="2493549634" sldId="366"/>
            <ac:cxnSpMk id="35" creationId="{766A4B23-2F66-C384-1D3D-E9A5815E39CC}"/>
          </ac:cxnSpMkLst>
        </pc:cxnChg>
        <pc:cxnChg chg="add mod">
          <ac:chgData name="Peethala Rajiv Roy (PED/Hosur/TVSMotor)" userId="e2d9917c-f3dd-4083-a688-e3a90de602c2" providerId="ADAL" clId="{7AECE3AF-5704-4967-BD45-876FBB82BAF3}" dt="2026-08-15T05:25:49.785" v="5030" actId="1035"/>
          <ac:cxnSpMkLst>
            <pc:docMk/>
            <pc:sldMk cId="2493549634" sldId="366"/>
            <ac:cxnSpMk id="37" creationId="{377D14E9-C14A-533E-6028-8C9C33727379}"/>
          </ac:cxnSpMkLst>
        </pc:cxnChg>
        <pc:cxnChg chg="add mod">
          <ac:chgData name="Peethala Rajiv Roy (PED/Hosur/TVSMotor)" userId="e2d9917c-f3dd-4083-a688-e3a90de602c2" providerId="ADAL" clId="{7AECE3AF-5704-4967-BD45-876FBB82BAF3}" dt="2026-08-15T05:26:01.589" v="5061" actId="1035"/>
          <ac:cxnSpMkLst>
            <pc:docMk/>
            <pc:sldMk cId="2493549634" sldId="366"/>
            <ac:cxnSpMk id="40" creationId="{EDBC574A-D117-44C6-700D-98C2948E5390}"/>
          </ac:cxnSpMkLst>
        </pc:cxnChg>
        <pc:cxnChg chg="mod">
          <ac:chgData name="Peethala Rajiv Roy (PED/Hosur/TVSMotor)" userId="e2d9917c-f3dd-4083-a688-e3a90de602c2" providerId="ADAL" clId="{7AECE3AF-5704-4967-BD45-876FBB82BAF3}" dt="2026-08-15T05:25:34.705" v="4996" actId="1035"/>
          <ac:cxnSpMkLst>
            <pc:docMk/>
            <pc:sldMk cId="2493549634" sldId="366"/>
            <ac:cxnSpMk id="42" creationId="{ADE235B7-90E3-3AB6-1FC0-568146932940}"/>
          </ac:cxnSpMkLst>
        </pc:cxnChg>
        <pc:cxnChg chg="mod">
          <ac:chgData name="Peethala Rajiv Roy (PED/Hosur/TVSMotor)" userId="e2d9917c-f3dd-4083-a688-e3a90de602c2" providerId="ADAL" clId="{7AECE3AF-5704-4967-BD45-876FBB82BAF3}" dt="2026-08-15T05:25:34.705" v="4996" actId="1035"/>
          <ac:cxnSpMkLst>
            <pc:docMk/>
            <pc:sldMk cId="2493549634" sldId="366"/>
            <ac:cxnSpMk id="46" creationId="{8E51D301-AAF3-D92A-12AE-B2721605CCBF}"/>
          </ac:cxnSpMkLst>
        </pc:cxnChg>
        <pc:cxnChg chg="mod">
          <ac:chgData name="Peethala Rajiv Roy (PED/Hosur/TVSMotor)" userId="e2d9917c-f3dd-4083-a688-e3a90de602c2" providerId="ADAL" clId="{7AECE3AF-5704-4967-BD45-876FBB82BAF3}" dt="2026-07-22T09:39:51.419" v="1327" actId="1076"/>
          <ac:cxnSpMkLst>
            <pc:docMk/>
            <pc:sldMk cId="2493549634" sldId="366"/>
            <ac:cxnSpMk id="50" creationId="{0EB305EC-EB4E-6F4B-26FE-DA31DE2ABC11}"/>
          </ac:cxnSpMkLst>
        </pc:cxnChg>
        <pc:cxnChg chg="add">
          <ac:chgData name="Peethala Rajiv Roy (PED/Hosur/TVSMotor)" userId="e2d9917c-f3dd-4083-a688-e3a90de602c2" providerId="ADAL" clId="{7AECE3AF-5704-4967-BD45-876FBB82BAF3}" dt="2026-08-15T05:29:18.845" v="5156" actId="11529"/>
          <ac:cxnSpMkLst>
            <pc:docMk/>
            <pc:sldMk cId="2493549634" sldId="366"/>
            <ac:cxnSpMk id="52" creationId="{0A2A2060-EB6F-0C6D-CFC7-FF75787A0345}"/>
          </ac:cxnSpMkLst>
        </pc:cxnChg>
        <pc:cxnChg chg="mod">
          <ac:chgData name="Peethala Rajiv Roy (PED/Hosur/TVSMotor)" userId="e2d9917c-f3dd-4083-a688-e3a90de602c2" providerId="ADAL" clId="{7AECE3AF-5704-4967-BD45-876FBB82BAF3}" dt="2026-08-15T05:25:34.705" v="4996" actId="1035"/>
          <ac:cxnSpMkLst>
            <pc:docMk/>
            <pc:sldMk cId="2493549634" sldId="366"/>
            <ac:cxnSpMk id="54" creationId="{835B2FCB-4AA4-2D97-CCE5-AA8BF46A50EC}"/>
          </ac:cxnSpMkLst>
        </pc:cxnChg>
        <pc:cxnChg chg="add">
          <ac:chgData name="Peethala Rajiv Roy (PED/Hosur/TVSMotor)" userId="e2d9917c-f3dd-4083-a688-e3a90de602c2" providerId="ADAL" clId="{7AECE3AF-5704-4967-BD45-876FBB82BAF3}" dt="2026-08-15T05:29:22.795" v="5157" actId="11529"/>
          <ac:cxnSpMkLst>
            <pc:docMk/>
            <pc:sldMk cId="2493549634" sldId="366"/>
            <ac:cxnSpMk id="60" creationId="{842FBD94-E8E2-0EB1-84A1-EC726229E5E1}"/>
          </ac:cxnSpMkLst>
        </pc:cxnChg>
        <pc:cxnChg chg="add">
          <ac:chgData name="Peethala Rajiv Roy (PED/Hosur/TVSMotor)" userId="e2d9917c-f3dd-4083-a688-e3a90de602c2" providerId="ADAL" clId="{7AECE3AF-5704-4967-BD45-876FBB82BAF3}" dt="2026-08-15T05:29:27.398" v="5158" actId="11529"/>
          <ac:cxnSpMkLst>
            <pc:docMk/>
            <pc:sldMk cId="2493549634" sldId="366"/>
            <ac:cxnSpMk id="63" creationId="{9E33EBA3-3F3C-A778-FD2F-972E6AB2D257}"/>
          </ac:cxnSpMkLst>
        </pc:cxnChg>
        <pc:cxnChg chg="add del mod">
          <ac:chgData name="Peethala Rajiv Roy (PED/Hosur/TVSMotor)" userId="e2d9917c-f3dd-4083-a688-e3a90de602c2" providerId="ADAL" clId="{7AECE3AF-5704-4967-BD45-876FBB82BAF3}" dt="2026-08-15T05:26:48.084" v="5071" actId="478"/>
          <ac:cxnSpMkLst>
            <pc:docMk/>
            <pc:sldMk cId="2493549634" sldId="366"/>
            <ac:cxnSpMk id="64" creationId="{3735103E-D28A-80F5-F478-D06AA54071FF}"/>
          </ac:cxnSpMkLst>
        </pc:cxnChg>
        <pc:cxnChg chg="add">
          <ac:chgData name="Peethala Rajiv Roy (PED/Hosur/TVSMotor)" userId="e2d9917c-f3dd-4083-a688-e3a90de602c2" providerId="ADAL" clId="{7AECE3AF-5704-4967-BD45-876FBB82BAF3}" dt="2026-08-15T05:29:31.928" v="5159" actId="11529"/>
          <ac:cxnSpMkLst>
            <pc:docMk/>
            <pc:sldMk cId="2493549634" sldId="366"/>
            <ac:cxnSpMk id="66" creationId="{3A75EB27-923B-560F-D471-BB7DC172E65F}"/>
          </ac:cxnSpMkLst>
        </pc:cxnChg>
        <pc:cxnChg chg="add del mod">
          <ac:chgData name="Peethala Rajiv Roy (PED/Hosur/TVSMotor)" userId="e2d9917c-f3dd-4083-a688-e3a90de602c2" providerId="ADAL" clId="{7AECE3AF-5704-4967-BD45-876FBB82BAF3}" dt="2026-08-15T05:26:37.095" v="5067" actId="478"/>
          <ac:cxnSpMkLst>
            <pc:docMk/>
            <pc:sldMk cId="2493549634" sldId="366"/>
            <ac:cxnSpMk id="68" creationId="{481880C7-F0AA-B2FE-960E-C9D9F01BDD41}"/>
          </ac:cxnSpMkLst>
        </pc:cxnChg>
        <pc:cxnChg chg="add mod">
          <ac:chgData name="Peethala Rajiv Roy (PED/Hosur/TVSMotor)" userId="e2d9917c-f3dd-4083-a688-e3a90de602c2" providerId="ADAL" clId="{7AECE3AF-5704-4967-BD45-876FBB82BAF3}" dt="2026-08-15T05:30:00.965" v="5165" actId="13822"/>
          <ac:cxnSpMkLst>
            <pc:docMk/>
            <pc:sldMk cId="2493549634" sldId="366"/>
            <ac:cxnSpMk id="69" creationId="{A54429FD-06CB-9D6C-E4FF-1DB22AF5697F}"/>
          </ac:cxnSpMkLst>
        </pc:cxnChg>
        <pc:cxnChg chg="add del mod">
          <ac:chgData name="Peethala Rajiv Roy (PED/Hosur/TVSMotor)" userId="e2d9917c-f3dd-4083-a688-e3a90de602c2" providerId="ADAL" clId="{7AECE3AF-5704-4967-BD45-876FBB82BAF3}" dt="2026-08-15T05:26:34.719" v="5066" actId="478"/>
          <ac:cxnSpMkLst>
            <pc:docMk/>
            <pc:sldMk cId="2493549634" sldId="366"/>
            <ac:cxnSpMk id="70" creationId="{1EC5B127-F052-1954-9EAD-2163724BF06C}"/>
          </ac:cxnSpMkLst>
        </pc:cxnChg>
        <pc:cxnChg chg="add del mod">
          <ac:chgData name="Peethala Rajiv Roy (PED/Hosur/TVSMotor)" userId="e2d9917c-f3dd-4083-a688-e3a90de602c2" providerId="ADAL" clId="{7AECE3AF-5704-4967-BD45-876FBB82BAF3}" dt="2026-08-15T05:26:05.176" v="5062" actId="478"/>
          <ac:cxnSpMkLst>
            <pc:docMk/>
            <pc:sldMk cId="2493549634" sldId="366"/>
            <ac:cxnSpMk id="72" creationId="{CC43A6C0-5668-3931-96CB-8DF8C9620553}"/>
          </ac:cxnSpMkLst>
        </pc:cxnChg>
        <pc:cxnChg chg="add">
          <ac:chgData name="Peethala Rajiv Roy (PED/Hosur/TVSMotor)" userId="e2d9917c-f3dd-4083-a688-e3a90de602c2" providerId="ADAL" clId="{7AECE3AF-5704-4967-BD45-876FBB82BAF3}" dt="2026-08-15T05:29:39.400" v="5161" actId="11529"/>
          <ac:cxnSpMkLst>
            <pc:docMk/>
            <pc:sldMk cId="2493549634" sldId="366"/>
            <ac:cxnSpMk id="73" creationId="{31F3B061-D68A-C22A-9779-EA7735EE7F2B}"/>
          </ac:cxnSpMkLst>
        </pc:cxnChg>
        <pc:cxnChg chg="add">
          <ac:chgData name="Peethala Rajiv Roy (PED/Hosur/TVSMotor)" userId="e2d9917c-f3dd-4083-a688-e3a90de602c2" providerId="ADAL" clId="{7AECE3AF-5704-4967-BD45-876FBB82BAF3}" dt="2026-08-15T05:29:43.356" v="5162" actId="11529"/>
          <ac:cxnSpMkLst>
            <pc:docMk/>
            <pc:sldMk cId="2493549634" sldId="366"/>
            <ac:cxnSpMk id="75" creationId="{0B8AB411-A3F0-6D15-9004-23F9BD7BBA5B}"/>
          </ac:cxnSpMkLst>
        </pc:cxnChg>
        <pc:cxnChg chg="add">
          <ac:chgData name="Peethala Rajiv Roy (PED/Hosur/TVSMotor)" userId="e2d9917c-f3dd-4083-a688-e3a90de602c2" providerId="ADAL" clId="{7AECE3AF-5704-4967-BD45-876FBB82BAF3}" dt="2026-08-15T05:29:46.860" v="5163" actId="11529"/>
          <ac:cxnSpMkLst>
            <pc:docMk/>
            <pc:sldMk cId="2493549634" sldId="366"/>
            <ac:cxnSpMk id="77" creationId="{048D12DE-317A-25FD-16C6-415954A9D66D}"/>
          </ac:cxnSpMkLst>
        </pc:cxnChg>
        <pc:cxnChg chg="add">
          <ac:chgData name="Peethala Rajiv Roy (PED/Hosur/TVSMotor)" userId="e2d9917c-f3dd-4083-a688-e3a90de602c2" providerId="ADAL" clId="{7AECE3AF-5704-4967-BD45-876FBB82BAF3}" dt="2026-08-15T05:29:50.526" v="5164" actId="11529"/>
          <ac:cxnSpMkLst>
            <pc:docMk/>
            <pc:sldMk cId="2493549634" sldId="366"/>
            <ac:cxnSpMk id="81" creationId="{993CB6DE-3938-C444-54FE-7AA40BE24A4B}"/>
          </ac:cxnSpMkLst>
        </pc:cxnChg>
        <pc:cxnChg chg="add mod">
          <ac:chgData name="Peethala Rajiv Roy (PED/Hosur/TVSMotor)" userId="e2d9917c-f3dd-4083-a688-e3a90de602c2" providerId="ADAL" clId="{7AECE3AF-5704-4967-BD45-876FBB82BAF3}" dt="2026-08-15T05:30:30.555" v="5175" actId="1035"/>
          <ac:cxnSpMkLst>
            <pc:docMk/>
            <pc:sldMk cId="2493549634" sldId="366"/>
            <ac:cxnSpMk id="83" creationId="{E774AADC-C419-D36F-88CD-E8CCAB4EA68B}"/>
          </ac:cxnSpMkLst>
        </pc:cxnChg>
      </pc:sldChg>
      <pc:sldChg chg="addSp delSp modSp add mod">
        <pc:chgData name="Peethala Rajiv Roy (PED/Hosur/TVSMotor)" userId="e2d9917c-f3dd-4083-a688-e3a90de602c2" providerId="ADAL" clId="{7AECE3AF-5704-4967-BD45-876FBB82BAF3}" dt="2026-08-15T04:23:33.378" v="4339" actId="1035"/>
        <pc:sldMkLst>
          <pc:docMk/>
          <pc:sldMk cId="3537787568" sldId="367"/>
        </pc:sldMkLst>
        <pc:spChg chg="mod">
          <ac:chgData name="Peethala Rajiv Roy (PED/Hosur/TVSMotor)" userId="e2d9917c-f3dd-4083-a688-e3a90de602c2" providerId="ADAL" clId="{7AECE3AF-5704-4967-BD45-876FBB82BAF3}" dt="2026-07-25T09:37:42.775" v="2336" actId="20577"/>
          <ac:spMkLst>
            <pc:docMk/>
            <pc:sldMk cId="3537787568" sldId="367"/>
            <ac:spMk id="5" creationId="{66CC3E3B-0439-4BD4-AE3E-5D24324B8CED}"/>
          </ac:spMkLst>
        </pc:spChg>
        <pc:picChg chg="add mod">
          <ac:chgData name="Peethala Rajiv Roy (PED/Hosur/TVSMotor)" userId="e2d9917c-f3dd-4083-a688-e3a90de602c2" providerId="ADAL" clId="{7AECE3AF-5704-4967-BD45-876FBB82BAF3}" dt="2026-08-15T04:21:30.826" v="4329" actId="14100"/>
          <ac:picMkLst>
            <pc:docMk/>
            <pc:sldMk cId="3537787568" sldId="367"/>
            <ac:picMk id="3" creationId="{5843A3F6-2D0B-A7F1-F436-C6822701D2B6}"/>
          </ac:picMkLst>
        </pc:picChg>
        <pc:picChg chg="add mod">
          <ac:chgData name="Peethala Rajiv Roy (PED/Hosur/TVSMotor)" userId="e2d9917c-f3dd-4083-a688-e3a90de602c2" providerId="ADAL" clId="{7AECE3AF-5704-4967-BD45-876FBB82BAF3}" dt="2026-08-15T04:22:46.995" v="4333" actId="1076"/>
          <ac:picMkLst>
            <pc:docMk/>
            <pc:sldMk cId="3537787568" sldId="367"/>
            <ac:picMk id="7" creationId="{C6E854CE-61DA-86A1-4898-7FD21AAFBD68}"/>
          </ac:picMkLst>
        </pc:picChg>
        <pc:picChg chg="add mod">
          <ac:chgData name="Peethala Rajiv Roy (PED/Hosur/TVSMotor)" userId="e2d9917c-f3dd-4083-a688-e3a90de602c2" providerId="ADAL" clId="{7AECE3AF-5704-4967-BD45-876FBB82BAF3}" dt="2026-08-15T04:23:33.378" v="4339" actId="1035"/>
          <ac:picMkLst>
            <pc:docMk/>
            <pc:sldMk cId="3537787568" sldId="367"/>
            <ac:picMk id="9" creationId="{02746A98-A7EC-9621-F920-46E5F3D4B14B}"/>
          </ac:picMkLst>
        </pc:picChg>
        <pc:picChg chg="add del mod">
          <ac:chgData name="Peethala Rajiv Roy (PED/Hosur/TVSMotor)" userId="e2d9917c-f3dd-4083-a688-e3a90de602c2" providerId="ADAL" clId="{7AECE3AF-5704-4967-BD45-876FBB82BAF3}" dt="2026-08-15T04:21:24.363" v="4326" actId="478"/>
          <ac:picMkLst>
            <pc:docMk/>
            <pc:sldMk cId="3537787568" sldId="367"/>
            <ac:picMk id="11" creationId="{DF14695B-FE4B-0A25-D925-5BE9AC6F977D}"/>
          </ac:picMkLst>
        </pc:picChg>
        <pc:picChg chg="add del mod">
          <ac:chgData name="Peethala Rajiv Roy (PED/Hosur/TVSMotor)" userId="e2d9917c-f3dd-4083-a688-e3a90de602c2" providerId="ADAL" clId="{7AECE3AF-5704-4967-BD45-876FBB82BAF3}" dt="2026-08-15T04:21:23.375" v="4325" actId="478"/>
          <ac:picMkLst>
            <pc:docMk/>
            <pc:sldMk cId="3537787568" sldId="367"/>
            <ac:picMk id="13" creationId="{D1708A3E-6395-A811-4C82-E8C9366F8EA0}"/>
          </ac:picMkLst>
        </pc:picChg>
      </pc:sldChg>
      <pc:sldChg chg="addSp delSp modSp add mod">
        <pc:chgData name="Peethala Rajiv Roy (PED/Hosur/TVSMotor)" userId="e2d9917c-f3dd-4083-a688-e3a90de602c2" providerId="ADAL" clId="{7AECE3AF-5704-4967-BD45-876FBB82BAF3}" dt="2026-08-15T15:10:17.444" v="10436" actId="1076"/>
        <pc:sldMkLst>
          <pc:docMk/>
          <pc:sldMk cId="2610442820" sldId="368"/>
        </pc:sldMkLst>
        <pc:spChg chg="mod">
          <ac:chgData name="Peethala Rajiv Roy (PED/Hosur/TVSMotor)" userId="e2d9917c-f3dd-4083-a688-e3a90de602c2" providerId="ADAL" clId="{7AECE3AF-5704-4967-BD45-876FBB82BAF3}" dt="2026-08-15T15:09:40.019" v="10425" actId="1076"/>
          <ac:spMkLst>
            <pc:docMk/>
            <pc:sldMk cId="2610442820" sldId="368"/>
            <ac:spMk id="19" creationId="{F494BB4E-2794-658B-DB29-AD31A651D53A}"/>
          </ac:spMkLst>
        </pc:spChg>
        <pc:spChg chg="mod">
          <ac:chgData name="Peethala Rajiv Roy (PED/Hosur/TVSMotor)" userId="e2d9917c-f3dd-4083-a688-e3a90de602c2" providerId="ADAL" clId="{7AECE3AF-5704-4967-BD45-876FBB82BAF3}" dt="2026-08-15T15:09:49.002" v="10428" actId="1076"/>
          <ac:spMkLst>
            <pc:docMk/>
            <pc:sldMk cId="2610442820" sldId="368"/>
            <ac:spMk id="21" creationId="{3E6C0199-2904-282C-1A61-DFF3F4E59B10}"/>
          </ac:spMkLst>
        </pc:spChg>
        <pc:spChg chg="add mod">
          <ac:chgData name="Peethala Rajiv Roy (PED/Hosur/TVSMotor)" userId="e2d9917c-f3dd-4083-a688-e3a90de602c2" providerId="ADAL" clId="{7AECE3AF-5704-4967-BD45-876FBB82BAF3}" dt="2026-07-25T09:51:07.781" v="2419" actId="207"/>
          <ac:spMkLst>
            <pc:docMk/>
            <pc:sldMk cId="2610442820" sldId="368"/>
            <ac:spMk id="22" creationId="{894118C8-F1E8-2129-E527-EDAE08915E65}"/>
          </ac:spMkLst>
        </pc:spChg>
        <pc:spChg chg="add mod">
          <ac:chgData name="Peethala Rajiv Roy (PED/Hosur/TVSMotor)" userId="e2d9917c-f3dd-4083-a688-e3a90de602c2" providerId="ADAL" clId="{7AECE3AF-5704-4967-BD45-876FBB82BAF3}" dt="2026-07-25T09:52:39.792" v="2447" actId="1076"/>
          <ac:spMkLst>
            <pc:docMk/>
            <pc:sldMk cId="2610442820" sldId="368"/>
            <ac:spMk id="24" creationId="{5BF58603-718F-75CF-60D1-3ECA932211BC}"/>
          </ac:spMkLst>
        </pc:spChg>
        <pc:spChg chg="add mod">
          <ac:chgData name="Peethala Rajiv Roy (PED/Hosur/TVSMotor)" userId="e2d9917c-f3dd-4083-a688-e3a90de602c2" providerId="ADAL" clId="{7AECE3AF-5704-4967-BD45-876FBB82BAF3}" dt="2026-08-15T15:10:14.298" v="10435" actId="1076"/>
          <ac:spMkLst>
            <pc:docMk/>
            <pc:sldMk cId="2610442820" sldId="368"/>
            <ac:spMk id="28" creationId="{B52EFFF7-0315-1CDE-1D11-63473341944F}"/>
          </ac:spMkLst>
        </pc:spChg>
        <pc:spChg chg="add mod">
          <ac:chgData name="Peethala Rajiv Roy (PED/Hosur/TVSMotor)" userId="e2d9917c-f3dd-4083-a688-e3a90de602c2" providerId="ADAL" clId="{7AECE3AF-5704-4967-BD45-876FBB82BAF3}" dt="2026-08-15T15:10:17.444" v="10436" actId="1076"/>
          <ac:spMkLst>
            <pc:docMk/>
            <pc:sldMk cId="2610442820" sldId="368"/>
            <ac:spMk id="30" creationId="{1CD4D03A-F4EE-FD73-D64A-D795AF2C6425}"/>
          </ac:spMkLst>
        </pc:spChg>
        <pc:picChg chg="add del mod">
          <ac:chgData name="Peethala Rajiv Roy (PED/Hosur/TVSMotor)" userId="e2d9917c-f3dd-4083-a688-e3a90de602c2" providerId="ADAL" clId="{7AECE3AF-5704-4967-BD45-876FBB82BAF3}" dt="2026-08-15T15:08:56.353" v="10417" actId="478"/>
          <ac:picMkLst>
            <pc:docMk/>
            <pc:sldMk cId="2610442820" sldId="368"/>
            <ac:picMk id="3" creationId="{ADD5900E-F6AD-8E95-6E8C-1765E05B0E0B}"/>
          </ac:picMkLst>
        </pc:picChg>
        <pc:picChg chg="add mod">
          <ac:chgData name="Peethala Rajiv Roy (PED/Hosur/TVSMotor)" userId="e2d9917c-f3dd-4083-a688-e3a90de602c2" providerId="ADAL" clId="{7AECE3AF-5704-4967-BD45-876FBB82BAF3}" dt="2026-08-15T15:08:46.460" v="10415" actId="208"/>
          <ac:picMkLst>
            <pc:docMk/>
            <pc:sldMk cId="2610442820" sldId="368"/>
            <ac:picMk id="6" creationId="{EFC4578E-A3A6-9B1F-A7A2-D3B21269EEE9}"/>
          </ac:picMkLst>
        </pc:picChg>
        <pc:picChg chg="add mod">
          <ac:chgData name="Peethala Rajiv Roy (PED/Hosur/TVSMotor)" userId="e2d9917c-f3dd-4083-a688-e3a90de602c2" providerId="ADAL" clId="{7AECE3AF-5704-4967-BD45-876FBB82BAF3}" dt="2026-08-15T15:08:47.887" v="10416" actId="208"/>
          <ac:picMkLst>
            <pc:docMk/>
            <pc:sldMk cId="2610442820" sldId="368"/>
            <ac:picMk id="8" creationId="{C9F4F55E-B6EC-4D77-9DBE-9A4AE42AC283}"/>
          </ac:picMkLst>
        </pc:picChg>
        <pc:picChg chg="add mod ord">
          <ac:chgData name="Peethala Rajiv Roy (PED/Hosur/TVSMotor)" userId="e2d9917c-f3dd-4083-a688-e3a90de602c2" providerId="ADAL" clId="{7AECE3AF-5704-4967-BD45-876FBB82BAF3}" dt="2026-08-15T15:10:00.961" v="10433" actId="1076"/>
          <ac:picMkLst>
            <pc:docMk/>
            <pc:sldMk cId="2610442820" sldId="368"/>
            <ac:picMk id="10" creationId="{BD91DE0A-B2F3-8009-FD2E-EDA0F43B9A9F}"/>
          </ac:picMkLst>
        </pc:picChg>
        <pc:picChg chg="add del mod">
          <ac:chgData name="Peethala Rajiv Roy (PED/Hosur/TVSMotor)" userId="e2d9917c-f3dd-4083-a688-e3a90de602c2" providerId="ADAL" clId="{7AECE3AF-5704-4967-BD45-876FBB82BAF3}" dt="2026-08-15T15:06:57.232" v="10406" actId="478"/>
          <ac:picMkLst>
            <pc:docMk/>
            <pc:sldMk cId="2610442820" sldId="368"/>
            <ac:picMk id="11" creationId="{45792AE5-6334-842B-7CBC-74B9A2F156FF}"/>
          </ac:picMkLst>
        </pc:picChg>
        <pc:cxnChg chg="mod">
          <ac:chgData name="Peethala Rajiv Roy (PED/Hosur/TVSMotor)" userId="e2d9917c-f3dd-4083-a688-e3a90de602c2" providerId="ADAL" clId="{7AECE3AF-5704-4967-BD45-876FBB82BAF3}" dt="2026-08-15T15:09:40.019" v="10425" actId="1076"/>
          <ac:cxnSpMkLst>
            <pc:docMk/>
            <pc:sldMk cId="2610442820" sldId="368"/>
            <ac:cxnSpMk id="18" creationId="{9391429C-2F32-F37B-E0C7-BFCCA9E7E140}"/>
          </ac:cxnSpMkLst>
        </pc:cxnChg>
        <pc:cxnChg chg="mod">
          <ac:chgData name="Peethala Rajiv Roy (PED/Hosur/TVSMotor)" userId="e2d9917c-f3dd-4083-a688-e3a90de602c2" providerId="ADAL" clId="{7AECE3AF-5704-4967-BD45-876FBB82BAF3}" dt="2026-08-15T15:09:49.002" v="10428" actId="1076"/>
          <ac:cxnSpMkLst>
            <pc:docMk/>
            <pc:sldMk cId="2610442820" sldId="368"/>
            <ac:cxnSpMk id="20" creationId="{9BE628B8-07B9-BA79-3AED-95FC2248B4DD}"/>
          </ac:cxnSpMkLst>
        </pc:cxnChg>
        <pc:cxnChg chg="add mod">
          <ac:chgData name="Peethala Rajiv Roy (PED/Hosur/TVSMotor)" userId="e2d9917c-f3dd-4083-a688-e3a90de602c2" providerId="ADAL" clId="{7AECE3AF-5704-4967-BD45-876FBB82BAF3}" dt="2026-08-15T15:10:05.853" v="10434" actId="14100"/>
          <ac:cxnSpMkLst>
            <pc:docMk/>
            <pc:sldMk cId="2610442820" sldId="368"/>
            <ac:cxnSpMk id="26" creationId="{66670C23-60C9-85CC-9358-D43557EE360C}"/>
          </ac:cxnSpMkLst>
        </pc:cxnChg>
        <pc:cxnChg chg="add mod">
          <ac:chgData name="Peethala Rajiv Roy (PED/Hosur/TVSMotor)" userId="e2d9917c-f3dd-4083-a688-e3a90de602c2" providerId="ADAL" clId="{7AECE3AF-5704-4967-BD45-876FBB82BAF3}" dt="2026-08-15T15:10:14.298" v="10435" actId="1076"/>
          <ac:cxnSpMkLst>
            <pc:docMk/>
            <pc:sldMk cId="2610442820" sldId="368"/>
            <ac:cxnSpMk id="27" creationId="{22DEA05B-0714-EF20-E4E6-5055CB7754EC}"/>
          </ac:cxnSpMkLst>
        </pc:cxnChg>
        <pc:cxnChg chg="add mod">
          <ac:chgData name="Peethala Rajiv Roy (PED/Hosur/TVSMotor)" userId="e2d9917c-f3dd-4083-a688-e3a90de602c2" providerId="ADAL" clId="{7AECE3AF-5704-4967-BD45-876FBB82BAF3}" dt="2026-08-15T15:10:17.444" v="10436" actId="1076"/>
          <ac:cxnSpMkLst>
            <pc:docMk/>
            <pc:sldMk cId="2610442820" sldId="368"/>
            <ac:cxnSpMk id="29" creationId="{CB50E2AA-27F0-37EF-EFBC-1A2E33561D86}"/>
          </ac:cxnSpMkLst>
        </pc:cxnChg>
      </pc:sldChg>
      <pc:sldChg chg="addSp delSp modSp add mod">
        <pc:chgData name="Peethala Rajiv Roy (PED/Hosur/TVSMotor)" userId="e2d9917c-f3dd-4083-a688-e3a90de602c2" providerId="ADAL" clId="{7AECE3AF-5704-4967-BD45-876FBB82BAF3}" dt="2026-08-15T15:12:14.626" v="10461" actId="14100"/>
        <pc:sldMkLst>
          <pc:docMk/>
          <pc:sldMk cId="3137021147" sldId="369"/>
        </pc:sldMkLst>
        <pc:spChg chg="mod">
          <ac:chgData name="Peethala Rajiv Roy (PED/Hosur/TVSMotor)" userId="e2d9917c-f3dd-4083-a688-e3a90de602c2" providerId="ADAL" clId="{7AECE3AF-5704-4967-BD45-876FBB82BAF3}" dt="2026-08-15T15:11:17.095" v="10445" actId="1076"/>
          <ac:spMkLst>
            <pc:docMk/>
            <pc:sldMk cId="3137021147" sldId="369"/>
            <ac:spMk id="19" creationId="{41EBF8C2-662A-47E2-958B-8A584E3E2FDE}"/>
          </ac:spMkLst>
        </pc:spChg>
        <pc:spChg chg="mod">
          <ac:chgData name="Peethala Rajiv Roy (PED/Hosur/TVSMotor)" userId="e2d9917c-f3dd-4083-a688-e3a90de602c2" providerId="ADAL" clId="{7AECE3AF-5704-4967-BD45-876FBB82BAF3}" dt="2026-08-15T15:11:25.494" v="10446" actId="1076"/>
          <ac:spMkLst>
            <pc:docMk/>
            <pc:sldMk cId="3137021147" sldId="369"/>
            <ac:spMk id="21" creationId="{8E0C1515-6D40-1B7E-9D8B-254E14F572D7}"/>
          </ac:spMkLst>
        </pc:spChg>
        <pc:spChg chg="mod">
          <ac:chgData name="Peethala Rajiv Roy (PED/Hosur/TVSMotor)" userId="e2d9917c-f3dd-4083-a688-e3a90de602c2" providerId="ADAL" clId="{7AECE3AF-5704-4967-BD45-876FBB82BAF3}" dt="2026-07-25T09:57:39.130" v="2483" actId="20577"/>
          <ac:spMkLst>
            <pc:docMk/>
            <pc:sldMk cId="3137021147" sldId="369"/>
            <ac:spMk id="22" creationId="{6662A6AE-B660-8575-B186-664D462A347E}"/>
          </ac:spMkLst>
        </pc:spChg>
        <pc:spChg chg="mod">
          <ac:chgData name="Peethala Rajiv Roy (PED/Hosur/TVSMotor)" userId="e2d9917c-f3dd-4083-a688-e3a90de602c2" providerId="ADAL" clId="{7AECE3AF-5704-4967-BD45-876FBB82BAF3}" dt="2026-07-25T09:58:44.869" v="2484" actId="1076"/>
          <ac:spMkLst>
            <pc:docMk/>
            <pc:sldMk cId="3137021147" sldId="369"/>
            <ac:spMk id="24" creationId="{EDC176A6-10B1-352C-FFFB-0E43BC12563D}"/>
          </ac:spMkLst>
        </pc:spChg>
        <pc:spChg chg="mod">
          <ac:chgData name="Peethala Rajiv Roy (PED/Hosur/TVSMotor)" userId="e2d9917c-f3dd-4083-a688-e3a90de602c2" providerId="ADAL" clId="{7AECE3AF-5704-4967-BD45-876FBB82BAF3}" dt="2026-08-15T15:11:51.286" v="10448" actId="1076"/>
          <ac:spMkLst>
            <pc:docMk/>
            <pc:sldMk cId="3137021147" sldId="369"/>
            <ac:spMk id="28" creationId="{E2665930-E98C-0E75-1500-D62A9B56B66D}"/>
          </ac:spMkLst>
        </pc:spChg>
        <pc:spChg chg="mod">
          <ac:chgData name="Peethala Rajiv Roy (PED/Hosur/TVSMotor)" userId="e2d9917c-f3dd-4083-a688-e3a90de602c2" providerId="ADAL" clId="{7AECE3AF-5704-4967-BD45-876FBB82BAF3}" dt="2026-08-15T15:11:57.136" v="10449" actId="1076"/>
          <ac:spMkLst>
            <pc:docMk/>
            <pc:sldMk cId="3137021147" sldId="369"/>
            <ac:spMk id="30" creationId="{C849C505-B8E3-51E7-B415-119E55014EA8}"/>
          </ac:spMkLst>
        </pc:spChg>
        <pc:picChg chg="add mod">
          <ac:chgData name="Peethala Rajiv Roy (PED/Hosur/TVSMotor)" userId="e2d9917c-f3dd-4083-a688-e3a90de602c2" providerId="ADAL" clId="{7AECE3AF-5704-4967-BD45-876FBB82BAF3}" dt="2026-08-15T15:11:04.435" v="10444" actId="208"/>
          <ac:picMkLst>
            <pc:docMk/>
            <pc:sldMk cId="3137021147" sldId="369"/>
            <ac:picMk id="3" creationId="{A595D289-A385-2CA5-0CAA-C1DC246F1F54}"/>
          </ac:picMkLst>
        </pc:picChg>
        <pc:picChg chg="add del mod">
          <ac:chgData name="Peethala Rajiv Roy (PED/Hosur/TVSMotor)" userId="e2d9917c-f3dd-4083-a688-e3a90de602c2" providerId="ADAL" clId="{7AECE3AF-5704-4967-BD45-876FBB82BAF3}" dt="2026-08-15T15:10:25.156" v="10437" actId="478"/>
          <ac:picMkLst>
            <pc:docMk/>
            <pc:sldMk cId="3137021147" sldId="369"/>
            <ac:picMk id="6" creationId="{DD2D5127-FC70-A49E-1E1A-DD39029DEEF0}"/>
          </ac:picMkLst>
        </pc:picChg>
        <pc:cxnChg chg="add mod">
          <ac:chgData name="Peethala Rajiv Roy (PED/Hosur/TVSMotor)" userId="e2d9917c-f3dd-4083-a688-e3a90de602c2" providerId="ADAL" clId="{7AECE3AF-5704-4967-BD45-876FBB82BAF3}" dt="2026-08-15T15:12:14.626" v="10461" actId="14100"/>
          <ac:cxnSpMkLst>
            <pc:docMk/>
            <pc:sldMk cId="3137021147" sldId="369"/>
            <ac:cxnSpMk id="7" creationId="{64940F8C-91D7-BD88-D555-1075AC35F482}"/>
          </ac:cxnSpMkLst>
        </pc:cxnChg>
        <pc:cxnChg chg="mod">
          <ac:chgData name="Peethala Rajiv Roy (PED/Hosur/TVSMotor)" userId="e2d9917c-f3dd-4083-a688-e3a90de602c2" providerId="ADAL" clId="{7AECE3AF-5704-4967-BD45-876FBB82BAF3}" dt="2026-08-15T15:11:17.095" v="10445" actId="1076"/>
          <ac:cxnSpMkLst>
            <pc:docMk/>
            <pc:sldMk cId="3137021147" sldId="369"/>
            <ac:cxnSpMk id="18" creationId="{DE371F8A-A85C-6DCE-169B-19A4CE792E9D}"/>
          </ac:cxnSpMkLst>
        </pc:cxnChg>
        <pc:cxnChg chg="mod">
          <ac:chgData name="Peethala Rajiv Roy (PED/Hosur/TVSMotor)" userId="e2d9917c-f3dd-4083-a688-e3a90de602c2" providerId="ADAL" clId="{7AECE3AF-5704-4967-BD45-876FBB82BAF3}" dt="2026-08-15T15:11:25.494" v="10446" actId="1076"/>
          <ac:cxnSpMkLst>
            <pc:docMk/>
            <pc:sldMk cId="3137021147" sldId="369"/>
            <ac:cxnSpMk id="20" creationId="{3113496C-E225-5FB8-DA5E-8DCB6F53AB9D}"/>
          </ac:cxnSpMkLst>
        </pc:cxnChg>
        <pc:cxnChg chg="mod">
          <ac:chgData name="Peethala Rajiv Roy (PED/Hosur/TVSMotor)" userId="e2d9917c-f3dd-4083-a688-e3a90de602c2" providerId="ADAL" clId="{7AECE3AF-5704-4967-BD45-876FBB82BAF3}" dt="2026-08-15T15:11:51.286" v="10448" actId="1076"/>
          <ac:cxnSpMkLst>
            <pc:docMk/>
            <pc:sldMk cId="3137021147" sldId="369"/>
            <ac:cxnSpMk id="27" creationId="{60FF89BD-5723-F4A1-67C3-A89A28103A1D}"/>
          </ac:cxnSpMkLst>
        </pc:cxnChg>
        <pc:cxnChg chg="mod">
          <ac:chgData name="Peethala Rajiv Roy (PED/Hosur/TVSMotor)" userId="e2d9917c-f3dd-4083-a688-e3a90de602c2" providerId="ADAL" clId="{7AECE3AF-5704-4967-BD45-876FBB82BAF3}" dt="2026-08-15T15:11:57.136" v="10449" actId="1076"/>
          <ac:cxnSpMkLst>
            <pc:docMk/>
            <pc:sldMk cId="3137021147" sldId="369"/>
            <ac:cxnSpMk id="29" creationId="{D990FBDB-8468-B66B-AC47-798A89125EB8}"/>
          </ac:cxnSpMkLst>
        </pc:cxnChg>
      </pc:sldChg>
      <pc:sldChg chg="addSp delSp modSp add mod ord">
        <pc:chgData name="Peethala Rajiv Roy (PED/Hosur/TVSMotor)" userId="e2d9917c-f3dd-4083-a688-e3a90de602c2" providerId="ADAL" clId="{7AECE3AF-5704-4967-BD45-876FBB82BAF3}" dt="2026-08-15T15:18:12.225" v="10501"/>
        <pc:sldMkLst>
          <pc:docMk/>
          <pc:sldMk cId="544767357" sldId="370"/>
        </pc:sldMkLst>
        <pc:spChg chg="add mod">
          <ac:chgData name="Peethala Rajiv Roy (PED/Hosur/TVSMotor)" userId="e2d9917c-f3dd-4083-a688-e3a90de602c2" providerId="ADAL" clId="{7AECE3AF-5704-4967-BD45-876FBB82BAF3}" dt="2026-08-15T15:15:15.169" v="10482" actId="1076"/>
          <ac:spMkLst>
            <pc:docMk/>
            <pc:sldMk cId="544767357" sldId="370"/>
            <ac:spMk id="8" creationId="{6A4A0159-0977-241B-89BB-BFD37283FAD6}"/>
          </ac:spMkLst>
        </pc:spChg>
        <pc:spChg chg="add mod">
          <ac:chgData name="Peethala Rajiv Roy (PED/Hosur/TVSMotor)" userId="e2d9917c-f3dd-4083-a688-e3a90de602c2" providerId="ADAL" clId="{7AECE3AF-5704-4967-BD45-876FBB82BAF3}" dt="2026-08-15T04:51:16.514" v="4624" actId="1076"/>
          <ac:spMkLst>
            <pc:docMk/>
            <pc:sldMk cId="544767357" sldId="370"/>
            <ac:spMk id="13" creationId="{C684B2F4-91E8-6858-437D-521849D8A320}"/>
          </ac:spMkLst>
        </pc:spChg>
        <pc:spChg chg="add mod">
          <ac:chgData name="Peethala Rajiv Roy (PED/Hosur/TVSMotor)" userId="e2d9917c-f3dd-4083-a688-e3a90de602c2" providerId="ADAL" clId="{7AECE3AF-5704-4967-BD45-876FBB82BAF3}" dt="2026-08-15T15:15:06.269" v="10480" actId="1076"/>
          <ac:spMkLst>
            <pc:docMk/>
            <pc:sldMk cId="544767357" sldId="370"/>
            <ac:spMk id="19" creationId="{D2BF559F-C727-55B7-10F5-F2B8B052ACD4}"/>
          </ac:spMkLst>
        </pc:spChg>
        <pc:spChg chg="add mod">
          <ac:chgData name="Peethala Rajiv Roy (PED/Hosur/TVSMotor)" userId="e2d9917c-f3dd-4083-a688-e3a90de602c2" providerId="ADAL" clId="{7AECE3AF-5704-4967-BD45-876FBB82BAF3}" dt="2026-08-15T15:15:06.269" v="10480" actId="1076"/>
          <ac:spMkLst>
            <pc:docMk/>
            <pc:sldMk cId="544767357" sldId="370"/>
            <ac:spMk id="21" creationId="{1CC8B878-3920-DBDD-8FC1-D2336721CE62}"/>
          </ac:spMkLst>
        </pc:spChg>
        <pc:spChg chg="mod">
          <ac:chgData name="Peethala Rajiv Roy (PED/Hosur/TVSMotor)" userId="e2d9917c-f3dd-4083-a688-e3a90de602c2" providerId="ADAL" clId="{7AECE3AF-5704-4967-BD45-876FBB82BAF3}" dt="2026-08-15T04:50:10.687" v="4604" actId="20577"/>
          <ac:spMkLst>
            <pc:docMk/>
            <pc:sldMk cId="544767357" sldId="370"/>
            <ac:spMk id="22" creationId="{7F2D35EC-37E6-104E-04C8-1FDEB7225402}"/>
          </ac:spMkLst>
        </pc:spChg>
        <pc:spChg chg="add mod">
          <ac:chgData name="Peethala Rajiv Roy (PED/Hosur/TVSMotor)" userId="e2d9917c-f3dd-4083-a688-e3a90de602c2" providerId="ADAL" clId="{7AECE3AF-5704-4967-BD45-876FBB82BAF3}" dt="2026-08-15T15:18:12.225" v="10501"/>
          <ac:spMkLst>
            <pc:docMk/>
            <pc:sldMk cId="544767357" sldId="370"/>
            <ac:spMk id="30" creationId="{7653EB1F-7DD5-1513-AFF7-903182135B14}"/>
          </ac:spMkLst>
        </pc:spChg>
        <pc:spChg chg="add mod">
          <ac:chgData name="Peethala Rajiv Roy (PED/Hosur/TVSMotor)" userId="e2d9917c-f3dd-4083-a688-e3a90de602c2" providerId="ADAL" clId="{7AECE3AF-5704-4967-BD45-876FBB82BAF3}" dt="2026-08-15T15:18:12.225" v="10501"/>
          <ac:spMkLst>
            <pc:docMk/>
            <pc:sldMk cId="544767357" sldId="370"/>
            <ac:spMk id="32" creationId="{514E11AF-9A54-DCC2-125F-0F774618FE43}"/>
          </ac:spMkLst>
        </pc:spChg>
        <pc:picChg chg="add del mod">
          <ac:chgData name="Peethala Rajiv Roy (PED/Hosur/TVSMotor)" userId="e2d9917c-f3dd-4083-a688-e3a90de602c2" providerId="ADAL" clId="{7AECE3AF-5704-4967-BD45-876FBB82BAF3}" dt="2026-08-15T04:51:26.183" v="4626" actId="478"/>
          <ac:picMkLst>
            <pc:docMk/>
            <pc:sldMk cId="544767357" sldId="370"/>
            <ac:picMk id="3" creationId="{DFFC9B4C-CA94-F147-05AC-823A43411066}"/>
          </ac:picMkLst>
        </pc:picChg>
        <pc:picChg chg="add del mod">
          <ac:chgData name="Peethala Rajiv Roy (PED/Hosur/TVSMotor)" userId="e2d9917c-f3dd-4083-a688-e3a90de602c2" providerId="ADAL" clId="{7AECE3AF-5704-4967-BD45-876FBB82BAF3}" dt="2026-08-15T04:51:03.764" v="4605" actId="478"/>
          <ac:picMkLst>
            <pc:docMk/>
            <pc:sldMk cId="544767357" sldId="370"/>
            <ac:picMk id="6" creationId="{131AC9F6-5BF7-70E8-726F-968527EB5ED3}"/>
          </ac:picMkLst>
        </pc:picChg>
        <pc:picChg chg="add del mod">
          <ac:chgData name="Peethala Rajiv Roy (PED/Hosur/TVSMotor)" userId="e2d9917c-f3dd-4083-a688-e3a90de602c2" providerId="ADAL" clId="{7AECE3AF-5704-4967-BD45-876FBB82BAF3}" dt="2026-08-15T15:12:30.563" v="10462" actId="478"/>
          <ac:picMkLst>
            <pc:docMk/>
            <pc:sldMk cId="544767357" sldId="370"/>
            <ac:picMk id="9" creationId="{15959728-EC0C-9F02-ACC1-66939FB5A188}"/>
          </ac:picMkLst>
        </pc:picChg>
        <pc:picChg chg="add del mod">
          <ac:chgData name="Peethala Rajiv Roy (PED/Hosur/TVSMotor)" userId="e2d9917c-f3dd-4083-a688-e3a90de602c2" providerId="ADAL" clId="{7AECE3AF-5704-4967-BD45-876FBB82BAF3}" dt="2026-08-15T04:52:04.319" v="4630" actId="478"/>
          <ac:picMkLst>
            <pc:docMk/>
            <pc:sldMk cId="544767357" sldId="370"/>
            <ac:picMk id="10" creationId="{4C428E8D-B52D-C3D9-C23A-F3721FBE9277}"/>
          </ac:picMkLst>
        </pc:picChg>
        <pc:picChg chg="add del mod">
          <ac:chgData name="Peethala Rajiv Roy (PED/Hosur/TVSMotor)" userId="e2d9917c-f3dd-4083-a688-e3a90de602c2" providerId="ADAL" clId="{7AECE3AF-5704-4967-BD45-876FBB82BAF3}" dt="2026-08-15T15:13:15.428" v="10463" actId="478"/>
          <ac:picMkLst>
            <pc:docMk/>
            <pc:sldMk cId="544767357" sldId="370"/>
            <ac:picMk id="12" creationId="{A3FF5F90-3F7F-E029-3DC9-9664F2389A49}"/>
          </ac:picMkLst>
        </pc:picChg>
        <pc:picChg chg="add del mod">
          <ac:chgData name="Peethala Rajiv Roy (PED/Hosur/TVSMotor)" userId="e2d9917c-f3dd-4083-a688-e3a90de602c2" providerId="ADAL" clId="{7AECE3AF-5704-4967-BD45-876FBB82BAF3}" dt="2026-08-15T15:15:09.246" v="10481" actId="478"/>
          <ac:picMkLst>
            <pc:docMk/>
            <pc:sldMk cId="544767357" sldId="370"/>
            <ac:picMk id="15" creationId="{B0E36784-9E41-686E-EFA1-B860F67BB828}"/>
          </ac:picMkLst>
        </pc:picChg>
        <pc:picChg chg="add mod">
          <ac:chgData name="Peethala Rajiv Roy (PED/Hosur/TVSMotor)" userId="e2d9917c-f3dd-4083-a688-e3a90de602c2" providerId="ADAL" clId="{7AECE3AF-5704-4967-BD45-876FBB82BAF3}" dt="2026-08-15T15:15:00.379" v="10479" actId="1076"/>
          <ac:picMkLst>
            <pc:docMk/>
            <pc:sldMk cId="544767357" sldId="370"/>
            <ac:picMk id="17" creationId="{6DD9D49E-13AD-11A4-D3EB-58902F25FE5A}"/>
          </ac:picMkLst>
        </pc:picChg>
        <pc:picChg chg="add mod">
          <ac:chgData name="Peethala Rajiv Roy (PED/Hosur/TVSMotor)" userId="e2d9917c-f3dd-4083-a688-e3a90de602c2" providerId="ADAL" clId="{7AECE3AF-5704-4967-BD45-876FBB82BAF3}" dt="2026-08-15T15:14:53.659" v="10478" actId="208"/>
          <ac:picMkLst>
            <pc:docMk/>
            <pc:sldMk cId="544767357" sldId="370"/>
            <ac:picMk id="24" creationId="{9854781B-F652-0697-8BAB-AA18B3CAF3ED}"/>
          </ac:picMkLst>
        </pc:picChg>
        <pc:picChg chg="add del mod">
          <ac:chgData name="Peethala Rajiv Roy (PED/Hosur/TVSMotor)" userId="e2d9917c-f3dd-4083-a688-e3a90de602c2" providerId="ADAL" clId="{7AECE3AF-5704-4967-BD45-876FBB82BAF3}" dt="2026-08-15T15:16:04.371" v="10486" actId="478"/>
          <ac:picMkLst>
            <pc:docMk/>
            <pc:sldMk cId="544767357" sldId="370"/>
            <ac:picMk id="26" creationId="{6ED6E298-44BC-7DF5-F164-2F8E8D1F8CA6}"/>
          </ac:picMkLst>
        </pc:picChg>
        <pc:picChg chg="add mod">
          <ac:chgData name="Peethala Rajiv Roy (PED/Hosur/TVSMotor)" userId="e2d9917c-f3dd-4083-a688-e3a90de602c2" providerId="ADAL" clId="{7AECE3AF-5704-4967-BD45-876FBB82BAF3}" dt="2026-08-15T15:16:33.711" v="10490" actId="14100"/>
          <ac:picMkLst>
            <pc:docMk/>
            <pc:sldMk cId="544767357" sldId="370"/>
            <ac:picMk id="28" creationId="{A198A848-F4D5-99AB-B496-C404E56B2169}"/>
          </ac:picMkLst>
        </pc:picChg>
        <pc:cxnChg chg="add mod">
          <ac:chgData name="Peethala Rajiv Roy (PED/Hosur/TVSMotor)" userId="e2d9917c-f3dd-4083-a688-e3a90de602c2" providerId="ADAL" clId="{7AECE3AF-5704-4967-BD45-876FBB82BAF3}" dt="2026-08-15T15:15:06.269" v="10480" actId="1076"/>
          <ac:cxnSpMkLst>
            <pc:docMk/>
            <pc:sldMk cId="544767357" sldId="370"/>
            <ac:cxnSpMk id="18" creationId="{B025C851-D095-46D5-BC7D-DDAC0EDDD3BC}"/>
          </ac:cxnSpMkLst>
        </pc:cxnChg>
        <pc:cxnChg chg="add mod">
          <ac:chgData name="Peethala Rajiv Roy (PED/Hosur/TVSMotor)" userId="e2d9917c-f3dd-4083-a688-e3a90de602c2" providerId="ADAL" clId="{7AECE3AF-5704-4967-BD45-876FBB82BAF3}" dt="2026-08-15T15:15:06.269" v="10480" actId="1076"/>
          <ac:cxnSpMkLst>
            <pc:docMk/>
            <pc:sldMk cId="544767357" sldId="370"/>
            <ac:cxnSpMk id="20" creationId="{86C35620-7B1D-6C10-B91B-60016600F9AB}"/>
          </ac:cxnSpMkLst>
        </pc:cxnChg>
        <pc:cxnChg chg="add mod">
          <ac:chgData name="Peethala Rajiv Roy (PED/Hosur/TVSMotor)" userId="e2d9917c-f3dd-4083-a688-e3a90de602c2" providerId="ADAL" clId="{7AECE3AF-5704-4967-BD45-876FBB82BAF3}" dt="2026-08-15T15:18:12.225" v="10501"/>
          <ac:cxnSpMkLst>
            <pc:docMk/>
            <pc:sldMk cId="544767357" sldId="370"/>
            <ac:cxnSpMk id="29" creationId="{5ED38971-58C5-9EA0-CC46-DBA5FA77E819}"/>
          </ac:cxnSpMkLst>
        </pc:cxnChg>
        <pc:cxnChg chg="add mod">
          <ac:chgData name="Peethala Rajiv Roy (PED/Hosur/TVSMotor)" userId="e2d9917c-f3dd-4083-a688-e3a90de602c2" providerId="ADAL" clId="{7AECE3AF-5704-4967-BD45-876FBB82BAF3}" dt="2026-08-15T15:18:12.225" v="10501"/>
          <ac:cxnSpMkLst>
            <pc:docMk/>
            <pc:sldMk cId="544767357" sldId="370"/>
            <ac:cxnSpMk id="31" creationId="{FF2504FF-9F14-097F-40CF-3A0D4405F656}"/>
          </ac:cxnSpMkLst>
        </pc:cxnChg>
      </pc:sldChg>
      <pc:sldChg chg="addSp delSp modSp add mod ord">
        <pc:chgData name="Peethala Rajiv Roy (PED/Hosur/TVSMotor)" userId="e2d9917c-f3dd-4083-a688-e3a90de602c2" providerId="ADAL" clId="{7AECE3AF-5704-4967-BD45-876FBB82BAF3}" dt="2026-08-15T15:22:57.740" v="10542" actId="1038"/>
        <pc:sldMkLst>
          <pc:docMk/>
          <pc:sldMk cId="3729878908" sldId="372"/>
        </pc:sldMkLst>
        <pc:spChg chg="mod">
          <ac:chgData name="Peethala Rajiv Roy (PED/Hosur/TVSMotor)" userId="e2d9917c-f3dd-4083-a688-e3a90de602c2" providerId="ADAL" clId="{7AECE3AF-5704-4967-BD45-876FBB82BAF3}" dt="2026-08-15T15:21:55.268" v="10532" actId="1076"/>
          <ac:spMkLst>
            <pc:docMk/>
            <pc:sldMk cId="3729878908" sldId="372"/>
            <ac:spMk id="8" creationId="{158E6EE5-5F78-6BD1-C0E5-E9A8E726FE96}"/>
          </ac:spMkLst>
        </pc:spChg>
        <pc:spChg chg="mod">
          <ac:chgData name="Peethala Rajiv Roy (PED/Hosur/TVSMotor)" userId="e2d9917c-f3dd-4083-a688-e3a90de602c2" providerId="ADAL" clId="{7AECE3AF-5704-4967-BD45-876FBB82BAF3}" dt="2026-08-15T15:20:57.066" v="10522" actId="1076"/>
          <ac:spMkLst>
            <pc:docMk/>
            <pc:sldMk cId="3729878908" sldId="372"/>
            <ac:spMk id="13" creationId="{F7230F12-6138-F9FE-DCDA-3142293948DB}"/>
          </ac:spMkLst>
        </pc:spChg>
        <pc:spChg chg="add mod">
          <ac:chgData name="Peethala Rajiv Roy (PED/Hosur/TVSMotor)" userId="e2d9917c-f3dd-4083-a688-e3a90de602c2" providerId="ADAL" clId="{7AECE3AF-5704-4967-BD45-876FBB82BAF3}" dt="2026-08-15T15:21:49.772" v="10531" actId="1076"/>
          <ac:spMkLst>
            <pc:docMk/>
            <pc:sldMk cId="3729878908" sldId="372"/>
            <ac:spMk id="15" creationId="{51EFE704-BB7B-1F93-4857-26E2CC813167}"/>
          </ac:spMkLst>
        </pc:spChg>
        <pc:spChg chg="add mod">
          <ac:chgData name="Peethala Rajiv Roy (PED/Hosur/TVSMotor)" userId="e2d9917c-f3dd-4083-a688-e3a90de602c2" providerId="ADAL" clId="{7AECE3AF-5704-4967-BD45-876FBB82BAF3}" dt="2026-08-15T15:21:37.826" v="10530" actId="1076"/>
          <ac:spMkLst>
            <pc:docMk/>
            <pc:sldMk cId="3729878908" sldId="372"/>
            <ac:spMk id="17" creationId="{29EAA22E-7152-1261-0CB7-BEBF19A35DD9}"/>
          </ac:spMkLst>
        </pc:spChg>
        <pc:spChg chg="mod">
          <ac:chgData name="Peethala Rajiv Roy (PED/Hosur/TVSMotor)" userId="e2d9917c-f3dd-4083-a688-e3a90de602c2" providerId="ADAL" clId="{7AECE3AF-5704-4967-BD45-876FBB82BAF3}" dt="2026-07-25T10:17:58.447" v="2657" actId="20577"/>
          <ac:spMkLst>
            <pc:docMk/>
            <pc:sldMk cId="3729878908" sldId="372"/>
            <ac:spMk id="22" creationId="{6CC369C0-4F48-357D-2A00-4EEDC4BDBEFE}"/>
          </ac:spMkLst>
        </pc:spChg>
        <pc:picChg chg="add del mod">
          <ac:chgData name="Peethala Rajiv Roy (PED/Hosur/TVSMotor)" userId="e2d9917c-f3dd-4083-a688-e3a90de602c2" providerId="ADAL" clId="{7AECE3AF-5704-4967-BD45-876FBB82BAF3}" dt="2026-08-15T15:20:23.366" v="10517" actId="478"/>
          <ac:picMkLst>
            <pc:docMk/>
            <pc:sldMk cId="3729878908" sldId="372"/>
            <ac:picMk id="3" creationId="{5313935A-5874-1C23-451A-C8D236BEE655}"/>
          </ac:picMkLst>
        </pc:picChg>
        <pc:picChg chg="add del mod">
          <ac:chgData name="Peethala Rajiv Roy (PED/Hosur/TVSMotor)" userId="e2d9917c-f3dd-4083-a688-e3a90de602c2" providerId="ADAL" clId="{7AECE3AF-5704-4967-BD45-876FBB82BAF3}" dt="2026-08-15T15:20:22.264" v="10516" actId="478"/>
          <ac:picMkLst>
            <pc:docMk/>
            <pc:sldMk cId="3729878908" sldId="372"/>
            <ac:picMk id="6" creationId="{0ECE60D2-DAB9-E4C7-B640-8E4D2BEA80B7}"/>
          </ac:picMkLst>
        </pc:picChg>
        <pc:picChg chg="add del mod">
          <ac:chgData name="Peethala Rajiv Roy (PED/Hosur/TVSMotor)" userId="e2d9917c-f3dd-4083-a688-e3a90de602c2" providerId="ADAL" clId="{7AECE3AF-5704-4967-BD45-876FBB82BAF3}" dt="2026-08-15T15:20:20.362" v="10515" actId="478"/>
          <ac:picMkLst>
            <pc:docMk/>
            <pc:sldMk cId="3729878908" sldId="372"/>
            <ac:picMk id="9" creationId="{07CC3407-8138-C727-7D5B-36478D9455C0}"/>
          </ac:picMkLst>
        </pc:picChg>
        <pc:picChg chg="add mod">
          <ac:chgData name="Peethala Rajiv Roy (PED/Hosur/TVSMotor)" userId="e2d9917c-f3dd-4083-a688-e3a90de602c2" providerId="ADAL" clId="{7AECE3AF-5704-4967-BD45-876FBB82BAF3}" dt="2026-08-15T15:20:53.236" v="10521" actId="208"/>
          <ac:picMkLst>
            <pc:docMk/>
            <pc:sldMk cId="3729878908" sldId="372"/>
            <ac:picMk id="10" creationId="{6C0AC0F7-5AB4-1E94-FC00-D5B306B6341A}"/>
          </ac:picMkLst>
        </pc:picChg>
        <pc:picChg chg="add mod">
          <ac:chgData name="Peethala Rajiv Roy (PED/Hosur/TVSMotor)" userId="e2d9917c-f3dd-4083-a688-e3a90de602c2" providerId="ADAL" clId="{7AECE3AF-5704-4967-BD45-876FBB82BAF3}" dt="2026-08-15T15:21:27.720" v="10528" actId="1076"/>
          <ac:picMkLst>
            <pc:docMk/>
            <pc:sldMk cId="3729878908" sldId="372"/>
            <ac:picMk id="12" creationId="{4A308BF3-A313-7901-A73C-488ECA55E8B0}"/>
          </ac:picMkLst>
        </pc:picChg>
        <pc:picChg chg="add mod">
          <ac:chgData name="Peethala Rajiv Roy (PED/Hosur/TVSMotor)" userId="e2d9917c-f3dd-4083-a688-e3a90de602c2" providerId="ADAL" clId="{7AECE3AF-5704-4967-BD45-876FBB82BAF3}" dt="2026-08-15T15:22:57.740" v="10542" actId="1038"/>
          <ac:picMkLst>
            <pc:docMk/>
            <pc:sldMk cId="3729878908" sldId="372"/>
            <ac:picMk id="19" creationId="{EA0A6261-B381-E11D-E37C-1C8D8D87A3F6}"/>
          </ac:picMkLst>
        </pc:picChg>
        <pc:picChg chg="add mod">
          <ac:chgData name="Peethala Rajiv Roy (PED/Hosur/TVSMotor)" userId="e2d9917c-f3dd-4083-a688-e3a90de602c2" providerId="ADAL" clId="{7AECE3AF-5704-4967-BD45-876FBB82BAF3}" dt="2026-08-15T15:22:32.369" v="10536" actId="1076"/>
          <ac:picMkLst>
            <pc:docMk/>
            <pc:sldMk cId="3729878908" sldId="372"/>
            <ac:picMk id="21" creationId="{AF2E3107-1FA8-C834-B139-947AD8E4E33A}"/>
          </ac:picMkLst>
        </pc:picChg>
        <pc:cxnChg chg="add mod">
          <ac:chgData name="Peethala Rajiv Roy (PED/Hosur/TVSMotor)" userId="e2d9917c-f3dd-4083-a688-e3a90de602c2" providerId="ADAL" clId="{7AECE3AF-5704-4967-BD45-876FBB82BAF3}" dt="2026-08-15T15:21:49.772" v="10531" actId="1076"/>
          <ac:cxnSpMkLst>
            <pc:docMk/>
            <pc:sldMk cId="3729878908" sldId="372"/>
            <ac:cxnSpMk id="14" creationId="{66CAB36F-088A-65C4-49C0-FE3FF0B34AFA}"/>
          </ac:cxnSpMkLst>
        </pc:cxnChg>
        <pc:cxnChg chg="add mod">
          <ac:chgData name="Peethala Rajiv Roy (PED/Hosur/TVSMotor)" userId="e2d9917c-f3dd-4083-a688-e3a90de602c2" providerId="ADAL" clId="{7AECE3AF-5704-4967-BD45-876FBB82BAF3}" dt="2026-08-15T15:21:37.826" v="10530" actId="1076"/>
          <ac:cxnSpMkLst>
            <pc:docMk/>
            <pc:sldMk cId="3729878908" sldId="372"/>
            <ac:cxnSpMk id="16" creationId="{C8B87BD9-9C2C-7315-0784-979A1919F4E0}"/>
          </ac:cxnSpMkLst>
        </pc:cxnChg>
      </pc:sldChg>
      <pc:sldChg chg="addSp delSp modSp add mod">
        <pc:chgData name="Peethala Rajiv Roy (PED/Hosur/TVSMotor)" userId="e2d9917c-f3dd-4083-a688-e3a90de602c2" providerId="ADAL" clId="{7AECE3AF-5704-4967-BD45-876FBB82BAF3}" dt="2026-08-15T05:15:21.614" v="4891" actId="1038"/>
        <pc:sldMkLst>
          <pc:docMk/>
          <pc:sldMk cId="3345527444" sldId="373"/>
        </pc:sldMkLst>
        <pc:picChg chg="add del mod">
          <ac:chgData name="Peethala Rajiv Roy (PED/Hosur/TVSMotor)" userId="e2d9917c-f3dd-4083-a688-e3a90de602c2" providerId="ADAL" clId="{7AECE3AF-5704-4967-BD45-876FBB82BAF3}" dt="2026-08-15T05:13:02.072" v="4865" actId="478"/>
          <ac:picMkLst>
            <pc:docMk/>
            <pc:sldMk cId="3345527444" sldId="373"/>
            <ac:picMk id="3" creationId="{95599984-B4CC-AF76-C2F1-07484D37592B}"/>
          </ac:picMkLst>
        </pc:picChg>
        <pc:picChg chg="add mod">
          <ac:chgData name="Peethala Rajiv Roy (PED/Hosur/TVSMotor)" userId="e2d9917c-f3dd-4083-a688-e3a90de602c2" providerId="ADAL" clId="{7AECE3AF-5704-4967-BD45-876FBB82BAF3}" dt="2026-08-15T05:15:21.614" v="4891" actId="1038"/>
          <ac:picMkLst>
            <pc:docMk/>
            <pc:sldMk cId="3345527444" sldId="373"/>
            <ac:picMk id="6" creationId="{DE297CE7-EF22-6CD6-F4F2-335B3ADB03C8}"/>
          </ac:picMkLst>
        </pc:picChg>
        <pc:picChg chg="add del mod">
          <ac:chgData name="Peethala Rajiv Roy (PED/Hosur/TVSMotor)" userId="e2d9917c-f3dd-4083-a688-e3a90de602c2" providerId="ADAL" clId="{7AECE3AF-5704-4967-BD45-876FBB82BAF3}" dt="2026-08-15T05:13:02.866" v="4866" actId="478"/>
          <ac:picMkLst>
            <pc:docMk/>
            <pc:sldMk cId="3345527444" sldId="373"/>
            <ac:picMk id="7" creationId="{A40F6E2A-9A9F-B0F8-11A2-9651AADABC7D}"/>
          </ac:picMkLst>
        </pc:picChg>
        <pc:picChg chg="add del mod">
          <ac:chgData name="Peethala Rajiv Roy (PED/Hosur/TVSMotor)" userId="e2d9917c-f3dd-4083-a688-e3a90de602c2" providerId="ADAL" clId="{7AECE3AF-5704-4967-BD45-876FBB82BAF3}" dt="2026-08-15T05:13:03.656" v="4867" actId="478"/>
          <ac:picMkLst>
            <pc:docMk/>
            <pc:sldMk cId="3345527444" sldId="373"/>
            <ac:picMk id="9" creationId="{BDEC2721-0A41-0B18-0B92-889E7AD83993}"/>
          </ac:picMkLst>
        </pc:picChg>
        <pc:picChg chg="add mod">
          <ac:chgData name="Peethala Rajiv Roy (PED/Hosur/TVSMotor)" userId="e2d9917c-f3dd-4083-a688-e3a90de602c2" providerId="ADAL" clId="{7AECE3AF-5704-4967-BD45-876FBB82BAF3}" dt="2026-08-15T05:15:21.614" v="4891" actId="1038"/>
          <ac:picMkLst>
            <pc:docMk/>
            <pc:sldMk cId="3345527444" sldId="373"/>
            <ac:picMk id="10" creationId="{117F818B-E8D8-9050-5D3C-2C77EB9F042E}"/>
          </ac:picMkLst>
        </pc:picChg>
        <pc:picChg chg="add mod">
          <ac:chgData name="Peethala Rajiv Roy (PED/Hosur/TVSMotor)" userId="e2d9917c-f3dd-4083-a688-e3a90de602c2" providerId="ADAL" clId="{7AECE3AF-5704-4967-BD45-876FBB82BAF3}" dt="2026-08-15T05:15:21.614" v="4891" actId="1038"/>
          <ac:picMkLst>
            <pc:docMk/>
            <pc:sldMk cId="3345527444" sldId="373"/>
            <ac:picMk id="12" creationId="{D9F0CA44-584E-EA9A-84BD-5625CD977E47}"/>
          </ac:picMkLst>
        </pc:picChg>
      </pc:sldChg>
      <pc:sldChg chg="addSp delSp modSp add mod">
        <pc:chgData name="Peethala Rajiv Roy (PED/Hosur/TVSMotor)" userId="e2d9917c-f3dd-4083-a688-e3a90de602c2" providerId="ADAL" clId="{7AECE3AF-5704-4967-BD45-876FBB82BAF3}" dt="2026-08-15T15:44:22.908" v="10707" actId="208"/>
        <pc:sldMkLst>
          <pc:docMk/>
          <pc:sldMk cId="2210760508" sldId="374"/>
        </pc:sldMkLst>
        <pc:spChg chg="add mod">
          <ac:chgData name="Peethala Rajiv Roy (PED/Hosur/TVSMotor)" userId="e2d9917c-f3dd-4083-a688-e3a90de602c2" providerId="ADAL" clId="{7AECE3AF-5704-4967-BD45-876FBB82BAF3}" dt="2026-07-25T10:31:35.870" v="2841" actId="1036"/>
          <ac:spMkLst>
            <pc:docMk/>
            <pc:sldMk cId="2210760508" sldId="374"/>
            <ac:spMk id="10" creationId="{A7D9455A-5202-17AD-BEF7-204D79F276C7}"/>
          </ac:spMkLst>
        </pc:spChg>
        <pc:spChg chg="add mod">
          <ac:chgData name="Peethala Rajiv Roy (PED/Hosur/TVSMotor)" userId="e2d9917c-f3dd-4083-a688-e3a90de602c2" providerId="ADAL" clId="{7AECE3AF-5704-4967-BD45-876FBB82BAF3}" dt="2026-07-25T10:33:16.860" v="2852" actId="1582"/>
          <ac:spMkLst>
            <pc:docMk/>
            <pc:sldMk cId="2210760508" sldId="374"/>
            <ac:spMk id="14" creationId="{1808F4BA-2EBA-7C54-8767-85771EA8EAF4}"/>
          </ac:spMkLst>
        </pc:spChg>
        <pc:spChg chg="mod">
          <ac:chgData name="Peethala Rajiv Roy (PED/Hosur/TVSMotor)" userId="e2d9917c-f3dd-4083-a688-e3a90de602c2" providerId="ADAL" clId="{7AECE3AF-5704-4967-BD45-876FBB82BAF3}" dt="2026-07-25T10:30:25.620" v="2819" actId="1037"/>
          <ac:spMkLst>
            <pc:docMk/>
            <pc:sldMk cId="2210760508" sldId="374"/>
            <ac:spMk id="19" creationId="{AEE9A1D8-3156-D035-1846-9A98D67BBFA7}"/>
          </ac:spMkLst>
        </pc:spChg>
        <pc:spChg chg="mod">
          <ac:chgData name="Peethala Rajiv Roy (PED/Hosur/TVSMotor)" userId="e2d9917c-f3dd-4083-a688-e3a90de602c2" providerId="ADAL" clId="{7AECE3AF-5704-4967-BD45-876FBB82BAF3}" dt="2026-07-25T10:30:32.827" v="2831" actId="1037"/>
          <ac:spMkLst>
            <pc:docMk/>
            <pc:sldMk cId="2210760508" sldId="374"/>
            <ac:spMk id="21" creationId="{4E8E0665-8E25-846A-9000-8074061B6F3F}"/>
          </ac:spMkLst>
        </pc:spChg>
        <pc:spChg chg="mod">
          <ac:chgData name="Peethala Rajiv Roy (PED/Hosur/TVSMotor)" userId="e2d9917c-f3dd-4083-a688-e3a90de602c2" providerId="ADAL" clId="{7AECE3AF-5704-4967-BD45-876FBB82BAF3}" dt="2026-07-25T10:27:48.499" v="2777" actId="20577"/>
          <ac:spMkLst>
            <pc:docMk/>
            <pc:sldMk cId="2210760508" sldId="374"/>
            <ac:spMk id="22" creationId="{12769A44-6C75-E904-28CE-61DD0BA0CA16}"/>
          </ac:spMkLst>
        </pc:spChg>
        <pc:spChg chg="mod">
          <ac:chgData name="Peethala Rajiv Roy (PED/Hosur/TVSMotor)" userId="e2d9917c-f3dd-4083-a688-e3a90de602c2" providerId="ADAL" clId="{7AECE3AF-5704-4967-BD45-876FBB82BAF3}" dt="2026-07-25T10:29:20.863" v="2784" actId="1076"/>
          <ac:spMkLst>
            <pc:docMk/>
            <pc:sldMk cId="2210760508" sldId="374"/>
            <ac:spMk id="24" creationId="{97904B0E-D1A9-BA3E-A22A-45F312211E2B}"/>
          </ac:spMkLst>
        </pc:spChg>
        <pc:picChg chg="add mod">
          <ac:chgData name="Peethala Rajiv Roy (PED/Hosur/TVSMotor)" userId="e2d9917c-f3dd-4083-a688-e3a90de602c2" providerId="ADAL" clId="{7AECE3AF-5704-4967-BD45-876FBB82BAF3}" dt="2026-08-15T15:43:34.301" v="10704" actId="208"/>
          <ac:picMkLst>
            <pc:docMk/>
            <pc:sldMk cId="2210760508" sldId="374"/>
            <ac:picMk id="3" creationId="{C6927A46-8ED4-F489-CD19-DC865DCF15AC}"/>
          </ac:picMkLst>
        </pc:picChg>
        <pc:picChg chg="add del mod">
          <ac:chgData name="Peethala Rajiv Roy (PED/Hosur/TVSMotor)" userId="e2d9917c-f3dd-4083-a688-e3a90de602c2" providerId="ADAL" clId="{7AECE3AF-5704-4967-BD45-876FBB82BAF3}" dt="2026-08-15T15:42:47.243" v="10699" actId="478"/>
          <ac:picMkLst>
            <pc:docMk/>
            <pc:sldMk cId="2210760508" sldId="374"/>
            <ac:picMk id="6" creationId="{9C935FF9-D030-68A6-1132-FAA21712EE10}"/>
          </ac:picMkLst>
        </pc:picChg>
        <pc:picChg chg="add mod">
          <ac:chgData name="Peethala Rajiv Roy (PED/Hosur/TVSMotor)" userId="e2d9917c-f3dd-4083-a688-e3a90de602c2" providerId="ADAL" clId="{7AECE3AF-5704-4967-BD45-876FBB82BAF3}" dt="2026-07-25T10:30:16.478" v="2810" actId="1035"/>
          <ac:picMkLst>
            <pc:docMk/>
            <pc:sldMk cId="2210760508" sldId="374"/>
            <ac:picMk id="8" creationId="{06F30998-93FD-8897-95B1-B896A23881F9}"/>
          </ac:picMkLst>
        </pc:picChg>
        <pc:picChg chg="add mod">
          <ac:chgData name="Peethala Rajiv Roy (PED/Hosur/TVSMotor)" userId="e2d9917c-f3dd-4083-a688-e3a90de602c2" providerId="ADAL" clId="{7AECE3AF-5704-4967-BD45-876FBB82BAF3}" dt="2026-08-15T15:44:22.908" v="10707" actId="208"/>
          <ac:picMkLst>
            <pc:docMk/>
            <pc:sldMk cId="2210760508" sldId="374"/>
            <ac:picMk id="9" creationId="{03BF40A6-B09E-14C4-B80A-157906AA269A}"/>
          </ac:picMkLst>
        </pc:picChg>
        <pc:picChg chg="add del mod">
          <ac:chgData name="Peethala Rajiv Roy (PED/Hosur/TVSMotor)" userId="e2d9917c-f3dd-4083-a688-e3a90de602c2" providerId="ADAL" clId="{7AECE3AF-5704-4967-BD45-876FBB82BAF3}" dt="2026-08-15T15:42:49.806" v="10700" actId="478"/>
          <ac:picMkLst>
            <pc:docMk/>
            <pc:sldMk cId="2210760508" sldId="374"/>
            <ac:picMk id="13" creationId="{56B542D0-4399-1466-A868-04EE435ADC52}"/>
          </ac:picMkLst>
        </pc:picChg>
        <pc:cxnChg chg="mod">
          <ac:chgData name="Peethala Rajiv Roy (PED/Hosur/TVSMotor)" userId="e2d9917c-f3dd-4083-a688-e3a90de602c2" providerId="ADAL" clId="{7AECE3AF-5704-4967-BD45-876FBB82BAF3}" dt="2026-07-25T10:30:25.620" v="2819" actId="1037"/>
          <ac:cxnSpMkLst>
            <pc:docMk/>
            <pc:sldMk cId="2210760508" sldId="374"/>
            <ac:cxnSpMk id="18" creationId="{AFE7ADB7-6133-47F5-3688-FA5FE7A22E22}"/>
          </ac:cxnSpMkLst>
        </pc:cxnChg>
        <pc:cxnChg chg="mod">
          <ac:chgData name="Peethala Rajiv Roy (PED/Hosur/TVSMotor)" userId="e2d9917c-f3dd-4083-a688-e3a90de602c2" providerId="ADAL" clId="{7AECE3AF-5704-4967-BD45-876FBB82BAF3}" dt="2026-07-25T10:30:32.827" v="2831" actId="1037"/>
          <ac:cxnSpMkLst>
            <pc:docMk/>
            <pc:sldMk cId="2210760508" sldId="374"/>
            <ac:cxnSpMk id="20" creationId="{8A2182E0-48B6-D89C-4679-A733AAA8631E}"/>
          </ac:cxnSpMkLst>
        </pc:cxnChg>
      </pc:sldChg>
      <pc:sldChg chg="addSp delSp modSp add mod">
        <pc:chgData name="Peethala Rajiv Roy (PED/Hosur/TVSMotor)" userId="e2d9917c-f3dd-4083-a688-e3a90de602c2" providerId="ADAL" clId="{7AECE3AF-5704-4967-BD45-876FBB82BAF3}" dt="2026-08-15T15:48:00.308" v="10744" actId="208"/>
        <pc:sldMkLst>
          <pc:docMk/>
          <pc:sldMk cId="3503360894" sldId="375"/>
        </pc:sldMkLst>
        <pc:spChg chg="mod">
          <ac:chgData name="Peethala Rajiv Roy (PED/Hosur/TVSMotor)" userId="e2d9917c-f3dd-4083-a688-e3a90de602c2" providerId="ADAL" clId="{7AECE3AF-5704-4967-BD45-876FBB82BAF3}" dt="2026-08-15T15:46:23.155" v="10733" actId="1076"/>
          <ac:spMkLst>
            <pc:docMk/>
            <pc:sldMk cId="3503360894" sldId="375"/>
            <ac:spMk id="19" creationId="{36AD7D5F-4722-9D27-EF01-0F808BD6BD23}"/>
          </ac:spMkLst>
        </pc:spChg>
        <pc:spChg chg="mod">
          <ac:chgData name="Peethala Rajiv Roy (PED/Hosur/TVSMotor)" userId="e2d9917c-f3dd-4083-a688-e3a90de602c2" providerId="ADAL" clId="{7AECE3AF-5704-4967-BD45-876FBB82BAF3}" dt="2026-08-15T15:46:41.323" v="10735" actId="1076"/>
          <ac:spMkLst>
            <pc:docMk/>
            <pc:sldMk cId="3503360894" sldId="375"/>
            <ac:spMk id="21" creationId="{50186DCD-4771-786C-8C04-7258F6F66103}"/>
          </ac:spMkLst>
        </pc:spChg>
        <pc:spChg chg="mod">
          <ac:chgData name="Peethala Rajiv Roy (PED/Hosur/TVSMotor)" userId="e2d9917c-f3dd-4083-a688-e3a90de602c2" providerId="ADAL" clId="{7AECE3AF-5704-4967-BD45-876FBB82BAF3}" dt="2026-07-25T10:34:21.222" v="2856" actId="20577"/>
          <ac:spMkLst>
            <pc:docMk/>
            <pc:sldMk cId="3503360894" sldId="375"/>
            <ac:spMk id="22" creationId="{0BA6D99E-F3C9-3BC7-C4E3-745AF88EA603}"/>
          </ac:spMkLst>
        </pc:spChg>
        <pc:spChg chg="mod">
          <ac:chgData name="Peethala Rajiv Roy (PED/Hosur/TVSMotor)" userId="e2d9917c-f3dd-4083-a688-e3a90de602c2" providerId="ADAL" clId="{7AECE3AF-5704-4967-BD45-876FBB82BAF3}" dt="2026-07-25T10:36:09.431" v="2872" actId="14100"/>
          <ac:spMkLst>
            <pc:docMk/>
            <pc:sldMk cId="3503360894" sldId="375"/>
            <ac:spMk id="24" creationId="{41AF8096-F2BD-0512-8C34-645AF8A2242A}"/>
          </ac:spMkLst>
        </pc:spChg>
        <pc:spChg chg="mod">
          <ac:chgData name="Peethala Rajiv Roy (PED/Hosur/TVSMotor)" userId="e2d9917c-f3dd-4083-a688-e3a90de602c2" providerId="ADAL" clId="{7AECE3AF-5704-4967-BD45-876FBB82BAF3}" dt="2026-08-15T15:46:56.742" v="10737" actId="1076"/>
          <ac:spMkLst>
            <pc:docMk/>
            <pc:sldMk cId="3503360894" sldId="375"/>
            <ac:spMk id="28" creationId="{61F5A5C0-B4BC-089F-4AC1-34D2F262DDA6}"/>
          </ac:spMkLst>
        </pc:spChg>
        <pc:spChg chg="mod">
          <ac:chgData name="Peethala Rajiv Roy (PED/Hosur/TVSMotor)" userId="e2d9917c-f3dd-4083-a688-e3a90de602c2" providerId="ADAL" clId="{7AECE3AF-5704-4967-BD45-876FBB82BAF3}" dt="2026-08-15T15:47:06.355" v="10739" actId="1076"/>
          <ac:spMkLst>
            <pc:docMk/>
            <pc:sldMk cId="3503360894" sldId="375"/>
            <ac:spMk id="30" creationId="{2DFF707B-1EBC-B1B6-2CAD-02B3F7085E75}"/>
          </ac:spMkLst>
        </pc:spChg>
        <pc:picChg chg="add mod">
          <ac:chgData name="Peethala Rajiv Roy (PED/Hosur/TVSMotor)" userId="e2d9917c-f3dd-4083-a688-e3a90de602c2" providerId="ADAL" clId="{7AECE3AF-5704-4967-BD45-876FBB82BAF3}" dt="2026-08-15T15:45:29.642" v="10716" actId="208"/>
          <ac:picMkLst>
            <pc:docMk/>
            <pc:sldMk cId="3503360894" sldId="375"/>
            <ac:picMk id="3" creationId="{1B4CF57F-A85C-41C3-E4BE-EE91ED4B529B}"/>
          </ac:picMkLst>
        </pc:picChg>
        <pc:picChg chg="add del mod">
          <ac:chgData name="Peethala Rajiv Roy (PED/Hosur/TVSMotor)" userId="e2d9917c-f3dd-4083-a688-e3a90de602c2" providerId="ADAL" clId="{7AECE3AF-5704-4967-BD45-876FBB82BAF3}" dt="2026-08-15T15:47:12.282" v="10740" actId="478"/>
          <ac:picMkLst>
            <pc:docMk/>
            <pc:sldMk cId="3503360894" sldId="375"/>
            <ac:picMk id="6" creationId="{889F9E59-ED23-65C7-2748-57B35FCA4121}"/>
          </ac:picMkLst>
        </pc:picChg>
        <pc:picChg chg="add del mod">
          <ac:chgData name="Peethala Rajiv Roy (PED/Hosur/TVSMotor)" userId="e2d9917c-f3dd-4083-a688-e3a90de602c2" providerId="ADAL" clId="{7AECE3AF-5704-4967-BD45-876FBB82BAF3}" dt="2026-08-15T15:45:04.237" v="10708" actId="478"/>
          <ac:picMkLst>
            <pc:docMk/>
            <pc:sldMk cId="3503360894" sldId="375"/>
            <ac:picMk id="8" creationId="{5DF35353-CE6B-EB48-5170-2FBCAD6352DB}"/>
          </ac:picMkLst>
        </pc:picChg>
        <pc:picChg chg="add mod">
          <ac:chgData name="Peethala Rajiv Roy (PED/Hosur/TVSMotor)" userId="e2d9917c-f3dd-4083-a688-e3a90de602c2" providerId="ADAL" clId="{7AECE3AF-5704-4967-BD45-876FBB82BAF3}" dt="2026-08-15T15:48:00.308" v="10744" actId="208"/>
          <ac:picMkLst>
            <pc:docMk/>
            <pc:sldMk cId="3503360894" sldId="375"/>
            <ac:picMk id="11" creationId="{06465A44-17E3-2DE5-6064-1D9480CE864C}"/>
          </ac:picMkLst>
        </pc:picChg>
        <pc:cxnChg chg="mod">
          <ac:chgData name="Peethala Rajiv Roy (PED/Hosur/TVSMotor)" userId="e2d9917c-f3dd-4083-a688-e3a90de602c2" providerId="ADAL" clId="{7AECE3AF-5704-4967-BD45-876FBB82BAF3}" dt="2026-08-15T15:46:23.155" v="10733" actId="1076"/>
          <ac:cxnSpMkLst>
            <pc:docMk/>
            <pc:sldMk cId="3503360894" sldId="375"/>
            <ac:cxnSpMk id="18" creationId="{2B4FBD92-93D6-D24D-9E36-AD948A7F899F}"/>
          </ac:cxnSpMkLst>
        </pc:cxnChg>
        <pc:cxnChg chg="mod">
          <ac:chgData name="Peethala Rajiv Roy (PED/Hosur/TVSMotor)" userId="e2d9917c-f3dd-4083-a688-e3a90de602c2" providerId="ADAL" clId="{7AECE3AF-5704-4967-BD45-876FBB82BAF3}" dt="2026-08-15T15:46:37.686" v="10734" actId="1076"/>
          <ac:cxnSpMkLst>
            <pc:docMk/>
            <pc:sldMk cId="3503360894" sldId="375"/>
            <ac:cxnSpMk id="20" creationId="{60BB8066-50A6-4062-6D3C-16534A983EE9}"/>
          </ac:cxnSpMkLst>
        </pc:cxnChg>
        <pc:cxnChg chg="mod ord">
          <ac:chgData name="Peethala Rajiv Roy (PED/Hosur/TVSMotor)" userId="e2d9917c-f3dd-4083-a688-e3a90de602c2" providerId="ADAL" clId="{7AECE3AF-5704-4967-BD45-876FBB82BAF3}" dt="2026-08-15T15:45:59.215" v="10730" actId="1035"/>
          <ac:cxnSpMkLst>
            <pc:docMk/>
            <pc:sldMk cId="3503360894" sldId="375"/>
            <ac:cxnSpMk id="26" creationId="{831C388C-DE99-5894-6F78-3A1AA840AE0A}"/>
          </ac:cxnSpMkLst>
        </pc:cxnChg>
        <pc:cxnChg chg="mod">
          <ac:chgData name="Peethala Rajiv Roy (PED/Hosur/TVSMotor)" userId="e2d9917c-f3dd-4083-a688-e3a90de602c2" providerId="ADAL" clId="{7AECE3AF-5704-4967-BD45-876FBB82BAF3}" dt="2026-08-15T15:46:56.742" v="10737" actId="1076"/>
          <ac:cxnSpMkLst>
            <pc:docMk/>
            <pc:sldMk cId="3503360894" sldId="375"/>
            <ac:cxnSpMk id="27" creationId="{52142CCC-40C1-1046-864E-B312E8F265CD}"/>
          </ac:cxnSpMkLst>
        </pc:cxnChg>
        <pc:cxnChg chg="mod">
          <ac:chgData name="Peethala Rajiv Roy (PED/Hosur/TVSMotor)" userId="e2d9917c-f3dd-4083-a688-e3a90de602c2" providerId="ADAL" clId="{7AECE3AF-5704-4967-BD45-876FBB82BAF3}" dt="2026-08-15T15:47:02.188" v="10738" actId="1076"/>
          <ac:cxnSpMkLst>
            <pc:docMk/>
            <pc:sldMk cId="3503360894" sldId="375"/>
            <ac:cxnSpMk id="29" creationId="{F2DC7F01-E702-A1D6-6959-1DA7364BCFA8}"/>
          </ac:cxnSpMkLst>
        </pc:cxnChg>
      </pc:sldChg>
      <pc:sldChg chg="addSp delSp modSp add mod">
        <pc:chgData name="Peethala Rajiv Roy (PED/Hosur/TVSMotor)" userId="e2d9917c-f3dd-4083-a688-e3a90de602c2" providerId="ADAL" clId="{7AECE3AF-5704-4967-BD45-876FBB82BAF3}" dt="2026-07-25T10:40:01.609" v="2922" actId="1035"/>
        <pc:sldMkLst>
          <pc:docMk/>
          <pc:sldMk cId="3942641579" sldId="376"/>
        </pc:sldMkLst>
        <pc:spChg chg="mod">
          <ac:chgData name="Peethala Rajiv Roy (PED/Hosur/TVSMotor)" userId="e2d9917c-f3dd-4083-a688-e3a90de602c2" providerId="ADAL" clId="{7AECE3AF-5704-4967-BD45-876FBB82BAF3}" dt="2026-07-25T10:39:39.506" v="2916" actId="1076"/>
          <ac:spMkLst>
            <pc:docMk/>
            <pc:sldMk cId="3942641579" sldId="376"/>
            <ac:spMk id="19" creationId="{A6EF1F53-13DD-DC8F-BF69-3F2F1EA731A1}"/>
          </ac:spMkLst>
        </pc:spChg>
        <pc:spChg chg="mod">
          <ac:chgData name="Peethala Rajiv Roy (PED/Hosur/TVSMotor)" userId="e2d9917c-f3dd-4083-a688-e3a90de602c2" providerId="ADAL" clId="{7AECE3AF-5704-4967-BD45-876FBB82BAF3}" dt="2026-07-25T10:39:46.382" v="2917" actId="1076"/>
          <ac:spMkLst>
            <pc:docMk/>
            <pc:sldMk cId="3942641579" sldId="376"/>
            <ac:spMk id="21" creationId="{DAF073CC-E0F8-390F-9086-063F95CCE1C4}"/>
          </ac:spMkLst>
        </pc:spChg>
        <pc:spChg chg="mod">
          <ac:chgData name="Peethala Rajiv Roy (PED/Hosur/TVSMotor)" userId="e2d9917c-f3dd-4083-a688-e3a90de602c2" providerId="ADAL" clId="{7AECE3AF-5704-4967-BD45-876FBB82BAF3}" dt="2026-07-25T10:38:40.116" v="2909" actId="20577"/>
          <ac:spMkLst>
            <pc:docMk/>
            <pc:sldMk cId="3942641579" sldId="376"/>
            <ac:spMk id="22" creationId="{B6A5EF2D-DEC6-83C4-3157-8033D219DDAB}"/>
          </ac:spMkLst>
        </pc:spChg>
        <pc:spChg chg="mod">
          <ac:chgData name="Peethala Rajiv Roy (PED/Hosur/TVSMotor)" userId="e2d9917c-f3dd-4083-a688-e3a90de602c2" providerId="ADAL" clId="{7AECE3AF-5704-4967-BD45-876FBB82BAF3}" dt="2026-07-25T10:39:53.975" v="2918" actId="1076"/>
          <ac:spMkLst>
            <pc:docMk/>
            <pc:sldMk cId="3942641579" sldId="376"/>
            <ac:spMk id="28" creationId="{A45EE7A0-6949-277E-713B-AC9F7B57217A}"/>
          </ac:spMkLst>
        </pc:spChg>
        <pc:spChg chg="mod">
          <ac:chgData name="Peethala Rajiv Roy (PED/Hosur/TVSMotor)" userId="e2d9917c-f3dd-4083-a688-e3a90de602c2" providerId="ADAL" clId="{7AECE3AF-5704-4967-BD45-876FBB82BAF3}" dt="2026-07-25T10:40:01.609" v="2922" actId="1035"/>
          <ac:spMkLst>
            <pc:docMk/>
            <pc:sldMk cId="3942641579" sldId="376"/>
            <ac:spMk id="30" creationId="{0A6BC502-7D19-A8D8-0001-BA26FBC0EC4C}"/>
          </ac:spMkLst>
        </pc:spChg>
        <pc:picChg chg="add mod">
          <ac:chgData name="Peethala Rajiv Roy (PED/Hosur/TVSMotor)" userId="e2d9917c-f3dd-4083-a688-e3a90de602c2" providerId="ADAL" clId="{7AECE3AF-5704-4967-BD45-876FBB82BAF3}" dt="2026-07-25T10:39:30.603" v="2915" actId="208"/>
          <ac:picMkLst>
            <pc:docMk/>
            <pc:sldMk cId="3942641579" sldId="376"/>
            <ac:picMk id="3" creationId="{3D90798C-8A3D-B7FD-FA9D-D779F333BB10}"/>
          </ac:picMkLst>
        </pc:picChg>
        <pc:cxnChg chg="mod">
          <ac:chgData name="Peethala Rajiv Roy (PED/Hosur/TVSMotor)" userId="e2d9917c-f3dd-4083-a688-e3a90de602c2" providerId="ADAL" clId="{7AECE3AF-5704-4967-BD45-876FBB82BAF3}" dt="2026-07-25T10:39:39.506" v="2916" actId="1076"/>
          <ac:cxnSpMkLst>
            <pc:docMk/>
            <pc:sldMk cId="3942641579" sldId="376"/>
            <ac:cxnSpMk id="18" creationId="{71E74D0C-1574-ADE1-21DD-9D7EE3F40C65}"/>
          </ac:cxnSpMkLst>
        </pc:cxnChg>
        <pc:cxnChg chg="mod">
          <ac:chgData name="Peethala Rajiv Roy (PED/Hosur/TVSMotor)" userId="e2d9917c-f3dd-4083-a688-e3a90de602c2" providerId="ADAL" clId="{7AECE3AF-5704-4967-BD45-876FBB82BAF3}" dt="2026-07-25T10:39:46.382" v="2917" actId="1076"/>
          <ac:cxnSpMkLst>
            <pc:docMk/>
            <pc:sldMk cId="3942641579" sldId="376"/>
            <ac:cxnSpMk id="20" creationId="{8C9DCC2B-CB53-8A5F-58D8-311337258DB2}"/>
          </ac:cxnSpMkLst>
        </pc:cxnChg>
        <pc:cxnChg chg="mod">
          <ac:chgData name="Peethala Rajiv Roy (PED/Hosur/TVSMotor)" userId="e2d9917c-f3dd-4083-a688-e3a90de602c2" providerId="ADAL" clId="{7AECE3AF-5704-4967-BD45-876FBB82BAF3}" dt="2026-07-25T10:39:53.975" v="2918" actId="1076"/>
          <ac:cxnSpMkLst>
            <pc:docMk/>
            <pc:sldMk cId="3942641579" sldId="376"/>
            <ac:cxnSpMk id="27" creationId="{3A355138-5AA0-9857-3DD8-C3169F465D86}"/>
          </ac:cxnSpMkLst>
        </pc:cxnChg>
        <pc:cxnChg chg="mod">
          <ac:chgData name="Peethala Rajiv Roy (PED/Hosur/TVSMotor)" userId="e2d9917c-f3dd-4083-a688-e3a90de602c2" providerId="ADAL" clId="{7AECE3AF-5704-4967-BD45-876FBB82BAF3}" dt="2026-07-25T10:40:01.609" v="2922" actId="1035"/>
          <ac:cxnSpMkLst>
            <pc:docMk/>
            <pc:sldMk cId="3942641579" sldId="376"/>
            <ac:cxnSpMk id="29" creationId="{4EF2A97C-E398-13B0-4973-CEAE08F8677D}"/>
          </ac:cxnSpMkLst>
        </pc:cxnChg>
      </pc:sldChg>
      <pc:sldChg chg="addSp delSp modSp add mod">
        <pc:chgData name="Peethala Rajiv Roy (PED/Hosur/TVSMotor)" userId="e2d9917c-f3dd-4083-a688-e3a90de602c2" providerId="ADAL" clId="{7AECE3AF-5704-4967-BD45-876FBB82BAF3}" dt="2026-08-15T15:49:35.512" v="10753" actId="1076"/>
        <pc:sldMkLst>
          <pc:docMk/>
          <pc:sldMk cId="722266487" sldId="377"/>
        </pc:sldMkLst>
        <pc:spChg chg="mod">
          <ac:chgData name="Peethala Rajiv Roy (PED/Hosur/TVSMotor)" userId="e2d9917c-f3dd-4083-a688-e3a90de602c2" providerId="ADAL" clId="{7AECE3AF-5704-4967-BD45-876FBB82BAF3}" dt="2026-08-15T05:33:34.159" v="5182" actId="1076"/>
          <ac:spMkLst>
            <pc:docMk/>
            <pc:sldMk cId="722266487" sldId="377"/>
            <ac:spMk id="8" creationId="{4D245FFE-C51C-1421-D33D-B08A7EEB48AE}"/>
          </ac:spMkLst>
        </pc:spChg>
        <pc:spChg chg="mod">
          <ac:chgData name="Peethala Rajiv Roy (PED/Hosur/TVSMotor)" userId="e2d9917c-f3dd-4083-a688-e3a90de602c2" providerId="ADAL" clId="{7AECE3AF-5704-4967-BD45-876FBB82BAF3}" dt="2026-08-15T05:33:27.370" v="5181" actId="1076"/>
          <ac:spMkLst>
            <pc:docMk/>
            <pc:sldMk cId="722266487" sldId="377"/>
            <ac:spMk id="13" creationId="{67DF0918-A23F-105B-512D-8A84D5E4922D}"/>
          </ac:spMkLst>
        </pc:spChg>
        <pc:spChg chg="add mod">
          <ac:chgData name="Peethala Rajiv Roy (PED/Hosur/TVSMotor)" userId="e2d9917c-f3dd-4083-a688-e3a90de602c2" providerId="ADAL" clId="{7AECE3AF-5704-4967-BD45-876FBB82BAF3}" dt="2026-08-15T15:49:27.857" v="10752" actId="1076"/>
          <ac:spMkLst>
            <pc:docMk/>
            <pc:sldMk cId="722266487" sldId="377"/>
            <ac:spMk id="15" creationId="{A9B07310-71D1-7A52-D016-8B3D75A1F74B}"/>
          </ac:spMkLst>
        </pc:spChg>
        <pc:spChg chg="add mod">
          <ac:chgData name="Peethala Rajiv Roy (PED/Hosur/TVSMotor)" userId="e2d9917c-f3dd-4083-a688-e3a90de602c2" providerId="ADAL" clId="{7AECE3AF-5704-4967-BD45-876FBB82BAF3}" dt="2026-08-15T15:49:35.512" v="10753" actId="1076"/>
          <ac:spMkLst>
            <pc:docMk/>
            <pc:sldMk cId="722266487" sldId="377"/>
            <ac:spMk id="17" creationId="{A8245118-DF29-7EB0-1379-8709FEDA96ED}"/>
          </ac:spMkLst>
        </pc:spChg>
        <pc:spChg chg="mod">
          <ac:chgData name="Peethala Rajiv Roy (PED/Hosur/TVSMotor)" userId="e2d9917c-f3dd-4083-a688-e3a90de602c2" providerId="ADAL" clId="{7AECE3AF-5704-4967-BD45-876FBB82BAF3}" dt="2026-07-25T10:42:19.645" v="2926" actId="20577"/>
          <ac:spMkLst>
            <pc:docMk/>
            <pc:sldMk cId="722266487" sldId="377"/>
            <ac:spMk id="22" creationId="{D6647B61-4DE7-9376-AF63-C7B2D7F51972}"/>
          </ac:spMkLst>
        </pc:spChg>
        <pc:picChg chg="add del mod">
          <ac:chgData name="Peethala Rajiv Roy (PED/Hosur/TVSMotor)" userId="e2d9917c-f3dd-4083-a688-e3a90de602c2" providerId="ADAL" clId="{7AECE3AF-5704-4967-BD45-876FBB82BAF3}" dt="2026-08-15T15:48:30.247" v="10745" actId="478"/>
          <ac:picMkLst>
            <pc:docMk/>
            <pc:sldMk cId="722266487" sldId="377"/>
            <ac:picMk id="3" creationId="{01D3BCF6-2781-B863-5A80-FDCEA06AADEE}"/>
          </ac:picMkLst>
        </pc:picChg>
        <pc:picChg chg="add mod">
          <ac:chgData name="Peethala Rajiv Roy (PED/Hosur/TVSMotor)" userId="e2d9917c-f3dd-4083-a688-e3a90de602c2" providerId="ADAL" clId="{7AECE3AF-5704-4967-BD45-876FBB82BAF3}" dt="2026-08-15T15:49:12.220" v="10750" actId="14100"/>
          <ac:picMkLst>
            <pc:docMk/>
            <pc:sldMk cId="722266487" sldId="377"/>
            <ac:picMk id="6" creationId="{762EA3CE-02EC-0D5F-BE98-ACEBC7CC16FC}"/>
          </ac:picMkLst>
        </pc:picChg>
        <pc:picChg chg="add del mod">
          <ac:chgData name="Peethala Rajiv Roy (PED/Hosur/TVSMotor)" userId="e2d9917c-f3dd-4083-a688-e3a90de602c2" providerId="ADAL" clId="{7AECE3AF-5704-4967-BD45-876FBB82BAF3}" dt="2026-08-15T05:33:36.617" v="5183" actId="478"/>
          <ac:picMkLst>
            <pc:docMk/>
            <pc:sldMk cId="722266487" sldId="377"/>
            <ac:picMk id="9" creationId="{BB98E6E9-12B7-CE0A-51D5-72210CAC0967}"/>
          </ac:picMkLst>
        </pc:picChg>
        <pc:picChg chg="add mod">
          <ac:chgData name="Peethala Rajiv Roy (PED/Hosur/TVSMotor)" userId="e2d9917c-f3dd-4083-a688-e3a90de602c2" providerId="ADAL" clId="{7AECE3AF-5704-4967-BD45-876FBB82BAF3}" dt="2026-08-15T05:35:32.891" v="5189" actId="1076"/>
          <ac:picMkLst>
            <pc:docMk/>
            <pc:sldMk cId="722266487" sldId="377"/>
            <ac:picMk id="10" creationId="{543369B7-32B4-138C-5D0D-ADDEA9CA28A9}"/>
          </ac:picMkLst>
        </pc:picChg>
        <pc:picChg chg="add mod">
          <ac:chgData name="Peethala Rajiv Roy (PED/Hosur/TVSMotor)" userId="e2d9917c-f3dd-4083-a688-e3a90de602c2" providerId="ADAL" clId="{7AECE3AF-5704-4967-BD45-876FBB82BAF3}" dt="2026-08-15T15:49:04.244" v="10749" actId="208"/>
          <ac:picMkLst>
            <pc:docMk/>
            <pc:sldMk cId="722266487" sldId="377"/>
            <ac:picMk id="12" creationId="{D5CBB9D3-6576-BB09-8BC0-E428A6DC776C}"/>
          </ac:picMkLst>
        </pc:picChg>
        <pc:cxnChg chg="add mod">
          <ac:chgData name="Peethala Rajiv Roy (PED/Hosur/TVSMotor)" userId="e2d9917c-f3dd-4083-a688-e3a90de602c2" providerId="ADAL" clId="{7AECE3AF-5704-4967-BD45-876FBB82BAF3}" dt="2026-08-15T15:49:27.857" v="10752" actId="1076"/>
          <ac:cxnSpMkLst>
            <pc:docMk/>
            <pc:sldMk cId="722266487" sldId="377"/>
            <ac:cxnSpMk id="14" creationId="{0F59FB9A-D6AE-7E57-FC01-754B04721BBA}"/>
          </ac:cxnSpMkLst>
        </pc:cxnChg>
        <pc:cxnChg chg="add mod">
          <ac:chgData name="Peethala Rajiv Roy (PED/Hosur/TVSMotor)" userId="e2d9917c-f3dd-4083-a688-e3a90de602c2" providerId="ADAL" clId="{7AECE3AF-5704-4967-BD45-876FBB82BAF3}" dt="2026-08-15T15:49:35.512" v="10753" actId="1076"/>
          <ac:cxnSpMkLst>
            <pc:docMk/>
            <pc:sldMk cId="722266487" sldId="377"/>
            <ac:cxnSpMk id="16" creationId="{E19C8F85-4E6B-ACCC-D8AC-33E0FD0BB460}"/>
          </ac:cxnSpMkLst>
        </pc:cxnChg>
      </pc:sldChg>
      <pc:sldChg chg="addSp delSp modSp add mod">
        <pc:chgData name="Peethala Rajiv Roy (PED/Hosur/TVSMotor)" userId="e2d9917c-f3dd-4083-a688-e3a90de602c2" providerId="ADAL" clId="{7AECE3AF-5704-4967-BD45-876FBB82BAF3}" dt="2026-08-15T15:51:46.743" v="10770" actId="208"/>
        <pc:sldMkLst>
          <pc:docMk/>
          <pc:sldMk cId="2706286961" sldId="378"/>
        </pc:sldMkLst>
        <pc:spChg chg="mod">
          <ac:chgData name="Peethala Rajiv Roy (PED/Hosur/TVSMotor)" userId="e2d9917c-f3dd-4083-a688-e3a90de602c2" providerId="ADAL" clId="{7AECE3AF-5704-4967-BD45-876FBB82BAF3}" dt="2026-08-15T15:50:42.377" v="10763" actId="1076"/>
          <ac:spMkLst>
            <pc:docMk/>
            <pc:sldMk cId="2706286961" sldId="378"/>
            <ac:spMk id="8" creationId="{8A182991-F188-4ED8-FF29-16CFDBE98B8A}"/>
          </ac:spMkLst>
        </pc:spChg>
        <pc:spChg chg="mod">
          <ac:chgData name="Peethala Rajiv Roy (PED/Hosur/TVSMotor)" userId="e2d9917c-f3dd-4083-a688-e3a90de602c2" providerId="ADAL" clId="{7AECE3AF-5704-4967-BD45-876FBB82BAF3}" dt="2026-08-15T15:50:38.040" v="10762" actId="1076"/>
          <ac:spMkLst>
            <pc:docMk/>
            <pc:sldMk cId="2706286961" sldId="378"/>
            <ac:spMk id="13" creationId="{0A3785F3-C703-0BDD-E125-72E4A94BC60E}"/>
          </ac:spMkLst>
        </pc:spChg>
        <pc:spChg chg="add mod">
          <ac:chgData name="Peethala Rajiv Roy (PED/Hosur/TVSMotor)" userId="e2d9917c-f3dd-4083-a688-e3a90de602c2" providerId="ADAL" clId="{7AECE3AF-5704-4967-BD45-876FBB82BAF3}" dt="2026-08-15T15:50:59.534" v="10766" actId="1076"/>
          <ac:spMkLst>
            <pc:docMk/>
            <pc:sldMk cId="2706286961" sldId="378"/>
            <ac:spMk id="15" creationId="{3112AF34-6DFD-5C83-685E-C99A02892350}"/>
          </ac:spMkLst>
        </pc:spChg>
        <pc:spChg chg="add mod">
          <ac:chgData name="Peethala Rajiv Roy (PED/Hosur/TVSMotor)" userId="e2d9917c-f3dd-4083-a688-e3a90de602c2" providerId="ADAL" clId="{7AECE3AF-5704-4967-BD45-876FBB82BAF3}" dt="2026-08-15T15:50:59.534" v="10766" actId="1076"/>
          <ac:spMkLst>
            <pc:docMk/>
            <pc:sldMk cId="2706286961" sldId="378"/>
            <ac:spMk id="17" creationId="{1691F6F0-7086-9323-B708-166FC9F86153}"/>
          </ac:spMkLst>
        </pc:spChg>
        <pc:spChg chg="mod">
          <ac:chgData name="Peethala Rajiv Roy (PED/Hosur/TVSMotor)" userId="e2d9917c-f3dd-4083-a688-e3a90de602c2" providerId="ADAL" clId="{7AECE3AF-5704-4967-BD45-876FBB82BAF3}" dt="2026-07-25T10:45:05.224" v="2946" actId="20577"/>
          <ac:spMkLst>
            <pc:docMk/>
            <pc:sldMk cId="2706286961" sldId="378"/>
            <ac:spMk id="22" creationId="{FDBE0247-BDA4-B1EF-046A-CED54C6CAAEF}"/>
          </ac:spMkLst>
        </pc:spChg>
        <pc:picChg chg="add mod">
          <ac:chgData name="Peethala Rajiv Roy (PED/Hosur/TVSMotor)" userId="e2d9917c-f3dd-4083-a688-e3a90de602c2" providerId="ADAL" clId="{7AECE3AF-5704-4967-BD45-876FBB82BAF3}" dt="2026-08-15T15:50:49.452" v="10764" actId="14100"/>
          <ac:picMkLst>
            <pc:docMk/>
            <pc:sldMk cId="2706286961" sldId="378"/>
            <ac:picMk id="3" creationId="{9289B84B-E500-0531-86E6-88AA4B8E676A}"/>
          </ac:picMkLst>
        </pc:picChg>
        <pc:picChg chg="add del mod">
          <ac:chgData name="Peethala Rajiv Roy (PED/Hosur/TVSMotor)" userId="e2d9917c-f3dd-4083-a688-e3a90de602c2" providerId="ADAL" clId="{7AECE3AF-5704-4967-BD45-876FBB82BAF3}" dt="2026-08-15T05:37:34.473" v="5201" actId="478"/>
          <ac:picMkLst>
            <pc:docMk/>
            <pc:sldMk cId="2706286961" sldId="378"/>
            <ac:picMk id="6" creationId="{26882ADC-83AE-2160-B044-AECBBF73F221}"/>
          </ac:picMkLst>
        </pc:picChg>
        <pc:picChg chg="add del mod">
          <ac:chgData name="Peethala Rajiv Roy (PED/Hosur/TVSMotor)" userId="e2d9917c-f3dd-4083-a688-e3a90de602c2" providerId="ADAL" clId="{7AECE3AF-5704-4967-BD45-876FBB82BAF3}" dt="2026-08-15T15:50:27.394" v="10759" actId="478"/>
          <ac:picMkLst>
            <pc:docMk/>
            <pc:sldMk cId="2706286961" sldId="378"/>
            <ac:picMk id="9" creationId="{EE5BE6E1-B767-5A0E-85F2-58F0D59F4FFF}"/>
          </ac:picMkLst>
        </pc:picChg>
        <pc:picChg chg="add del mod">
          <ac:chgData name="Peethala Rajiv Roy (PED/Hosur/TVSMotor)" userId="e2d9917c-f3dd-4083-a688-e3a90de602c2" providerId="ADAL" clId="{7AECE3AF-5704-4967-BD45-876FBB82BAF3}" dt="2026-08-15T15:49:51.016" v="10754" actId="478"/>
          <ac:picMkLst>
            <pc:docMk/>
            <pc:sldMk cId="2706286961" sldId="378"/>
            <ac:picMk id="10" creationId="{AA136DF0-05CE-31AD-A145-A6A3BB6EFB42}"/>
          </ac:picMkLst>
        </pc:picChg>
        <pc:picChg chg="add mod">
          <ac:chgData name="Peethala Rajiv Roy (PED/Hosur/TVSMotor)" userId="e2d9917c-f3dd-4083-a688-e3a90de602c2" providerId="ADAL" clId="{7AECE3AF-5704-4967-BD45-876FBB82BAF3}" dt="2026-08-15T15:50:22.731" v="10758" actId="208"/>
          <ac:picMkLst>
            <pc:docMk/>
            <pc:sldMk cId="2706286961" sldId="378"/>
            <ac:picMk id="12" creationId="{C0BA6D61-C6A0-0891-71C5-CB30AFE7FF2F}"/>
          </ac:picMkLst>
        </pc:picChg>
        <pc:picChg chg="add mod">
          <ac:chgData name="Peethala Rajiv Roy (PED/Hosur/TVSMotor)" userId="e2d9917c-f3dd-4083-a688-e3a90de602c2" providerId="ADAL" clId="{7AECE3AF-5704-4967-BD45-876FBB82BAF3}" dt="2026-08-15T15:51:46.743" v="10770" actId="208"/>
          <ac:picMkLst>
            <pc:docMk/>
            <pc:sldMk cId="2706286961" sldId="378"/>
            <ac:picMk id="19" creationId="{A0AA4CBE-32F8-7577-3E6B-1D1C53012AE3}"/>
          </ac:picMkLst>
        </pc:picChg>
        <pc:cxnChg chg="add mod">
          <ac:chgData name="Peethala Rajiv Roy (PED/Hosur/TVSMotor)" userId="e2d9917c-f3dd-4083-a688-e3a90de602c2" providerId="ADAL" clId="{7AECE3AF-5704-4967-BD45-876FBB82BAF3}" dt="2026-08-15T15:50:59.534" v="10766" actId="1076"/>
          <ac:cxnSpMkLst>
            <pc:docMk/>
            <pc:sldMk cId="2706286961" sldId="378"/>
            <ac:cxnSpMk id="14" creationId="{FEBF7941-C81D-39F5-61E1-AD61CD23F783}"/>
          </ac:cxnSpMkLst>
        </pc:cxnChg>
        <pc:cxnChg chg="add mod">
          <ac:chgData name="Peethala Rajiv Roy (PED/Hosur/TVSMotor)" userId="e2d9917c-f3dd-4083-a688-e3a90de602c2" providerId="ADAL" clId="{7AECE3AF-5704-4967-BD45-876FBB82BAF3}" dt="2026-08-15T15:50:59.534" v="10766" actId="1076"/>
          <ac:cxnSpMkLst>
            <pc:docMk/>
            <pc:sldMk cId="2706286961" sldId="378"/>
            <ac:cxnSpMk id="16" creationId="{45893F8B-AF8F-2F7B-A02A-E81C4CA485A8}"/>
          </ac:cxnSpMkLst>
        </pc:cxnChg>
      </pc:sldChg>
      <pc:sldChg chg="addSp delSp modSp add mod">
        <pc:chgData name="Peethala Rajiv Roy (PED/Hosur/TVSMotor)" userId="e2d9917c-f3dd-4083-a688-e3a90de602c2" providerId="ADAL" clId="{7AECE3AF-5704-4967-BD45-876FBB82BAF3}" dt="2026-08-15T15:53:20.873" v="10787" actId="1076"/>
        <pc:sldMkLst>
          <pc:docMk/>
          <pc:sldMk cId="3453856576" sldId="379"/>
        </pc:sldMkLst>
        <pc:spChg chg="mod">
          <ac:chgData name="Peethala Rajiv Roy (PED/Hosur/TVSMotor)" userId="e2d9917c-f3dd-4083-a688-e3a90de602c2" providerId="ADAL" clId="{7AECE3AF-5704-4967-BD45-876FBB82BAF3}" dt="2026-08-15T15:53:18.980" v="10786" actId="1076"/>
          <ac:spMkLst>
            <pc:docMk/>
            <pc:sldMk cId="3453856576" sldId="379"/>
            <ac:spMk id="8" creationId="{B0E7ADEE-2691-18FC-935B-C087E8B47F1A}"/>
          </ac:spMkLst>
        </pc:spChg>
        <pc:spChg chg="add mod">
          <ac:chgData name="Peethala Rajiv Roy (PED/Hosur/TVSMotor)" userId="e2d9917c-f3dd-4083-a688-e3a90de602c2" providerId="ADAL" clId="{7AECE3AF-5704-4967-BD45-876FBB82BAF3}" dt="2026-08-15T15:53:13.830" v="10785" actId="1037"/>
          <ac:spMkLst>
            <pc:docMk/>
            <pc:sldMk cId="3453856576" sldId="379"/>
            <ac:spMk id="11" creationId="{6113A2CE-DCB5-CDD0-AA1D-DF89C7F13EC7}"/>
          </ac:spMkLst>
        </pc:spChg>
        <pc:spChg chg="mod">
          <ac:chgData name="Peethala Rajiv Roy (PED/Hosur/TVSMotor)" userId="e2d9917c-f3dd-4083-a688-e3a90de602c2" providerId="ADAL" clId="{7AECE3AF-5704-4967-BD45-876FBB82BAF3}" dt="2026-08-15T15:52:58.358" v="10779" actId="1076"/>
          <ac:spMkLst>
            <pc:docMk/>
            <pc:sldMk cId="3453856576" sldId="379"/>
            <ac:spMk id="13" creationId="{562DAFFE-AFBE-7AE4-19D5-82CEEEBF2F2D}"/>
          </ac:spMkLst>
        </pc:spChg>
        <pc:spChg chg="mod">
          <ac:chgData name="Peethala Rajiv Roy (PED/Hosur/TVSMotor)" userId="e2d9917c-f3dd-4083-a688-e3a90de602c2" providerId="ADAL" clId="{7AECE3AF-5704-4967-BD45-876FBB82BAF3}" dt="2026-07-25T10:47:53.347" v="2998" actId="20577"/>
          <ac:spMkLst>
            <pc:docMk/>
            <pc:sldMk cId="3453856576" sldId="379"/>
            <ac:spMk id="22" creationId="{14B619E4-13DF-1E2F-3AD5-98216EA072D3}"/>
          </ac:spMkLst>
        </pc:spChg>
        <pc:picChg chg="add del mod">
          <ac:chgData name="Peethala Rajiv Roy (PED/Hosur/TVSMotor)" userId="e2d9917c-f3dd-4083-a688-e3a90de602c2" providerId="ADAL" clId="{7AECE3AF-5704-4967-BD45-876FBB82BAF3}" dt="2026-08-15T15:52:05.350" v="10771" actId="478"/>
          <ac:picMkLst>
            <pc:docMk/>
            <pc:sldMk cId="3453856576" sldId="379"/>
            <ac:picMk id="3" creationId="{80513BE7-B9D1-F934-91AB-EDC58C04F9E8}"/>
          </ac:picMkLst>
        </pc:picChg>
        <pc:picChg chg="add mod">
          <ac:chgData name="Peethala Rajiv Roy (PED/Hosur/TVSMotor)" userId="e2d9917c-f3dd-4083-a688-e3a90de602c2" providerId="ADAL" clId="{7AECE3AF-5704-4967-BD45-876FBB82BAF3}" dt="2026-08-15T15:53:00.442" v="10780" actId="1076"/>
          <ac:picMkLst>
            <pc:docMk/>
            <pc:sldMk cId="3453856576" sldId="379"/>
            <ac:picMk id="6" creationId="{1797F311-4E21-230C-AB4C-2FBD2986E98F}"/>
          </ac:picMkLst>
        </pc:picChg>
        <pc:picChg chg="add del mod">
          <ac:chgData name="Peethala Rajiv Roy (PED/Hosur/TVSMotor)" userId="e2d9917c-f3dd-4083-a688-e3a90de602c2" providerId="ADAL" clId="{7AECE3AF-5704-4967-BD45-876FBB82BAF3}" dt="2026-08-15T05:39:57.883" v="5212" actId="478"/>
          <ac:picMkLst>
            <pc:docMk/>
            <pc:sldMk cId="3453856576" sldId="379"/>
            <ac:picMk id="9" creationId="{47D3997E-42D1-61B2-4CAF-96A4F51386BD}"/>
          </ac:picMkLst>
        </pc:picChg>
        <pc:picChg chg="add mod">
          <ac:chgData name="Peethala Rajiv Roy (PED/Hosur/TVSMotor)" userId="e2d9917c-f3dd-4083-a688-e3a90de602c2" providerId="ADAL" clId="{7AECE3AF-5704-4967-BD45-876FBB82BAF3}" dt="2026-08-15T15:53:20.873" v="10787" actId="1076"/>
          <ac:picMkLst>
            <pc:docMk/>
            <pc:sldMk cId="3453856576" sldId="379"/>
            <ac:picMk id="10" creationId="{6802B3D5-4129-3031-7DE4-0F56B1A39EF3}"/>
          </ac:picMkLst>
        </pc:picChg>
        <pc:picChg chg="add mod">
          <ac:chgData name="Peethala Rajiv Roy (PED/Hosur/TVSMotor)" userId="e2d9917c-f3dd-4083-a688-e3a90de602c2" providerId="ADAL" clId="{7AECE3AF-5704-4967-BD45-876FBB82BAF3}" dt="2026-08-15T15:52:42.834" v="10775" actId="208"/>
          <ac:picMkLst>
            <pc:docMk/>
            <pc:sldMk cId="3453856576" sldId="379"/>
            <ac:picMk id="14" creationId="{8DFEF3BC-EA2D-B548-EB4A-3EC403E4FE66}"/>
          </ac:picMkLst>
        </pc:picChg>
      </pc:sldChg>
      <pc:sldChg chg="addSp delSp modSp add mod">
        <pc:chgData name="Peethala Rajiv Roy (PED/Hosur/TVSMotor)" userId="e2d9917c-f3dd-4083-a688-e3a90de602c2" providerId="ADAL" clId="{7AECE3AF-5704-4967-BD45-876FBB82BAF3}" dt="2026-08-15T15:55:11.802" v="10810" actId="1076"/>
        <pc:sldMkLst>
          <pc:docMk/>
          <pc:sldMk cId="1526916163" sldId="380"/>
        </pc:sldMkLst>
        <pc:spChg chg="mod">
          <ac:chgData name="Peethala Rajiv Roy (PED/Hosur/TVSMotor)" userId="e2d9917c-f3dd-4083-a688-e3a90de602c2" providerId="ADAL" clId="{7AECE3AF-5704-4967-BD45-876FBB82BAF3}" dt="2026-08-15T15:54:27.649" v="10797" actId="1076"/>
          <ac:spMkLst>
            <pc:docMk/>
            <pc:sldMk cId="1526916163" sldId="380"/>
            <ac:spMk id="8" creationId="{765734F4-8206-F9E0-B705-83FB090F21E9}"/>
          </ac:spMkLst>
        </pc:spChg>
        <pc:spChg chg="add mod">
          <ac:chgData name="Peethala Rajiv Roy (PED/Hosur/TVSMotor)" userId="e2d9917c-f3dd-4083-a688-e3a90de602c2" providerId="ADAL" clId="{7AECE3AF-5704-4967-BD45-876FBB82BAF3}" dt="2026-08-15T15:55:02.089" v="10808" actId="1076"/>
          <ac:spMkLst>
            <pc:docMk/>
            <pc:sldMk cId="1526916163" sldId="380"/>
            <ac:spMk id="11" creationId="{0E041E8D-DE91-074E-ADEA-82C5F004489A}"/>
          </ac:spMkLst>
        </pc:spChg>
        <pc:spChg chg="mod">
          <ac:chgData name="Peethala Rajiv Roy (PED/Hosur/TVSMotor)" userId="e2d9917c-f3dd-4083-a688-e3a90de602c2" providerId="ADAL" clId="{7AECE3AF-5704-4967-BD45-876FBB82BAF3}" dt="2026-08-15T15:54:39.818" v="10801" actId="1076"/>
          <ac:spMkLst>
            <pc:docMk/>
            <pc:sldMk cId="1526916163" sldId="380"/>
            <ac:spMk id="13" creationId="{1D5899C7-EDFE-70E5-149F-1EDCBBDDB458}"/>
          </ac:spMkLst>
        </pc:spChg>
        <pc:spChg chg="add mod">
          <ac:chgData name="Peethala Rajiv Roy (PED/Hosur/TVSMotor)" userId="e2d9917c-f3dd-4083-a688-e3a90de602c2" providerId="ADAL" clId="{7AECE3AF-5704-4967-BD45-876FBB82BAF3}" dt="2026-08-15T15:55:11.802" v="10810" actId="1076"/>
          <ac:spMkLst>
            <pc:docMk/>
            <pc:sldMk cId="1526916163" sldId="380"/>
            <ac:spMk id="14" creationId="{FD516E45-0F50-591F-8D46-34B726035110}"/>
          </ac:spMkLst>
        </pc:spChg>
        <pc:spChg chg="add mod">
          <ac:chgData name="Peethala Rajiv Roy (PED/Hosur/TVSMotor)" userId="e2d9917c-f3dd-4083-a688-e3a90de602c2" providerId="ADAL" clId="{7AECE3AF-5704-4967-BD45-876FBB82BAF3}" dt="2026-08-15T15:55:07.306" v="10809" actId="1076"/>
          <ac:spMkLst>
            <pc:docMk/>
            <pc:sldMk cId="1526916163" sldId="380"/>
            <ac:spMk id="16" creationId="{B563669B-D0C4-D9FC-EEE9-15F837622AB1}"/>
          </ac:spMkLst>
        </pc:spChg>
        <pc:spChg chg="mod">
          <ac:chgData name="Peethala Rajiv Roy (PED/Hosur/TVSMotor)" userId="e2d9917c-f3dd-4083-a688-e3a90de602c2" providerId="ADAL" clId="{7AECE3AF-5704-4967-BD45-876FBB82BAF3}" dt="2026-07-25T10:49:51.456" v="3022" actId="20577"/>
          <ac:spMkLst>
            <pc:docMk/>
            <pc:sldMk cId="1526916163" sldId="380"/>
            <ac:spMk id="22" creationId="{FB05F5EA-3EA3-B196-6D6D-E8A351AC5BE3}"/>
          </ac:spMkLst>
        </pc:spChg>
        <pc:picChg chg="add mod ord">
          <ac:chgData name="Peethala Rajiv Roy (PED/Hosur/TVSMotor)" userId="e2d9917c-f3dd-4083-a688-e3a90de602c2" providerId="ADAL" clId="{7AECE3AF-5704-4967-BD45-876FBB82BAF3}" dt="2026-08-15T15:54:56.502" v="10807" actId="1076"/>
          <ac:picMkLst>
            <pc:docMk/>
            <pc:sldMk cId="1526916163" sldId="380"/>
            <ac:picMk id="3" creationId="{B4F67648-112D-C483-8CDF-606D4F8371E1}"/>
          </ac:picMkLst>
        </pc:picChg>
        <pc:picChg chg="add del mod">
          <ac:chgData name="Peethala Rajiv Roy (PED/Hosur/TVSMotor)" userId="e2d9917c-f3dd-4083-a688-e3a90de602c2" providerId="ADAL" clId="{7AECE3AF-5704-4967-BD45-876FBB82BAF3}" dt="2026-08-15T15:53:53.874" v="10791" actId="478"/>
          <ac:picMkLst>
            <pc:docMk/>
            <pc:sldMk cId="1526916163" sldId="380"/>
            <ac:picMk id="6" creationId="{EFE81391-8F6C-4E46-E18C-E1A3A0D013D2}"/>
          </ac:picMkLst>
        </pc:picChg>
        <pc:picChg chg="add mod">
          <ac:chgData name="Peethala Rajiv Roy (PED/Hosur/TVSMotor)" userId="e2d9917c-f3dd-4083-a688-e3a90de602c2" providerId="ADAL" clId="{7AECE3AF-5704-4967-BD45-876FBB82BAF3}" dt="2026-08-15T15:54:24.766" v="10796" actId="1076"/>
          <ac:picMkLst>
            <pc:docMk/>
            <pc:sldMk cId="1526916163" sldId="380"/>
            <ac:picMk id="9" creationId="{A04DE552-7C35-236E-3144-55ED63FDA541}"/>
          </ac:picMkLst>
        </pc:picChg>
        <pc:picChg chg="add del mod">
          <ac:chgData name="Peethala Rajiv Roy (PED/Hosur/TVSMotor)" userId="e2d9917c-f3dd-4083-a688-e3a90de602c2" providerId="ADAL" clId="{7AECE3AF-5704-4967-BD45-876FBB82BAF3}" dt="2026-08-15T05:42:44.300" v="5228" actId="478"/>
          <ac:picMkLst>
            <pc:docMk/>
            <pc:sldMk cId="1526916163" sldId="380"/>
            <ac:picMk id="10" creationId="{2141DEEC-B700-AE34-ABE3-AA20E6F5D0AD}"/>
          </ac:picMkLst>
        </pc:picChg>
        <pc:picChg chg="add mod">
          <ac:chgData name="Peethala Rajiv Roy (PED/Hosur/TVSMotor)" userId="e2d9917c-f3dd-4083-a688-e3a90de602c2" providerId="ADAL" clId="{7AECE3AF-5704-4967-BD45-876FBB82BAF3}" dt="2026-08-15T15:54:20.750" v="10795" actId="208"/>
          <ac:picMkLst>
            <pc:docMk/>
            <pc:sldMk cId="1526916163" sldId="380"/>
            <ac:picMk id="18" creationId="{EEF6EF8E-27E8-CE8A-6B86-D09B1D8C93A4}"/>
          </ac:picMkLst>
        </pc:picChg>
        <pc:cxnChg chg="add mod">
          <ac:chgData name="Peethala Rajiv Roy (PED/Hosur/TVSMotor)" userId="e2d9917c-f3dd-4083-a688-e3a90de602c2" providerId="ADAL" clId="{7AECE3AF-5704-4967-BD45-876FBB82BAF3}" dt="2026-08-15T15:55:11.802" v="10810" actId="1076"/>
          <ac:cxnSpMkLst>
            <pc:docMk/>
            <pc:sldMk cId="1526916163" sldId="380"/>
            <ac:cxnSpMk id="12" creationId="{AB119DA0-79B3-1873-A732-9E42947EE562}"/>
          </ac:cxnSpMkLst>
        </pc:cxnChg>
        <pc:cxnChg chg="add mod">
          <ac:chgData name="Peethala Rajiv Roy (PED/Hosur/TVSMotor)" userId="e2d9917c-f3dd-4083-a688-e3a90de602c2" providerId="ADAL" clId="{7AECE3AF-5704-4967-BD45-876FBB82BAF3}" dt="2026-08-15T15:55:07.306" v="10809" actId="1076"/>
          <ac:cxnSpMkLst>
            <pc:docMk/>
            <pc:sldMk cId="1526916163" sldId="380"/>
            <ac:cxnSpMk id="15" creationId="{59195C86-1343-B5B2-792A-FC07D95FD7CB}"/>
          </ac:cxnSpMkLst>
        </pc:cxnChg>
      </pc:sldChg>
      <pc:sldChg chg="modSp add mod">
        <pc:chgData name="Peethala Rajiv Roy (PED/Hosur/TVSMotor)" userId="e2d9917c-f3dd-4083-a688-e3a90de602c2" providerId="ADAL" clId="{7AECE3AF-5704-4967-BD45-876FBB82BAF3}" dt="2026-07-25T10:52:58.444" v="3044" actId="20577"/>
        <pc:sldMkLst>
          <pc:docMk/>
          <pc:sldMk cId="1977935293" sldId="381"/>
        </pc:sldMkLst>
        <pc:spChg chg="mod">
          <ac:chgData name="Peethala Rajiv Roy (PED/Hosur/TVSMotor)" userId="e2d9917c-f3dd-4083-a688-e3a90de602c2" providerId="ADAL" clId="{7AECE3AF-5704-4967-BD45-876FBB82BAF3}" dt="2026-07-25T10:52:58.444" v="3044" actId="20577"/>
          <ac:spMkLst>
            <pc:docMk/>
            <pc:sldMk cId="1977935293" sldId="381"/>
            <ac:spMk id="5" creationId="{E1003F46-841E-EE78-3524-928EA3B44311}"/>
          </ac:spMkLst>
        </pc:spChg>
      </pc:sldChg>
      <pc:sldChg chg="modSp add mod">
        <pc:chgData name="Peethala Rajiv Roy (PED/Hosur/TVSMotor)" userId="e2d9917c-f3dd-4083-a688-e3a90de602c2" providerId="ADAL" clId="{7AECE3AF-5704-4967-BD45-876FBB82BAF3}" dt="2026-07-25T11:02:01.615" v="3127" actId="20577"/>
        <pc:sldMkLst>
          <pc:docMk/>
          <pc:sldMk cId="391060598" sldId="382"/>
        </pc:sldMkLst>
        <pc:spChg chg="mod">
          <ac:chgData name="Peethala Rajiv Roy (PED/Hosur/TVSMotor)" userId="e2d9917c-f3dd-4083-a688-e3a90de602c2" providerId="ADAL" clId="{7AECE3AF-5704-4967-BD45-876FBB82BAF3}" dt="2026-07-25T11:02:01.615" v="3127" actId="20577"/>
          <ac:spMkLst>
            <pc:docMk/>
            <pc:sldMk cId="391060598" sldId="382"/>
            <ac:spMk id="5" creationId="{A30B728C-37C5-3023-20C1-B060D7052DED}"/>
          </ac:spMkLst>
        </pc:spChg>
      </pc:sldChg>
      <pc:sldChg chg="modSp add mod ord">
        <pc:chgData name="Peethala Rajiv Roy (PED/Hosur/TVSMotor)" userId="e2d9917c-f3dd-4083-a688-e3a90de602c2" providerId="ADAL" clId="{7AECE3AF-5704-4967-BD45-876FBB82BAF3}" dt="2026-08-15T09:23:22.300" v="7639" actId="207"/>
        <pc:sldMkLst>
          <pc:docMk/>
          <pc:sldMk cId="2176188330" sldId="383"/>
        </pc:sldMkLst>
        <pc:spChg chg="mod">
          <ac:chgData name="Peethala Rajiv Roy (PED/Hosur/TVSMotor)" userId="e2d9917c-f3dd-4083-a688-e3a90de602c2" providerId="ADAL" clId="{7AECE3AF-5704-4967-BD45-876FBB82BAF3}" dt="2026-07-27T05:33:00.232" v="3175" actId="20577"/>
          <ac:spMkLst>
            <pc:docMk/>
            <pc:sldMk cId="2176188330" sldId="383"/>
            <ac:spMk id="2" creationId="{B236D370-38C8-1E7F-0790-67D18BCFD65B}"/>
          </ac:spMkLst>
        </pc:spChg>
        <pc:spChg chg="mod">
          <ac:chgData name="Peethala Rajiv Roy (PED/Hosur/TVSMotor)" userId="e2d9917c-f3dd-4083-a688-e3a90de602c2" providerId="ADAL" clId="{7AECE3AF-5704-4967-BD45-876FBB82BAF3}" dt="2026-08-15T09:05:06.238" v="6605" actId="20577"/>
          <ac:spMkLst>
            <pc:docMk/>
            <pc:sldMk cId="2176188330" sldId="383"/>
            <ac:spMk id="5" creationId="{01AF32CC-5DF3-CA3F-AC24-E7AA8D6B740E}"/>
          </ac:spMkLst>
        </pc:spChg>
        <pc:spChg chg="mod">
          <ac:chgData name="Peethala Rajiv Roy (PED/Hosur/TVSMotor)" userId="e2d9917c-f3dd-4083-a688-e3a90de602c2" providerId="ADAL" clId="{7AECE3AF-5704-4967-BD45-876FBB82BAF3}" dt="2026-08-15T09:05:24.801" v="6629" actId="20577"/>
          <ac:spMkLst>
            <pc:docMk/>
            <pc:sldMk cId="2176188330" sldId="383"/>
            <ac:spMk id="7" creationId="{DB1EE354-DC4A-F1B0-0005-4E3D12ED07A9}"/>
          </ac:spMkLst>
        </pc:spChg>
        <pc:spChg chg="mod">
          <ac:chgData name="Peethala Rajiv Roy (PED/Hosur/TVSMotor)" userId="e2d9917c-f3dd-4083-a688-e3a90de602c2" providerId="ADAL" clId="{7AECE3AF-5704-4967-BD45-876FBB82BAF3}" dt="2026-08-15T09:05:42.723" v="6649" actId="20577"/>
          <ac:spMkLst>
            <pc:docMk/>
            <pc:sldMk cId="2176188330" sldId="383"/>
            <ac:spMk id="9" creationId="{076935F7-3DC0-1A13-5FF9-AF4A62B9A58B}"/>
          </ac:spMkLst>
        </pc:spChg>
        <pc:spChg chg="mod">
          <ac:chgData name="Peethala Rajiv Roy (PED/Hosur/TVSMotor)" userId="e2d9917c-f3dd-4083-a688-e3a90de602c2" providerId="ADAL" clId="{7AECE3AF-5704-4967-BD45-876FBB82BAF3}" dt="2026-08-15T09:05:56.653" v="6667" actId="20577"/>
          <ac:spMkLst>
            <pc:docMk/>
            <pc:sldMk cId="2176188330" sldId="383"/>
            <ac:spMk id="11" creationId="{F7F49B67-F5D7-C00B-16AB-A52A429C7710}"/>
          </ac:spMkLst>
        </pc:spChg>
        <pc:spChg chg="mod">
          <ac:chgData name="Peethala Rajiv Roy (PED/Hosur/TVSMotor)" userId="e2d9917c-f3dd-4083-a688-e3a90de602c2" providerId="ADAL" clId="{7AECE3AF-5704-4967-BD45-876FBB82BAF3}" dt="2026-08-15T09:07:29.285" v="6744" actId="20577"/>
          <ac:spMkLst>
            <pc:docMk/>
            <pc:sldMk cId="2176188330" sldId="383"/>
            <ac:spMk id="12" creationId="{C2E989F4-BB96-54F8-7182-3EB59086791C}"/>
          </ac:spMkLst>
        </pc:spChg>
        <pc:spChg chg="mod">
          <ac:chgData name="Peethala Rajiv Roy (PED/Hosur/TVSMotor)" userId="e2d9917c-f3dd-4083-a688-e3a90de602c2" providerId="ADAL" clId="{7AECE3AF-5704-4967-BD45-876FBB82BAF3}" dt="2026-08-15T09:07:10.680" v="6733" actId="20577"/>
          <ac:spMkLst>
            <pc:docMk/>
            <pc:sldMk cId="2176188330" sldId="383"/>
            <ac:spMk id="13" creationId="{03324760-5A4A-E9E5-AA48-17C6E3442DDB}"/>
          </ac:spMkLst>
        </pc:spChg>
        <pc:spChg chg="mod">
          <ac:chgData name="Peethala Rajiv Roy (PED/Hosur/TVSMotor)" userId="e2d9917c-f3dd-4083-a688-e3a90de602c2" providerId="ADAL" clId="{7AECE3AF-5704-4967-BD45-876FBB82BAF3}" dt="2026-08-15T09:07:02.150" v="6730" actId="20577"/>
          <ac:spMkLst>
            <pc:docMk/>
            <pc:sldMk cId="2176188330" sldId="383"/>
            <ac:spMk id="14" creationId="{A9794F13-CF1D-93B2-5268-0B6E7126B9B4}"/>
          </ac:spMkLst>
        </pc:spChg>
        <pc:spChg chg="mod">
          <ac:chgData name="Peethala Rajiv Roy (PED/Hosur/TVSMotor)" userId="e2d9917c-f3dd-4083-a688-e3a90de602c2" providerId="ADAL" clId="{7AECE3AF-5704-4967-BD45-876FBB82BAF3}" dt="2026-08-15T09:06:44.721" v="6708" actId="20577"/>
          <ac:spMkLst>
            <pc:docMk/>
            <pc:sldMk cId="2176188330" sldId="383"/>
            <ac:spMk id="18" creationId="{E3E376B7-A77E-E5A0-91FB-9BDA5C9571AB}"/>
          </ac:spMkLst>
        </pc:spChg>
        <pc:spChg chg="mod">
          <ac:chgData name="Peethala Rajiv Roy (PED/Hosur/TVSMotor)" userId="e2d9917c-f3dd-4083-a688-e3a90de602c2" providerId="ADAL" clId="{7AECE3AF-5704-4967-BD45-876FBB82BAF3}" dt="2026-08-15T09:06:35.797" v="6700" actId="20577"/>
          <ac:spMkLst>
            <pc:docMk/>
            <pc:sldMk cId="2176188330" sldId="383"/>
            <ac:spMk id="19" creationId="{3050EF2B-99CB-1EC1-7A6C-8CCEDB4CC0CC}"/>
          </ac:spMkLst>
        </pc:spChg>
        <pc:spChg chg="mod">
          <ac:chgData name="Peethala Rajiv Roy (PED/Hosur/TVSMotor)" userId="e2d9917c-f3dd-4083-a688-e3a90de602c2" providerId="ADAL" clId="{7AECE3AF-5704-4967-BD45-876FBB82BAF3}" dt="2026-08-15T09:06:28.657" v="6694" actId="20577"/>
          <ac:spMkLst>
            <pc:docMk/>
            <pc:sldMk cId="2176188330" sldId="383"/>
            <ac:spMk id="20" creationId="{299DF8E8-4325-AA9B-0CDC-C6DE5C5096DC}"/>
          </ac:spMkLst>
        </pc:spChg>
        <pc:spChg chg="mod">
          <ac:chgData name="Peethala Rajiv Roy (PED/Hosur/TVSMotor)" userId="e2d9917c-f3dd-4083-a688-e3a90de602c2" providerId="ADAL" clId="{7AECE3AF-5704-4967-BD45-876FBB82BAF3}" dt="2026-08-15T09:06:16.724" v="6686" actId="20577"/>
          <ac:spMkLst>
            <pc:docMk/>
            <pc:sldMk cId="2176188330" sldId="383"/>
            <ac:spMk id="22" creationId="{66B5B487-1347-88C2-CB24-7440B10E4AD8}"/>
          </ac:spMkLst>
        </pc:spChg>
        <pc:spChg chg="mod">
          <ac:chgData name="Peethala Rajiv Roy (PED/Hosur/TVSMotor)" userId="e2d9917c-f3dd-4083-a688-e3a90de602c2" providerId="ADAL" clId="{7AECE3AF-5704-4967-BD45-876FBB82BAF3}" dt="2026-08-15T08:59:20.146" v="6313" actId="20577"/>
          <ac:spMkLst>
            <pc:docMk/>
            <pc:sldMk cId="2176188330" sldId="383"/>
            <ac:spMk id="25" creationId="{AFD1D52F-FE2A-E51F-F2A0-1BC9A1DDE2E1}"/>
          </ac:spMkLst>
        </pc:spChg>
        <pc:spChg chg="mod">
          <ac:chgData name="Peethala Rajiv Roy (PED/Hosur/TVSMotor)" userId="e2d9917c-f3dd-4083-a688-e3a90de602c2" providerId="ADAL" clId="{7AECE3AF-5704-4967-BD45-876FBB82BAF3}" dt="2026-08-15T08:59:31.651" v="6323" actId="20577"/>
          <ac:spMkLst>
            <pc:docMk/>
            <pc:sldMk cId="2176188330" sldId="383"/>
            <ac:spMk id="30" creationId="{A09662F9-3378-101B-2C71-6143EF5BCD0A}"/>
          </ac:spMkLst>
        </pc:spChg>
        <pc:spChg chg="mod">
          <ac:chgData name="Peethala Rajiv Roy (PED/Hosur/TVSMotor)" userId="e2d9917c-f3dd-4083-a688-e3a90de602c2" providerId="ADAL" clId="{7AECE3AF-5704-4967-BD45-876FBB82BAF3}" dt="2026-08-15T09:00:51.061" v="6360" actId="20577"/>
          <ac:spMkLst>
            <pc:docMk/>
            <pc:sldMk cId="2176188330" sldId="383"/>
            <ac:spMk id="49" creationId="{57965AA3-BFFD-1A71-7D4C-79AD0C0D38D6}"/>
          </ac:spMkLst>
        </pc:spChg>
        <pc:spChg chg="mod">
          <ac:chgData name="Peethala Rajiv Roy (PED/Hosur/TVSMotor)" userId="e2d9917c-f3dd-4083-a688-e3a90de602c2" providerId="ADAL" clId="{7AECE3AF-5704-4967-BD45-876FBB82BAF3}" dt="2026-08-15T09:01:06.425" v="6379" actId="20577"/>
          <ac:spMkLst>
            <pc:docMk/>
            <pc:sldMk cId="2176188330" sldId="383"/>
            <ac:spMk id="51" creationId="{91141576-19AC-7805-A3E8-BAFBFD386A1D}"/>
          </ac:spMkLst>
        </pc:spChg>
        <pc:spChg chg="mod">
          <ac:chgData name="Peethala Rajiv Roy (PED/Hosur/TVSMotor)" userId="e2d9917c-f3dd-4083-a688-e3a90de602c2" providerId="ADAL" clId="{7AECE3AF-5704-4967-BD45-876FBB82BAF3}" dt="2026-08-15T09:01:17.179" v="6395" actId="20577"/>
          <ac:spMkLst>
            <pc:docMk/>
            <pc:sldMk cId="2176188330" sldId="383"/>
            <ac:spMk id="53" creationId="{B3CAB156-98D2-21A7-8767-99BF76C9B578}"/>
          </ac:spMkLst>
        </pc:spChg>
        <pc:spChg chg="mod">
          <ac:chgData name="Peethala Rajiv Roy (PED/Hosur/TVSMotor)" userId="e2d9917c-f3dd-4083-a688-e3a90de602c2" providerId="ADAL" clId="{7AECE3AF-5704-4967-BD45-876FBB82BAF3}" dt="2026-08-15T09:01:37.350" v="6414" actId="20577"/>
          <ac:spMkLst>
            <pc:docMk/>
            <pc:sldMk cId="2176188330" sldId="383"/>
            <ac:spMk id="55" creationId="{D3BE7A30-6E85-0B2F-9D3C-501002DCC486}"/>
          </ac:spMkLst>
        </pc:spChg>
        <pc:spChg chg="mod">
          <ac:chgData name="Peethala Rajiv Roy (PED/Hosur/TVSMotor)" userId="e2d9917c-f3dd-4083-a688-e3a90de602c2" providerId="ADAL" clId="{7AECE3AF-5704-4967-BD45-876FBB82BAF3}" dt="2026-08-15T09:01:53.229" v="6426" actId="20577"/>
          <ac:spMkLst>
            <pc:docMk/>
            <pc:sldMk cId="2176188330" sldId="383"/>
            <ac:spMk id="57" creationId="{4E87B1A9-9C7A-D23D-2500-ADB2E45E5C58}"/>
          </ac:spMkLst>
        </pc:spChg>
        <pc:spChg chg="mod">
          <ac:chgData name="Peethala Rajiv Roy (PED/Hosur/TVSMotor)" userId="e2d9917c-f3dd-4083-a688-e3a90de602c2" providerId="ADAL" clId="{7AECE3AF-5704-4967-BD45-876FBB82BAF3}" dt="2026-08-15T09:02:05.388" v="6436" actId="20577"/>
          <ac:spMkLst>
            <pc:docMk/>
            <pc:sldMk cId="2176188330" sldId="383"/>
            <ac:spMk id="59" creationId="{9F40E43E-BEBA-6C91-4B21-E316B49F74D0}"/>
          </ac:spMkLst>
        </pc:spChg>
        <pc:spChg chg="mod">
          <ac:chgData name="Peethala Rajiv Roy (PED/Hosur/TVSMotor)" userId="e2d9917c-f3dd-4083-a688-e3a90de602c2" providerId="ADAL" clId="{7AECE3AF-5704-4967-BD45-876FBB82BAF3}" dt="2026-08-15T09:02:21.104" v="6447" actId="20577"/>
          <ac:spMkLst>
            <pc:docMk/>
            <pc:sldMk cId="2176188330" sldId="383"/>
            <ac:spMk id="61" creationId="{D8B59E59-ACCF-B265-7C0C-823E781C2FE5}"/>
          </ac:spMkLst>
        </pc:spChg>
        <pc:spChg chg="mod">
          <ac:chgData name="Peethala Rajiv Roy (PED/Hosur/TVSMotor)" userId="e2d9917c-f3dd-4083-a688-e3a90de602c2" providerId="ADAL" clId="{7AECE3AF-5704-4967-BD45-876FBB82BAF3}" dt="2026-08-15T09:02:34.584" v="6467" actId="20577"/>
          <ac:spMkLst>
            <pc:docMk/>
            <pc:sldMk cId="2176188330" sldId="383"/>
            <ac:spMk id="63" creationId="{37F127C3-839B-A1EC-E351-BF2CE6B3B0E9}"/>
          </ac:spMkLst>
        </pc:spChg>
        <pc:spChg chg="mod">
          <ac:chgData name="Peethala Rajiv Roy (PED/Hosur/TVSMotor)" userId="e2d9917c-f3dd-4083-a688-e3a90de602c2" providerId="ADAL" clId="{7AECE3AF-5704-4967-BD45-876FBB82BAF3}" dt="2026-08-15T09:02:40.342" v="6468"/>
          <ac:spMkLst>
            <pc:docMk/>
            <pc:sldMk cId="2176188330" sldId="383"/>
            <ac:spMk id="65" creationId="{69CE2DD3-7FD0-7A67-2329-A5B69B2948E6}"/>
          </ac:spMkLst>
        </pc:spChg>
        <pc:spChg chg="mod">
          <ac:chgData name="Peethala Rajiv Roy (PED/Hosur/TVSMotor)" userId="e2d9917c-f3dd-4083-a688-e3a90de602c2" providerId="ADAL" clId="{7AECE3AF-5704-4967-BD45-876FBB82BAF3}" dt="2026-08-15T09:04:32.868" v="6571" actId="20577"/>
          <ac:spMkLst>
            <pc:docMk/>
            <pc:sldMk cId="2176188330" sldId="383"/>
            <ac:spMk id="69" creationId="{DB785765-E0AF-EA3F-3F20-98DB93331A3D}"/>
          </ac:spMkLst>
        </pc:spChg>
        <pc:spChg chg="mod">
          <ac:chgData name="Peethala Rajiv Roy (PED/Hosur/TVSMotor)" userId="e2d9917c-f3dd-4083-a688-e3a90de602c2" providerId="ADAL" clId="{7AECE3AF-5704-4967-BD45-876FBB82BAF3}" dt="2026-08-15T09:23:19.339" v="7638" actId="207"/>
          <ac:spMkLst>
            <pc:docMk/>
            <pc:sldMk cId="2176188330" sldId="383"/>
            <ac:spMk id="75" creationId="{675ED5BB-D679-1E08-E066-CC7E4EB20BD2}"/>
          </ac:spMkLst>
        </pc:spChg>
        <pc:spChg chg="mod">
          <ac:chgData name="Peethala Rajiv Roy (PED/Hosur/TVSMotor)" userId="e2d9917c-f3dd-4083-a688-e3a90de602c2" providerId="ADAL" clId="{7AECE3AF-5704-4967-BD45-876FBB82BAF3}" dt="2026-08-15T09:00:05.143" v="6342" actId="20577"/>
          <ac:spMkLst>
            <pc:docMk/>
            <pc:sldMk cId="2176188330" sldId="383"/>
            <ac:spMk id="77" creationId="{B51B3EDF-5EE1-7A1C-791E-19F8733AA54F}"/>
          </ac:spMkLst>
        </pc:spChg>
        <pc:spChg chg="mod">
          <ac:chgData name="Peethala Rajiv Roy (PED/Hosur/TVSMotor)" userId="e2d9917c-f3dd-4083-a688-e3a90de602c2" providerId="ADAL" clId="{7AECE3AF-5704-4967-BD45-876FBB82BAF3}" dt="2026-08-15T09:04:45.977" v="6588" actId="20577"/>
          <ac:spMkLst>
            <pc:docMk/>
            <pc:sldMk cId="2176188330" sldId="383"/>
            <ac:spMk id="79" creationId="{60BC0D91-24A9-27A0-8D86-CA0F7E085675}"/>
          </ac:spMkLst>
        </pc:spChg>
        <pc:spChg chg="mod">
          <ac:chgData name="Peethala Rajiv Roy (PED/Hosur/TVSMotor)" userId="e2d9917c-f3dd-4083-a688-e3a90de602c2" providerId="ADAL" clId="{7AECE3AF-5704-4967-BD45-876FBB82BAF3}" dt="2026-08-15T09:04:57.571" v="6596" actId="20577"/>
          <ac:spMkLst>
            <pc:docMk/>
            <pc:sldMk cId="2176188330" sldId="383"/>
            <ac:spMk id="80" creationId="{36168DD1-BD45-A07A-10CD-8AD493E5225E}"/>
          </ac:spMkLst>
        </pc:spChg>
        <pc:spChg chg="mod">
          <ac:chgData name="Peethala Rajiv Roy (PED/Hosur/TVSMotor)" userId="e2d9917c-f3dd-4083-a688-e3a90de602c2" providerId="ADAL" clId="{7AECE3AF-5704-4967-BD45-876FBB82BAF3}" dt="2026-08-15T09:23:22.300" v="7639" actId="207"/>
          <ac:spMkLst>
            <pc:docMk/>
            <pc:sldMk cId="2176188330" sldId="383"/>
            <ac:spMk id="83" creationId="{07CFFCB8-3D75-ACB0-BB9F-8D26B57ED6BF}"/>
          </ac:spMkLst>
        </pc:spChg>
        <pc:spChg chg="mod">
          <ac:chgData name="Peethala Rajiv Roy (PED/Hosur/TVSMotor)" userId="e2d9917c-f3dd-4083-a688-e3a90de602c2" providerId="ADAL" clId="{7AECE3AF-5704-4967-BD45-876FBB82BAF3}" dt="2026-08-15T09:03:03.682" v="6489" actId="20577"/>
          <ac:spMkLst>
            <pc:docMk/>
            <pc:sldMk cId="2176188330" sldId="383"/>
            <ac:spMk id="99" creationId="{B6810D22-E90C-2391-853D-319A5D044D0D}"/>
          </ac:spMkLst>
        </pc:spChg>
        <pc:spChg chg="mod">
          <ac:chgData name="Peethala Rajiv Roy (PED/Hosur/TVSMotor)" userId="e2d9917c-f3dd-4083-a688-e3a90de602c2" providerId="ADAL" clId="{7AECE3AF-5704-4967-BD45-876FBB82BAF3}" dt="2026-08-15T09:03:28.194" v="6519" actId="20577"/>
          <ac:spMkLst>
            <pc:docMk/>
            <pc:sldMk cId="2176188330" sldId="383"/>
            <ac:spMk id="101" creationId="{FEBCD92B-2B5E-EBA9-E253-571A4F24F5E8}"/>
          </ac:spMkLst>
        </pc:spChg>
        <pc:spChg chg="mod">
          <ac:chgData name="Peethala Rajiv Roy (PED/Hosur/TVSMotor)" userId="e2d9917c-f3dd-4083-a688-e3a90de602c2" providerId="ADAL" clId="{7AECE3AF-5704-4967-BD45-876FBB82BAF3}" dt="2026-08-15T09:03:48.312" v="6529" actId="20577"/>
          <ac:spMkLst>
            <pc:docMk/>
            <pc:sldMk cId="2176188330" sldId="383"/>
            <ac:spMk id="103" creationId="{8310EE1A-95F4-8150-685C-62BABF636335}"/>
          </ac:spMkLst>
        </pc:spChg>
        <pc:spChg chg="mod">
          <ac:chgData name="Peethala Rajiv Roy (PED/Hosur/TVSMotor)" userId="e2d9917c-f3dd-4083-a688-e3a90de602c2" providerId="ADAL" clId="{7AECE3AF-5704-4967-BD45-876FBB82BAF3}" dt="2026-08-15T09:04:15.797" v="6551" actId="20577"/>
          <ac:spMkLst>
            <pc:docMk/>
            <pc:sldMk cId="2176188330" sldId="383"/>
            <ac:spMk id="105" creationId="{2979C370-1AAF-A83A-28B3-F290A6479684}"/>
          </ac:spMkLst>
        </pc:spChg>
      </pc:sldChg>
      <pc:sldChg chg="modSp add mod">
        <pc:chgData name="Peethala Rajiv Roy (PED/Hosur/TVSMotor)" userId="e2d9917c-f3dd-4083-a688-e3a90de602c2" providerId="ADAL" clId="{7AECE3AF-5704-4967-BD45-876FBB82BAF3}" dt="2026-07-27T05:32:48.385" v="3168" actId="20577"/>
        <pc:sldMkLst>
          <pc:docMk/>
          <pc:sldMk cId="2574193626" sldId="384"/>
        </pc:sldMkLst>
        <pc:spChg chg="mod">
          <ac:chgData name="Peethala Rajiv Roy (PED/Hosur/TVSMotor)" userId="e2d9917c-f3dd-4083-a688-e3a90de602c2" providerId="ADAL" clId="{7AECE3AF-5704-4967-BD45-876FBB82BAF3}" dt="2026-07-27T05:32:48.385" v="3168" actId="20577"/>
          <ac:spMkLst>
            <pc:docMk/>
            <pc:sldMk cId="2574193626" sldId="384"/>
            <ac:spMk id="5" creationId="{89E66669-BF08-39B5-B401-BABD126BB22A}"/>
          </ac:spMkLst>
        </pc:spChg>
      </pc:sldChg>
      <pc:sldChg chg="modSp add mod ord">
        <pc:chgData name="Peethala Rajiv Roy (PED/Hosur/TVSMotor)" userId="e2d9917c-f3dd-4083-a688-e3a90de602c2" providerId="ADAL" clId="{7AECE3AF-5704-4967-BD45-876FBB82BAF3}" dt="2026-08-15T09:23:14.521" v="7637" actId="207"/>
        <pc:sldMkLst>
          <pc:docMk/>
          <pc:sldMk cId="3200857126" sldId="385"/>
        </pc:sldMkLst>
        <pc:spChg chg="mod">
          <ac:chgData name="Peethala Rajiv Roy (PED/Hosur/TVSMotor)" userId="e2d9917c-f3dd-4083-a688-e3a90de602c2" providerId="ADAL" clId="{7AECE3AF-5704-4967-BD45-876FBB82BAF3}" dt="2026-08-15T09:17:05.753" v="7316" actId="20577"/>
          <ac:spMkLst>
            <pc:docMk/>
            <pc:sldMk cId="3200857126" sldId="385"/>
            <ac:spMk id="5" creationId="{13BB5CBE-D268-3E1A-91F3-03A3FBA89716}"/>
          </ac:spMkLst>
        </pc:spChg>
        <pc:spChg chg="mod">
          <ac:chgData name="Peethala Rajiv Roy (PED/Hosur/TVSMotor)" userId="e2d9917c-f3dd-4083-a688-e3a90de602c2" providerId="ADAL" clId="{7AECE3AF-5704-4967-BD45-876FBB82BAF3}" dt="2026-08-15T09:17:20.576" v="7330" actId="20577"/>
          <ac:spMkLst>
            <pc:docMk/>
            <pc:sldMk cId="3200857126" sldId="385"/>
            <ac:spMk id="7" creationId="{1325D487-88F4-A9A4-EE21-78A2FEA39500}"/>
          </ac:spMkLst>
        </pc:spChg>
        <pc:spChg chg="mod">
          <ac:chgData name="Peethala Rajiv Roy (PED/Hosur/TVSMotor)" userId="e2d9917c-f3dd-4083-a688-e3a90de602c2" providerId="ADAL" clId="{7AECE3AF-5704-4967-BD45-876FBB82BAF3}" dt="2026-08-15T09:17:36.221" v="7349" actId="20577"/>
          <ac:spMkLst>
            <pc:docMk/>
            <pc:sldMk cId="3200857126" sldId="385"/>
            <ac:spMk id="9" creationId="{73BEA0AE-5028-6349-1141-6E47CDED37FE}"/>
          </ac:spMkLst>
        </pc:spChg>
        <pc:spChg chg="mod">
          <ac:chgData name="Peethala Rajiv Roy (PED/Hosur/TVSMotor)" userId="e2d9917c-f3dd-4083-a688-e3a90de602c2" providerId="ADAL" clId="{7AECE3AF-5704-4967-BD45-876FBB82BAF3}" dt="2026-08-15T09:17:48.250" v="7366" actId="20577"/>
          <ac:spMkLst>
            <pc:docMk/>
            <pc:sldMk cId="3200857126" sldId="385"/>
            <ac:spMk id="11" creationId="{9F9B201E-9A9D-B6C4-8AD3-21D992F4CD53}"/>
          </ac:spMkLst>
        </pc:spChg>
        <pc:spChg chg="mod">
          <ac:chgData name="Peethala Rajiv Roy (PED/Hosur/TVSMotor)" userId="e2d9917c-f3dd-4083-a688-e3a90de602c2" providerId="ADAL" clId="{7AECE3AF-5704-4967-BD45-876FBB82BAF3}" dt="2026-08-15T09:19:45.727" v="7483" actId="20577"/>
          <ac:spMkLst>
            <pc:docMk/>
            <pc:sldMk cId="3200857126" sldId="385"/>
            <ac:spMk id="12" creationId="{C6595717-57D9-46AE-2C4E-32C42BAFA492}"/>
          </ac:spMkLst>
        </pc:spChg>
        <pc:spChg chg="mod">
          <ac:chgData name="Peethala Rajiv Roy (PED/Hosur/TVSMotor)" userId="e2d9917c-f3dd-4083-a688-e3a90de602c2" providerId="ADAL" clId="{7AECE3AF-5704-4967-BD45-876FBB82BAF3}" dt="2026-08-15T09:19:14.056" v="7457" actId="20577"/>
          <ac:spMkLst>
            <pc:docMk/>
            <pc:sldMk cId="3200857126" sldId="385"/>
            <ac:spMk id="13" creationId="{4C7F5905-89C2-2368-8F6C-CECE1A668DB6}"/>
          </ac:spMkLst>
        </pc:spChg>
        <pc:spChg chg="mod">
          <ac:chgData name="Peethala Rajiv Roy (PED/Hosur/TVSMotor)" userId="e2d9917c-f3dd-4083-a688-e3a90de602c2" providerId="ADAL" clId="{7AECE3AF-5704-4967-BD45-876FBB82BAF3}" dt="2026-08-15T09:19:02.497" v="7434" actId="20577"/>
          <ac:spMkLst>
            <pc:docMk/>
            <pc:sldMk cId="3200857126" sldId="385"/>
            <ac:spMk id="14" creationId="{D6166F9E-4A47-1869-2AB1-734A0D6A8D67}"/>
          </ac:spMkLst>
        </pc:spChg>
        <pc:spChg chg="mod">
          <ac:chgData name="Peethala Rajiv Roy (PED/Hosur/TVSMotor)" userId="e2d9917c-f3dd-4083-a688-e3a90de602c2" providerId="ADAL" clId="{7AECE3AF-5704-4967-BD45-876FBB82BAF3}" dt="2026-08-15T09:18:46.994" v="7417" actId="20577"/>
          <ac:spMkLst>
            <pc:docMk/>
            <pc:sldMk cId="3200857126" sldId="385"/>
            <ac:spMk id="18" creationId="{48B52EAD-3C0C-6B84-9AA3-9F9AC8B755BE}"/>
          </ac:spMkLst>
        </pc:spChg>
        <pc:spChg chg="mod">
          <ac:chgData name="Peethala Rajiv Roy (PED/Hosur/TVSMotor)" userId="e2d9917c-f3dd-4083-a688-e3a90de602c2" providerId="ADAL" clId="{7AECE3AF-5704-4967-BD45-876FBB82BAF3}" dt="2026-08-15T09:18:36.188" v="7401" actId="20577"/>
          <ac:spMkLst>
            <pc:docMk/>
            <pc:sldMk cId="3200857126" sldId="385"/>
            <ac:spMk id="19" creationId="{814F5BFB-8BD2-19BC-DA7E-B78ED6AE93FB}"/>
          </ac:spMkLst>
        </pc:spChg>
        <pc:spChg chg="mod">
          <ac:chgData name="Peethala Rajiv Roy (PED/Hosur/TVSMotor)" userId="e2d9917c-f3dd-4083-a688-e3a90de602c2" providerId="ADAL" clId="{7AECE3AF-5704-4967-BD45-876FBB82BAF3}" dt="2026-08-15T09:18:25.571" v="7387" actId="20577"/>
          <ac:spMkLst>
            <pc:docMk/>
            <pc:sldMk cId="3200857126" sldId="385"/>
            <ac:spMk id="20" creationId="{12B85904-687E-3E73-7968-753DA704F312}"/>
          </ac:spMkLst>
        </pc:spChg>
        <pc:spChg chg="mod">
          <ac:chgData name="Peethala Rajiv Roy (PED/Hosur/TVSMotor)" userId="e2d9917c-f3dd-4083-a688-e3a90de602c2" providerId="ADAL" clId="{7AECE3AF-5704-4967-BD45-876FBB82BAF3}" dt="2026-08-15T09:17:56.918" v="7370" actId="20577"/>
          <ac:spMkLst>
            <pc:docMk/>
            <pc:sldMk cId="3200857126" sldId="385"/>
            <ac:spMk id="22" creationId="{2EE00DAD-22A0-0EFF-49C4-8F12A1D0B98D}"/>
          </ac:spMkLst>
        </pc:spChg>
        <pc:spChg chg="mod">
          <ac:chgData name="Peethala Rajiv Roy (PED/Hosur/TVSMotor)" userId="e2d9917c-f3dd-4083-a688-e3a90de602c2" providerId="ADAL" clId="{7AECE3AF-5704-4967-BD45-876FBB82BAF3}" dt="2026-08-15T09:07:55.184" v="6777" actId="20577"/>
          <ac:spMkLst>
            <pc:docMk/>
            <pc:sldMk cId="3200857126" sldId="385"/>
            <ac:spMk id="23" creationId="{7ED0E60E-D00C-BFCF-8AF9-9441A7806F80}"/>
          </ac:spMkLst>
        </pc:spChg>
        <pc:spChg chg="mod">
          <ac:chgData name="Peethala Rajiv Roy (PED/Hosur/TVSMotor)" userId="e2d9917c-f3dd-4083-a688-e3a90de602c2" providerId="ADAL" clId="{7AECE3AF-5704-4967-BD45-876FBB82BAF3}" dt="2026-08-15T09:08:35.410" v="6826" actId="20577"/>
          <ac:spMkLst>
            <pc:docMk/>
            <pc:sldMk cId="3200857126" sldId="385"/>
            <ac:spMk id="24" creationId="{C825ED46-092A-C3EA-15CE-A4DB1DFC591B}"/>
          </ac:spMkLst>
        </pc:spChg>
        <pc:spChg chg="mod">
          <ac:chgData name="Peethala Rajiv Roy (PED/Hosur/TVSMotor)" userId="e2d9917c-f3dd-4083-a688-e3a90de602c2" providerId="ADAL" clId="{7AECE3AF-5704-4967-BD45-876FBB82BAF3}" dt="2026-08-15T09:08:49.702" v="6853" actId="20577"/>
          <ac:spMkLst>
            <pc:docMk/>
            <pc:sldMk cId="3200857126" sldId="385"/>
            <ac:spMk id="25" creationId="{78716240-2506-B77F-34B7-FE7B75408E76}"/>
          </ac:spMkLst>
        </pc:spChg>
        <pc:spChg chg="mod">
          <ac:chgData name="Peethala Rajiv Roy (PED/Hosur/TVSMotor)" userId="e2d9917c-f3dd-4083-a688-e3a90de602c2" providerId="ADAL" clId="{7AECE3AF-5704-4967-BD45-876FBB82BAF3}" dt="2026-08-15T09:08:21.282" v="6803" actId="20577"/>
          <ac:spMkLst>
            <pc:docMk/>
            <pc:sldMk cId="3200857126" sldId="385"/>
            <ac:spMk id="29" creationId="{150149D1-62DF-D8FC-0042-25882AE882FE}"/>
          </ac:spMkLst>
        </pc:spChg>
        <pc:spChg chg="mod">
          <ac:chgData name="Peethala Rajiv Roy (PED/Hosur/TVSMotor)" userId="e2d9917c-f3dd-4083-a688-e3a90de602c2" providerId="ADAL" clId="{7AECE3AF-5704-4967-BD45-876FBB82BAF3}" dt="2026-08-15T09:09:02.744" v="6877" actId="20577"/>
          <ac:spMkLst>
            <pc:docMk/>
            <pc:sldMk cId="3200857126" sldId="385"/>
            <ac:spMk id="30" creationId="{93CA02CB-1F0D-CFAB-5CBB-C1DB97F72C8E}"/>
          </ac:spMkLst>
        </pc:spChg>
        <pc:spChg chg="mod">
          <ac:chgData name="Peethala Rajiv Roy (PED/Hosur/TVSMotor)" userId="e2d9917c-f3dd-4083-a688-e3a90de602c2" providerId="ADAL" clId="{7AECE3AF-5704-4967-BD45-876FBB82BAF3}" dt="2026-08-15T09:09:29.510" v="6903" actId="20577"/>
          <ac:spMkLst>
            <pc:docMk/>
            <pc:sldMk cId="3200857126" sldId="385"/>
            <ac:spMk id="31" creationId="{2D73799F-36F3-FEDF-0D66-BCA491E257D7}"/>
          </ac:spMkLst>
        </pc:spChg>
        <pc:spChg chg="mod">
          <ac:chgData name="Peethala Rajiv Roy (PED/Hosur/TVSMotor)" userId="e2d9917c-f3dd-4083-a688-e3a90de602c2" providerId="ADAL" clId="{7AECE3AF-5704-4967-BD45-876FBB82BAF3}" dt="2026-08-15T09:09:53.211" v="6943" actId="20577"/>
          <ac:spMkLst>
            <pc:docMk/>
            <pc:sldMk cId="3200857126" sldId="385"/>
            <ac:spMk id="49" creationId="{67851881-F323-EA8B-CBC3-6A533B6D6A27}"/>
          </ac:spMkLst>
        </pc:spChg>
        <pc:spChg chg="mod">
          <ac:chgData name="Peethala Rajiv Roy (PED/Hosur/TVSMotor)" userId="e2d9917c-f3dd-4083-a688-e3a90de602c2" providerId="ADAL" clId="{7AECE3AF-5704-4967-BD45-876FBB82BAF3}" dt="2026-08-15T09:10:50.962" v="6988" actId="404"/>
          <ac:spMkLst>
            <pc:docMk/>
            <pc:sldMk cId="3200857126" sldId="385"/>
            <ac:spMk id="51" creationId="{59EBAC75-D0A9-842E-327F-AB6D09F055E8}"/>
          </ac:spMkLst>
        </pc:spChg>
        <pc:spChg chg="mod">
          <ac:chgData name="Peethala Rajiv Roy (PED/Hosur/TVSMotor)" userId="e2d9917c-f3dd-4083-a688-e3a90de602c2" providerId="ADAL" clId="{7AECE3AF-5704-4967-BD45-876FBB82BAF3}" dt="2026-08-15T09:11:15.311" v="7012" actId="20577"/>
          <ac:spMkLst>
            <pc:docMk/>
            <pc:sldMk cId="3200857126" sldId="385"/>
            <ac:spMk id="53" creationId="{F4B47B9D-5F53-FA0C-4E5C-109C85A6A1EA}"/>
          </ac:spMkLst>
        </pc:spChg>
        <pc:spChg chg="mod">
          <ac:chgData name="Peethala Rajiv Roy (PED/Hosur/TVSMotor)" userId="e2d9917c-f3dd-4083-a688-e3a90de602c2" providerId="ADAL" clId="{7AECE3AF-5704-4967-BD45-876FBB82BAF3}" dt="2026-08-15T09:12:18.312" v="7049" actId="404"/>
          <ac:spMkLst>
            <pc:docMk/>
            <pc:sldMk cId="3200857126" sldId="385"/>
            <ac:spMk id="55" creationId="{51F6F1CF-3927-C4A3-D0D4-9256A6616173}"/>
          </ac:spMkLst>
        </pc:spChg>
        <pc:spChg chg="mod">
          <ac:chgData name="Peethala Rajiv Roy (PED/Hosur/TVSMotor)" userId="e2d9917c-f3dd-4083-a688-e3a90de602c2" providerId="ADAL" clId="{7AECE3AF-5704-4967-BD45-876FBB82BAF3}" dt="2026-08-15T09:12:46.104" v="7070" actId="20577"/>
          <ac:spMkLst>
            <pc:docMk/>
            <pc:sldMk cId="3200857126" sldId="385"/>
            <ac:spMk id="57" creationId="{700F922D-14DF-6F98-DB9E-54BC17A6E70C}"/>
          </ac:spMkLst>
        </pc:spChg>
        <pc:spChg chg="mod">
          <ac:chgData name="Peethala Rajiv Roy (PED/Hosur/TVSMotor)" userId="e2d9917c-f3dd-4083-a688-e3a90de602c2" providerId="ADAL" clId="{7AECE3AF-5704-4967-BD45-876FBB82BAF3}" dt="2026-08-15T09:13:06.105" v="7093" actId="20577"/>
          <ac:spMkLst>
            <pc:docMk/>
            <pc:sldMk cId="3200857126" sldId="385"/>
            <ac:spMk id="59" creationId="{3F8AA1DB-D6BE-068F-4D9E-06FC2624B6C5}"/>
          </ac:spMkLst>
        </pc:spChg>
        <pc:spChg chg="mod">
          <ac:chgData name="Peethala Rajiv Roy (PED/Hosur/TVSMotor)" userId="e2d9917c-f3dd-4083-a688-e3a90de602c2" providerId="ADAL" clId="{7AECE3AF-5704-4967-BD45-876FBB82BAF3}" dt="2026-08-15T09:13:18.900" v="7113" actId="20577"/>
          <ac:spMkLst>
            <pc:docMk/>
            <pc:sldMk cId="3200857126" sldId="385"/>
            <ac:spMk id="61" creationId="{9294A1AC-E4AC-7911-33CA-A57881BC009D}"/>
          </ac:spMkLst>
        </pc:spChg>
        <pc:spChg chg="mod">
          <ac:chgData name="Peethala Rajiv Roy (PED/Hosur/TVSMotor)" userId="e2d9917c-f3dd-4083-a688-e3a90de602c2" providerId="ADAL" clId="{7AECE3AF-5704-4967-BD45-876FBB82BAF3}" dt="2026-08-15T09:13:30.576" v="7128" actId="20577"/>
          <ac:spMkLst>
            <pc:docMk/>
            <pc:sldMk cId="3200857126" sldId="385"/>
            <ac:spMk id="63" creationId="{1EE08339-AACA-10CD-5B1C-D71DEF773A05}"/>
          </ac:spMkLst>
        </pc:spChg>
        <pc:spChg chg="mod">
          <ac:chgData name="Peethala Rajiv Roy (PED/Hosur/TVSMotor)" userId="e2d9917c-f3dd-4083-a688-e3a90de602c2" providerId="ADAL" clId="{7AECE3AF-5704-4967-BD45-876FBB82BAF3}" dt="2026-08-15T09:13:43.620" v="7145" actId="20577"/>
          <ac:spMkLst>
            <pc:docMk/>
            <pc:sldMk cId="3200857126" sldId="385"/>
            <ac:spMk id="65" creationId="{8A8A04B0-8E03-DE55-FAA2-7283D8509F44}"/>
          </ac:spMkLst>
        </pc:spChg>
        <pc:spChg chg="mod">
          <ac:chgData name="Peethala Rajiv Roy (PED/Hosur/TVSMotor)" userId="e2d9917c-f3dd-4083-a688-e3a90de602c2" providerId="ADAL" clId="{7AECE3AF-5704-4967-BD45-876FBB82BAF3}" dt="2026-08-15T09:14:51.448" v="7254" actId="20577"/>
          <ac:spMkLst>
            <pc:docMk/>
            <pc:sldMk cId="3200857126" sldId="385"/>
            <ac:spMk id="69" creationId="{C411DAC9-22F8-FBAE-C844-730398BC5A60}"/>
          </ac:spMkLst>
        </pc:spChg>
        <pc:spChg chg="mod">
          <ac:chgData name="Peethala Rajiv Roy (PED/Hosur/TVSMotor)" userId="e2d9917c-f3dd-4083-a688-e3a90de602c2" providerId="ADAL" clId="{7AECE3AF-5704-4967-BD45-876FBB82BAF3}" dt="2026-08-15T09:23:10.511" v="7636" actId="207"/>
          <ac:spMkLst>
            <pc:docMk/>
            <pc:sldMk cId="3200857126" sldId="385"/>
            <ac:spMk id="75" creationId="{3CD9623D-B767-E7C8-63ED-58344AB7EE4A}"/>
          </ac:spMkLst>
        </pc:spChg>
        <pc:spChg chg="mod">
          <ac:chgData name="Peethala Rajiv Roy (PED/Hosur/TVSMotor)" userId="e2d9917c-f3dd-4083-a688-e3a90de602c2" providerId="ADAL" clId="{7AECE3AF-5704-4967-BD45-876FBB82BAF3}" dt="2026-08-15T09:09:42.709" v="6926" actId="20577"/>
          <ac:spMkLst>
            <pc:docMk/>
            <pc:sldMk cId="3200857126" sldId="385"/>
            <ac:spMk id="77" creationId="{63C5A200-0DA5-90C8-ACB7-87856E4E7724}"/>
          </ac:spMkLst>
        </pc:spChg>
        <pc:spChg chg="mod">
          <ac:chgData name="Peethala Rajiv Roy (PED/Hosur/TVSMotor)" userId="e2d9917c-f3dd-4083-a688-e3a90de602c2" providerId="ADAL" clId="{7AECE3AF-5704-4967-BD45-876FBB82BAF3}" dt="2026-08-15T09:15:08.120" v="7282" actId="20577"/>
          <ac:spMkLst>
            <pc:docMk/>
            <pc:sldMk cId="3200857126" sldId="385"/>
            <ac:spMk id="79" creationId="{1E721508-D070-4CD7-9D45-296FA6471C08}"/>
          </ac:spMkLst>
        </pc:spChg>
        <pc:spChg chg="mod">
          <ac:chgData name="Peethala Rajiv Roy (PED/Hosur/TVSMotor)" userId="e2d9917c-f3dd-4083-a688-e3a90de602c2" providerId="ADAL" clId="{7AECE3AF-5704-4967-BD45-876FBB82BAF3}" dt="2026-08-15T09:15:24.395" v="7298" actId="20577"/>
          <ac:spMkLst>
            <pc:docMk/>
            <pc:sldMk cId="3200857126" sldId="385"/>
            <ac:spMk id="80" creationId="{8F97132E-B63D-9C46-8CF1-A3804EDB4822}"/>
          </ac:spMkLst>
        </pc:spChg>
        <pc:spChg chg="mod">
          <ac:chgData name="Peethala Rajiv Roy (PED/Hosur/TVSMotor)" userId="e2d9917c-f3dd-4083-a688-e3a90de602c2" providerId="ADAL" clId="{7AECE3AF-5704-4967-BD45-876FBB82BAF3}" dt="2026-08-15T09:23:14.521" v="7637" actId="207"/>
          <ac:spMkLst>
            <pc:docMk/>
            <pc:sldMk cId="3200857126" sldId="385"/>
            <ac:spMk id="83" creationId="{F64A1F67-5613-C2F9-DE00-4A83FCEA90FD}"/>
          </ac:spMkLst>
        </pc:spChg>
        <pc:spChg chg="mod">
          <ac:chgData name="Peethala Rajiv Roy (PED/Hosur/TVSMotor)" userId="e2d9917c-f3dd-4083-a688-e3a90de602c2" providerId="ADAL" clId="{7AECE3AF-5704-4967-BD45-876FBB82BAF3}" dt="2026-08-15T09:13:50.985" v="7148" actId="20577"/>
          <ac:spMkLst>
            <pc:docMk/>
            <pc:sldMk cId="3200857126" sldId="385"/>
            <ac:spMk id="99" creationId="{ABCBDD18-8D6A-28B2-2EA2-CDDC23CC0952}"/>
          </ac:spMkLst>
        </pc:spChg>
        <pc:spChg chg="mod">
          <ac:chgData name="Peethala Rajiv Roy (PED/Hosur/TVSMotor)" userId="e2d9917c-f3dd-4083-a688-e3a90de602c2" providerId="ADAL" clId="{7AECE3AF-5704-4967-BD45-876FBB82BAF3}" dt="2026-08-15T09:14:03.803" v="7170" actId="20577"/>
          <ac:spMkLst>
            <pc:docMk/>
            <pc:sldMk cId="3200857126" sldId="385"/>
            <ac:spMk id="101" creationId="{27776450-F801-4A65-9BE1-CCF9DD2CD32B}"/>
          </ac:spMkLst>
        </pc:spChg>
        <pc:spChg chg="mod">
          <ac:chgData name="Peethala Rajiv Roy (PED/Hosur/TVSMotor)" userId="e2d9917c-f3dd-4083-a688-e3a90de602c2" providerId="ADAL" clId="{7AECE3AF-5704-4967-BD45-876FBB82BAF3}" dt="2026-08-15T09:14:15.736" v="7202" actId="20577"/>
          <ac:spMkLst>
            <pc:docMk/>
            <pc:sldMk cId="3200857126" sldId="385"/>
            <ac:spMk id="103" creationId="{088CD5AA-82FD-209B-04E0-F7E93D705B83}"/>
          </ac:spMkLst>
        </pc:spChg>
        <pc:spChg chg="mod">
          <ac:chgData name="Peethala Rajiv Roy (PED/Hosur/TVSMotor)" userId="e2d9917c-f3dd-4083-a688-e3a90de602c2" providerId="ADAL" clId="{7AECE3AF-5704-4967-BD45-876FBB82BAF3}" dt="2026-08-15T09:14:30.106" v="7227" actId="20577"/>
          <ac:spMkLst>
            <pc:docMk/>
            <pc:sldMk cId="3200857126" sldId="385"/>
            <ac:spMk id="105" creationId="{B5A05AB7-7744-719C-9008-86AAA188EBBB}"/>
          </ac:spMkLst>
        </pc:spChg>
      </pc:sldChg>
      <pc:sldChg chg="addSp delSp modSp new mod">
        <pc:chgData name="Peethala Rajiv Roy (PED/Hosur/TVSMotor)" userId="e2d9917c-f3dd-4083-a688-e3a90de602c2" providerId="ADAL" clId="{7AECE3AF-5704-4967-BD45-876FBB82BAF3}" dt="2026-07-27T05:47:28.219" v="3273" actId="22"/>
        <pc:sldMkLst>
          <pc:docMk/>
          <pc:sldMk cId="678978668" sldId="386"/>
        </pc:sldMkLst>
        <pc:spChg chg="add mod">
          <ac:chgData name="Peethala Rajiv Roy (PED/Hosur/TVSMotor)" userId="e2d9917c-f3dd-4083-a688-e3a90de602c2" providerId="ADAL" clId="{7AECE3AF-5704-4967-BD45-876FBB82BAF3}" dt="2026-07-27T05:34:51.630" v="3186"/>
          <ac:spMkLst>
            <pc:docMk/>
            <pc:sldMk cId="678978668" sldId="386"/>
            <ac:spMk id="6" creationId="{D32AEA47-BCDD-898A-ABD4-73A3DBD09E81}"/>
          </ac:spMkLst>
        </pc:spChg>
        <pc:spChg chg="add">
          <ac:chgData name="Peethala Rajiv Roy (PED/Hosur/TVSMotor)" userId="e2d9917c-f3dd-4083-a688-e3a90de602c2" providerId="ADAL" clId="{7AECE3AF-5704-4967-BD45-876FBB82BAF3}" dt="2026-07-27T05:47:28.219" v="3273" actId="22"/>
          <ac:spMkLst>
            <pc:docMk/>
            <pc:sldMk cId="678978668" sldId="386"/>
            <ac:spMk id="14" creationId="{B899E16F-99A3-428B-88BF-9EAE022F523C}"/>
          </ac:spMkLst>
        </pc:spChg>
        <pc:picChg chg="add mod">
          <ac:chgData name="Peethala Rajiv Roy (PED/Hosur/TVSMotor)" userId="e2d9917c-f3dd-4083-a688-e3a90de602c2" providerId="ADAL" clId="{7AECE3AF-5704-4967-BD45-876FBB82BAF3}" dt="2026-07-27T05:35:37.632" v="3193" actId="1035"/>
          <ac:picMkLst>
            <pc:docMk/>
            <pc:sldMk cId="678978668" sldId="386"/>
            <ac:picMk id="8" creationId="{A71F0E39-E8B0-4EF9-1144-99EA7B27C329}"/>
          </ac:picMkLst>
        </pc:picChg>
        <pc:picChg chg="add mod">
          <ac:chgData name="Peethala Rajiv Roy (PED/Hosur/TVSMotor)" userId="e2d9917c-f3dd-4083-a688-e3a90de602c2" providerId="ADAL" clId="{7AECE3AF-5704-4967-BD45-876FBB82BAF3}" dt="2026-07-27T05:40:41.656" v="3231" actId="1035"/>
          <ac:picMkLst>
            <pc:docMk/>
            <pc:sldMk cId="678978668" sldId="386"/>
            <ac:picMk id="10" creationId="{0F5FDE76-15E4-57FF-B4F0-FCBE17A2E03B}"/>
          </ac:picMkLst>
        </pc:picChg>
        <pc:picChg chg="add mod">
          <ac:chgData name="Peethala Rajiv Roy (PED/Hosur/TVSMotor)" userId="e2d9917c-f3dd-4083-a688-e3a90de602c2" providerId="ADAL" clId="{7AECE3AF-5704-4967-BD45-876FBB82BAF3}" dt="2026-07-27T05:40:34.588" v="3230" actId="1035"/>
          <ac:picMkLst>
            <pc:docMk/>
            <pc:sldMk cId="678978668" sldId="386"/>
            <ac:picMk id="12" creationId="{E22B9609-A323-4E58-D9AE-DED8E0DA37A9}"/>
          </ac:picMkLst>
        </pc:picChg>
      </pc:sldChg>
      <pc:sldChg chg="addSp delSp modSp add mod">
        <pc:chgData name="Peethala Rajiv Roy (PED/Hosur/TVSMotor)" userId="e2d9917c-f3dd-4083-a688-e3a90de602c2" providerId="ADAL" clId="{7AECE3AF-5704-4967-BD45-876FBB82BAF3}" dt="2026-07-27T05:47:17.120" v="3272" actId="113"/>
        <pc:sldMkLst>
          <pc:docMk/>
          <pc:sldMk cId="3989378603" sldId="387"/>
        </pc:sldMkLst>
        <pc:spChg chg="add mod">
          <ac:chgData name="Peethala Rajiv Roy (PED/Hosur/TVSMotor)" userId="e2d9917c-f3dd-4083-a688-e3a90de602c2" providerId="ADAL" clId="{7AECE3AF-5704-4967-BD45-876FBB82BAF3}" dt="2026-07-27T05:47:17.120" v="3272" actId="113"/>
          <ac:spMkLst>
            <pc:docMk/>
            <pc:sldMk cId="3989378603" sldId="387"/>
            <ac:spMk id="13" creationId="{48029627-777F-D8F6-89CD-247C6B24B674}"/>
          </ac:spMkLst>
        </pc:spChg>
        <pc:picChg chg="add mod">
          <ac:chgData name="Peethala Rajiv Roy (PED/Hosur/TVSMotor)" userId="e2d9917c-f3dd-4083-a688-e3a90de602c2" providerId="ADAL" clId="{7AECE3AF-5704-4967-BD45-876FBB82BAF3}" dt="2026-07-27T05:42:09.588" v="3238" actId="1076"/>
          <ac:picMkLst>
            <pc:docMk/>
            <pc:sldMk cId="3989378603" sldId="387"/>
            <ac:picMk id="3" creationId="{C28DA01A-2816-B62A-733D-7276764E4BE4}"/>
          </ac:picMkLst>
        </pc:picChg>
        <pc:picChg chg="add mod">
          <ac:chgData name="Peethala Rajiv Roy (PED/Hosur/TVSMotor)" userId="e2d9917c-f3dd-4083-a688-e3a90de602c2" providerId="ADAL" clId="{7AECE3AF-5704-4967-BD45-876FBB82BAF3}" dt="2026-07-27T05:42:52.753" v="3241" actId="1076"/>
          <ac:picMkLst>
            <pc:docMk/>
            <pc:sldMk cId="3989378603" sldId="387"/>
            <ac:picMk id="7" creationId="{DF6F349C-6B4B-5AAF-9C45-248C7D6AD5D2}"/>
          </ac:picMkLst>
        </pc:picChg>
        <pc:picChg chg="add mod">
          <ac:chgData name="Peethala Rajiv Roy (PED/Hosur/TVSMotor)" userId="e2d9917c-f3dd-4083-a688-e3a90de602c2" providerId="ADAL" clId="{7AECE3AF-5704-4967-BD45-876FBB82BAF3}" dt="2026-07-27T05:43:34.606" v="3244" actId="1076"/>
          <ac:picMkLst>
            <pc:docMk/>
            <pc:sldMk cId="3989378603" sldId="387"/>
            <ac:picMk id="11" creationId="{EC9FACB0-4B20-411E-F7E4-80FC244D65BC}"/>
          </ac:picMkLst>
        </pc:picChg>
      </pc:sldChg>
      <pc:sldChg chg="addSp delSp modSp add mod">
        <pc:chgData name="Peethala Rajiv Roy (PED/Hosur/TVSMotor)" userId="e2d9917c-f3dd-4083-a688-e3a90de602c2" providerId="ADAL" clId="{7AECE3AF-5704-4967-BD45-876FBB82BAF3}" dt="2026-07-27T05:47:31.751" v="3274" actId="22"/>
        <pc:sldMkLst>
          <pc:docMk/>
          <pc:sldMk cId="1676138298" sldId="388"/>
        </pc:sldMkLst>
        <pc:spChg chg="add">
          <ac:chgData name="Peethala Rajiv Roy (PED/Hosur/TVSMotor)" userId="e2d9917c-f3dd-4083-a688-e3a90de602c2" providerId="ADAL" clId="{7AECE3AF-5704-4967-BD45-876FBB82BAF3}" dt="2026-07-27T05:47:31.751" v="3274" actId="22"/>
          <ac:spMkLst>
            <pc:docMk/>
            <pc:sldMk cId="1676138298" sldId="388"/>
            <ac:spMk id="14" creationId="{3C77CDDB-0D9D-B308-3556-996A3AB67490}"/>
          </ac:spMkLst>
        </pc:spChg>
        <pc:picChg chg="add mod">
          <ac:chgData name="Peethala Rajiv Roy (PED/Hosur/TVSMotor)" userId="e2d9917c-f3dd-4083-a688-e3a90de602c2" providerId="ADAL" clId="{7AECE3AF-5704-4967-BD45-876FBB82BAF3}" dt="2026-07-27T05:44:29.897" v="3251" actId="1076"/>
          <ac:picMkLst>
            <pc:docMk/>
            <pc:sldMk cId="1676138298" sldId="388"/>
            <ac:picMk id="5" creationId="{38C5E37F-FC65-6628-6FD4-BDE55CE52A39}"/>
          </ac:picMkLst>
        </pc:picChg>
        <pc:picChg chg="add mod">
          <ac:chgData name="Peethala Rajiv Roy (PED/Hosur/TVSMotor)" userId="e2d9917c-f3dd-4083-a688-e3a90de602c2" providerId="ADAL" clId="{7AECE3AF-5704-4967-BD45-876FBB82BAF3}" dt="2026-07-27T05:45:34.780" v="3255" actId="1076"/>
          <ac:picMkLst>
            <pc:docMk/>
            <pc:sldMk cId="1676138298" sldId="388"/>
            <ac:picMk id="9" creationId="{0CED74C1-1861-BDE1-20DD-8E798F878DC4}"/>
          </ac:picMkLst>
        </pc:picChg>
        <pc:picChg chg="add mod">
          <ac:chgData name="Peethala Rajiv Roy (PED/Hosur/TVSMotor)" userId="e2d9917c-f3dd-4083-a688-e3a90de602c2" providerId="ADAL" clId="{7AECE3AF-5704-4967-BD45-876FBB82BAF3}" dt="2026-07-27T05:46:19.817" v="3258" actId="1076"/>
          <ac:picMkLst>
            <pc:docMk/>
            <pc:sldMk cId="1676138298" sldId="388"/>
            <ac:picMk id="12" creationId="{3BF620BD-92B9-88EF-18C3-BDE0CE5E03D3}"/>
          </ac:picMkLst>
        </pc:picChg>
      </pc:sldChg>
      <pc:sldChg chg="addSp delSp modSp add mod">
        <pc:chgData name="Peethala Rajiv Roy (PED/Hosur/TVSMotor)" userId="e2d9917c-f3dd-4083-a688-e3a90de602c2" providerId="ADAL" clId="{7AECE3AF-5704-4967-BD45-876FBB82BAF3}" dt="2026-07-27T05:50:07.270" v="3287" actId="1076"/>
        <pc:sldMkLst>
          <pc:docMk/>
          <pc:sldMk cId="393799475" sldId="389"/>
        </pc:sldMkLst>
        <pc:picChg chg="add mod">
          <ac:chgData name="Peethala Rajiv Roy (PED/Hosur/TVSMotor)" userId="e2d9917c-f3dd-4083-a688-e3a90de602c2" providerId="ADAL" clId="{7AECE3AF-5704-4967-BD45-876FBB82BAF3}" dt="2026-07-27T05:48:45.302" v="3281" actId="1076"/>
          <ac:picMkLst>
            <pc:docMk/>
            <pc:sldMk cId="393799475" sldId="389"/>
            <ac:picMk id="3" creationId="{920CA3A2-A258-314D-ACA2-5C35D7D56E2B}"/>
          </ac:picMkLst>
        </pc:picChg>
        <pc:picChg chg="add mod">
          <ac:chgData name="Peethala Rajiv Roy (PED/Hosur/TVSMotor)" userId="e2d9917c-f3dd-4083-a688-e3a90de602c2" providerId="ADAL" clId="{7AECE3AF-5704-4967-BD45-876FBB82BAF3}" dt="2026-07-27T05:49:29.538" v="3284" actId="1076"/>
          <ac:picMkLst>
            <pc:docMk/>
            <pc:sldMk cId="393799475" sldId="389"/>
            <ac:picMk id="8" creationId="{C397C0A2-B267-F459-C9A9-9AABB6987D84}"/>
          </ac:picMkLst>
        </pc:picChg>
        <pc:picChg chg="add mod">
          <ac:chgData name="Peethala Rajiv Roy (PED/Hosur/TVSMotor)" userId="e2d9917c-f3dd-4083-a688-e3a90de602c2" providerId="ADAL" clId="{7AECE3AF-5704-4967-BD45-876FBB82BAF3}" dt="2026-07-27T05:50:07.270" v="3287" actId="1076"/>
          <ac:picMkLst>
            <pc:docMk/>
            <pc:sldMk cId="393799475" sldId="389"/>
            <ac:picMk id="11" creationId="{4783E937-E324-5A57-18FB-A87BC1EC7E43}"/>
          </ac:picMkLst>
        </pc:picChg>
      </pc:sldChg>
      <pc:sldChg chg="addSp delSp modSp add mod">
        <pc:chgData name="Peethala Rajiv Roy (PED/Hosur/TVSMotor)" userId="e2d9917c-f3dd-4083-a688-e3a90de602c2" providerId="ADAL" clId="{7AECE3AF-5704-4967-BD45-876FBB82BAF3}" dt="2026-07-27T05:53:30.401" v="3314" actId="1037"/>
        <pc:sldMkLst>
          <pc:docMk/>
          <pc:sldMk cId="701675519" sldId="390"/>
        </pc:sldMkLst>
        <pc:picChg chg="add mod">
          <ac:chgData name="Peethala Rajiv Roy (PED/Hosur/TVSMotor)" userId="e2d9917c-f3dd-4083-a688-e3a90de602c2" providerId="ADAL" clId="{7AECE3AF-5704-4967-BD45-876FBB82BAF3}" dt="2026-07-27T05:53:26.919" v="3306" actId="1037"/>
          <ac:picMkLst>
            <pc:docMk/>
            <pc:sldMk cId="701675519" sldId="390"/>
            <ac:picMk id="5" creationId="{A4913549-0ED3-F317-A980-0DD64158CD10}"/>
          </ac:picMkLst>
        </pc:picChg>
        <pc:picChg chg="add mod">
          <ac:chgData name="Peethala Rajiv Roy (PED/Hosur/TVSMotor)" userId="e2d9917c-f3dd-4083-a688-e3a90de602c2" providerId="ADAL" clId="{7AECE3AF-5704-4967-BD45-876FBB82BAF3}" dt="2026-07-27T05:53:29.032" v="3311" actId="1037"/>
          <ac:picMkLst>
            <pc:docMk/>
            <pc:sldMk cId="701675519" sldId="390"/>
            <ac:picMk id="9" creationId="{51D5138D-6AEE-67A0-6A22-EE2980CE9F9F}"/>
          </ac:picMkLst>
        </pc:picChg>
        <pc:picChg chg="add mod">
          <ac:chgData name="Peethala Rajiv Roy (PED/Hosur/TVSMotor)" userId="e2d9917c-f3dd-4083-a688-e3a90de602c2" providerId="ADAL" clId="{7AECE3AF-5704-4967-BD45-876FBB82BAF3}" dt="2026-07-27T05:53:30.401" v="3314" actId="1037"/>
          <ac:picMkLst>
            <pc:docMk/>
            <pc:sldMk cId="701675519" sldId="390"/>
            <ac:picMk id="12" creationId="{6D746F41-6732-56D4-59EF-5D05B2265FC4}"/>
          </ac:picMkLst>
        </pc:picChg>
      </pc:sldChg>
      <pc:sldChg chg="addSp delSp modSp add mod">
        <pc:chgData name="Peethala Rajiv Roy (PED/Hosur/TVSMotor)" userId="e2d9917c-f3dd-4083-a688-e3a90de602c2" providerId="ADAL" clId="{7AECE3AF-5704-4967-BD45-876FBB82BAF3}" dt="2026-07-27T05:55:07.829" v="3326" actId="478"/>
        <pc:sldMkLst>
          <pc:docMk/>
          <pc:sldMk cId="4110742414" sldId="391"/>
        </pc:sldMkLst>
        <pc:picChg chg="add mod">
          <ac:chgData name="Peethala Rajiv Roy (PED/Hosur/TVSMotor)" userId="e2d9917c-f3dd-4083-a688-e3a90de602c2" providerId="ADAL" clId="{7AECE3AF-5704-4967-BD45-876FBB82BAF3}" dt="2026-07-27T05:55:01.210" v="3324" actId="1076"/>
          <ac:picMkLst>
            <pc:docMk/>
            <pc:sldMk cId="4110742414" sldId="391"/>
            <ac:picMk id="3" creationId="{8BA09B89-E2FB-6008-FD08-0DB943B894E8}"/>
          </ac:picMkLst>
        </pc:picChg>
        <pc:picChg chg="add mod">
          <ac:chgData name="Peethala Rajiv Roy (PED/Hosur/TVSMotor)" userId="e2d9917c-f3dd-4083-a688-e3a90de602c2" providerId="ADAL" clId="{7AECE3AF-5704-4967-BD45-876FBB82BAF3}" dt="2026-07-27T05:55:03.310" v="3325" actId="1076"/>
          <ac:picMkLst>
            <pc:docMk/>
            <pc:sldMk cId="4110742414" sldId="391"/>
            <ac:picMk id="8" creationId="{745A5679-6A43-DBF4-B043-38E540A6462B}"/>
          </ac:picMkLst>
        </pc:picChg>
      </pc:sldChg>
      <pc:sldChg chg="addSp delSp modSp add mod">
        <pc:chgData name="Peethala Rajiv Roy (PED/Hosur/TVSMotor)" userId="e2d9917c-f3dd-4083-a688-e3a90de602c2" providerId="ADAL" clId="{7AECE3AF-5704-4967-BD45-876FBB82BAF3}" dt="2026-08-15T13:37:48.049" v="10066" actId="208"/>
        <pc:sldMkLst>
          <pc:docMk/>
          <pc:sldMk cId="3488885741" sldId="393"/>
        </pc:sldMkLst>
        <pc:spChg chg="add mod">
          <ac:chgData name="Peethala Rajiv Roy (PED/Hosur/TVSMotor)" userId="e2d9917c-f3dd-4083-a688-e3a90de602c2" providerId="ADAL" clId="{7AECE3AF-5704-4967-BD45-876FBB82BAF3}" dt="2026-07-28T10:15:34.097" v="3489" actId="1076"/>
          <ac:spMkLst>
            <pc:docMk/>
            <pc:sldMk cId="3488885741" sldId="393"/>
            <ac:spMk id="11" creationId="{A960B5D2-B685-70A0-94ED-3D8452E4A3D7}"/>
          </ac:spMkLst>
        </pc:spChg>
        <pc:spChg chg="mod">
          <ac:chgData name="Peethala Rajiv Roy (PED/Hosur/TVSMotor)" userId="e2d9917c-f3dd-4083-a688-e3a90de602c2" providerId="ADAL" clId="{7AECE3AF-5704-4967-BD45-876FBB82BAF3}" dt="2026-08-15T13:37:12.286" v="10061" actId="1076"/>
          <ac:spMkLst>
            <pc:docMk/>
            <pc:sldMk cId="3488885741" sldId="393"/>
            <ac:spMk id="19" creationId="{46339AD5-C155-7DC2-3DC1-CD0CAA7A494F}"/>
          </ac:spMkLst>
        </pc:spChg>
        <pc:spChg chg="mod">
          <ac:chgData name="Peethala Rajiv Roy (PED/Hosur/TVSMotor)" userId="e2d9917c-f3dd-4083-a688-e3a90de602c2" providerId="ADAL" clId="{7AECE3AF-5704-4967-BD45-876FBB82BAF3}" dt="2026-08-15T13:37:12.286" v="10061" actId="1076"/>
          <ac:spMkLst>
            <pc:docMk/>
            <pc:sldMk cId="3488885741" sldId="393"/>
            <ac:spMk id="21" creationId="{705A6769-9EF6-646F-8A89-CBD8302BA49F}"/>
          </ac:spMkLst>
        </pc:spChg>
        <pc:spChg chg="mod">
          <ac:chgData name="Peethala Rajiv Roy (PED/Hosur/TVSMotor)" userId="e2d9917c-f3dd-4083-a688-e3a90de602c2" providerId="ADAL" clId="{7AECE3AF-5704-4967-BD45-876FBB82BAF3}" dt="2026-07-28T10:07:14.666" v="3384" actId="20577"/>
          <ac:spMkLst>
            <pc:docMk/>
            <pc:sldMk cId="3488885741" sldId="393"/>
            <ac:spMk id="22" creationId="{06E4A6C9-381A-D495-4EDE-7F80262C3F75}"/>
          </ac:spMkLst>
        </pc:spChg>
        <pc:spChg chg="mod">
          <ac:chgData name="Peethala Rajiv Roy (PED/Hosur/TVSMotor)" userId="e2d9917c-f3dd-4083-a688-e3a90de602c2" providerId="ADAL" clId="{7AECE3AF-5704-4967-BD45-876FBB82BAF3}" dt="2026-07-28T10:15:39.378" v="3490" actId="1076"/>
          <ac:spMkLst>
            <pc:docMk/>
            <pc:sldMk cId="3488885741" sldId="393"/>
            <ac:spMk id="24" creationId="{DB36A861-65F1-9E52-803C-27168419F20A}"/>
          </ac:spMkLst>
        </pc:spChg>
        <pc:picChg chg="add del mod">
          <ac:chgData name="Peethala Rajiv Roy (PED/Hosur/TVSMotor)" userId="e2d9917c-f3dd-4083-a688-e3a90de602c2" providerId="ADAL" clId="{7AECE3AF-5704-4967-BD45-876FBB82BAF3}" dt="2026-08-15T13:35:32.615" v="10049" actId="478"/>
          <ac:picMkLst>
            <pc:docMk/>
            <pc:sldMk cId="3488885741" sldId="393"/>
            <ac:picMk id="3" creationId="{80FE0B23-AAA0-777C-F25E-A2807AFE1356}"/>
          </ac:picMkLst>
        </pc:picChg>
        <pc:picChg chg="add mod">
          <ac:chgData name="Peethala Rajiv Roy (PED/Hosur/TVSMotor)" userId="e2d9917c-f3dd-4083-a688-e3a90de602c2" providerId="ADAL" clId="{7AECE3AF-5704-4967-BD45-876FBB82BAF3}" dt="2026-08-15T13:36:11.848" v="10053" actId="208"/>
          <ac:picMkLst>
            <pc:docMk/>
            <pc:sldMk cId="3488885741" sldId="393"/>
            <ac:picMk id="6" creationId="{29588D55-9467-C672-1912-EAB48D4B1B1D}"/>
          </ac:picMkLst>
        </pc:picChg>
        <pc:picChg chg="add mod">
          <ac:chgData name="Peethala Rajiv Roy (PED/Hosur/TVSMotor)" userId="e2d9917c-f3dd-4083-a688-e3a90de602c2" providerId="ADAL" clId="{7AECE3AF-5704-4967-BD45-876FBB82BAF3}" dt="2026-08-15T13:37:06.088" v="10060" actId="208"/>
          <ac:picMkLst>
            <pc:docMk/>
            <pc:sldMk cId="3488885741" sldId="393"/>
            <ac:picMk id="8" creationId="{4BD30036-5918-4CC6-BCBE-1CEC2A1783EB}"/>
          </ac:picMkLst>
        </pc:picChg>
        <pc:picChg chg="add del mod">
          <ac:chgData name="Peethala Rajiv Roy (PED/Hosur/TVSMotor)" userId="e2d9917c-f3dd-4083-a688-e3a90de602c2" providerId="ADAL" clId="{7AECE3AF-5704-4967-BD45-876FBB82BAF3}" dt="2026-08-15T13:36:26.107" v="10056" actId="478"/>
          <ac:picMkLst>
            <pc:docMk/>
            <pc:sldMk cId="3488885741" sldId="393"/>
            <ac:picMk id="9" creationId="{2BF4E71B-EA09-EAB9-A435-74AC8E8425C8}"/>
          </ac:picMkLst>
        </pc:picChg>
        <pc:picChg chg="add mod">
          <ac:chgData name="Peethala Rajiv Roy (PED/Hosur/TVSMotor)" userId="e2d9917c-f3dd-4083-a688-e3a90de602c2" providerId="ADAL" clId="{7AECE3AF-5704-4967-BD45-876FBB82BAF3}" dt="2026-08-15T13:37:48.049" v="10066" actId="208"/>
          <ac:picMkLst>
            <pc:docMk/>
            <pc:sldMk cId="3488885741" sldId="393"/>
            <ac:picMk id="12" creationId="{F7FD6B5C-BA09-4836-6AE3-5D24D299BB3E}"/>
          </ac:picMkLst>
        </pc:picChg>
        <pc:picChg chg="add del mod">
          <ac:chgData name="Peethala Rajiv Roy (PED/Hosur/TVSMotor)" userId="e2d9917c-f3dd-4083-a688-e3a90de602c2" providerId="ADAL" clId="{7AECE3AF-5704-4967-BD45-876FBB82BAF3}" dt="2026-08-15T13:37:15.657" v="10062" actId="478"/>
          <ac:picMkLst>
            <pc:docMk/>
            <pc:sldMk cId="3488885741" sldId="393"/>
            <ac:picMk id="13" creationId="{4A3E2E57-F477-67E8-E3DE-7DAD0FB4E238}"/>
          </ac:picMkLst>
        </pc:picChg>
        <pc:cxnChg chg="mod">
          <ac:chgData name="Peethala Rajiv Roy (PED/Hosur/TVSMotor)" userId="e2d9917c-f3dd-4083-a688-e3a90de602c2" providerId="ADAL" clId="{7AECE3AF-5704-4967-BD45-876FBB82BAF3}" dt="2026-08-15T13:37:12.286" v="10061" actId="1076"/>
          <ac:cxnSpMkLst>
            <pc:docMk/>
            <pc:sldMk cId="3488885741" sldId="393"/>
            <ac:cxnSpMk id="18" creationId="{BD19F37D-0AE7-1F5B-27CF-D9C0554BF378}"/>
          </ac:cxnSpMkLst>
        </pc:cxnChg>
        <pc:cxnChg chg="mod">
          <ac:chgData name="Peethala Rajiv Roy (PED/Hosur/TVSMotor)" userId="e2d9917c-f3dd-4083-a688-e3a90de602c2" providerId="ADAL" clId="{7AECE3AF-5704-4967-BD45-876FBB82BAF3}" dt="2026-08-15T13:37:12.286" v="10061" actId="1076"/>
          <ac:cxnSpMkLst>
            <pc:docMk/>
            <pc:sldMk cId="3488885741" sldId="393"/>
            <ac:cxnSpMk id="20" creationId="{8C978691-5950-2D7E-52FA-1D9A8C300EF4}"/>
          </ac:cxnSpMkLst>
        </pc:cxnChg>
      </pc:sldChg>
      <pc:sldChg chg="addSp delSp modSp add mod">
        <pc:chgData name="Peethala Rajiv Roy (PED/Hosur/TVSMotor)" userId="e2d9917c-f3dd-4083-a688-e3a90de602c2" providerId="ADAL" clId="{7AECE3AF-5704-4967-BD45-876FBB82BAF3}" dt="2026-08-15T13:39:43.427" v="10080" actId="1076"/>
        <pc:sldMkLst>
          <pc:docMk/>
          <pc:sldMk cId="3612007678" sldId="394"/>
        </pc:sldMkLst>
        <pc:spChg chg="del mod">
          <ac:chgData name="Peethala Rajiv Roy (PED/Hosur/TVSMotor)" userId="e2d9917c-f3dd-4083-a688-e3a90de602c2" providerId="ADAL" clId="{7AECE3AF-5704-4967-BD45-876FBB82BAF3}" dt="2026-08-15T09:34:43.761" v="7640" actId="478"/>
          <ac:spMkLst>
            <pc:docMk/>
            <pc:sldMk cId="3612007678" sldId="394"/>
            <ac:spMk id="11" creationId="{C761F6BA-2264-1A81-0162-68A03C32ABAF}"/>
          </ac:spMkLst>
        </pc:spChg>
        <pc:spChg chg="mod">
          <ac:chgData name="Peethala Rajiv Roy (PED/Hosur/TVSMotor)" userId="e2d9917c-f3dd-4083-a688-e3a90de602c2" providerId="ADAL" clId="{7AECE3AF-5704-4967-BD45-876FBB82BAF3}" dt="2026-08-15T13:39:43.427" v="10080" actId="1076"/>
          <ac:spMkLst>
            <pc:docMk/>
            <pc:sldMk cId="3612007678" sldId="394"/>
            <ac:spMk id="19" creationId="{03D4AA1B-0957-62C9-5641-B8B0B6B57DC5}"/>
          </ac:spMkLst>
        </pc:spChg>
        <pc:spChg chg="mod">
          <ac:chgData name="Peethala Rajiv Roy (PED/Hosur/TVSMotor)" userId="e2d9917c-f3dd-4083-a688-e3a90de602c2" providerId="ADAL" clId="{7AECE3AF-5704-4967-BD45-876FBB82BAF3}" dt="2026-08-15T13:39:43.427" v="10080" actId="1076"/>
          <ac:spMkLst>
            <pc:docMk/>
            <pc:sldMk cId="3612007678" sldId="394"/>
            <ac:spMk id="21" creationId="{AB286F79-38B2-B391-D355-ED57675D5A59}"/>
          </ac:spMkLst>
        </pc:spChg>
        <pc:spChg chg="mod">
          <ac:chgData name="Peethala Rajiv Roy (PED/Hosur/TVSMotor)" userId="e2d9917c-f3dd-4083-a688-e3a90de602c2" providerId="ADAL" clId="{7AECE3AF-5704-4967-BD45-876FBB82BAF3}" dt="2026-07-28T10:13:13.007" v="3477" actId="20577"/>
          <ac:spMkLst>
            <pc:docMk/>
            <pc:sldMk cId="3612007678" sldId="394"/>
            <ac:spMk id="22" creationId="{382854F8-93AB-F22F-9EDA-4795FE8EE3D0}"/>
          </ac:spMkLst>
        </pc:spChg>
        <pc:spChg chg="mod">
          <ac:chgData name="Peethala Rajiv Roy (PED/Hosur/TVSMotor)" userId="e2d9917c-f3dd-4083-a688-e3a90de602c2" providerId="ADAL" clId="{7AECE3AF-5704-4967-BD45-876FBB82BAF3}" dt="2026-08-15T13:38:52.178" v="10074" actId="1076"/>
          <ac:spMkLst>
            <pc:docMk/>
            <pc:sldMk cId="3612007678" sldId="394"/>
            <ac:spMk id="24" creationId="{C6000318-7228-515E-B15B-8E327AD2D29C}"/>
          </ac:spMkLst>
        </pc:spChg>
        <pc:picChg chg="add mod">
          <ac:chgData name="Peethala Rajiv Roy (PED/Hosur/TVSMotor)" userId="e2d9917c-f3dd-4083-a688-e3a90de602c2" providerId="ADAL" clId="{7AECE3AF-5704-4967-BD45-876FBB82BAF3}" dt="2026-08-15T13:38:42.679" v="10071" actId="208"/>
          <ac:picMkLst>
            <pc:docMk/>
            <pc:sldMk cId="3612007678" sldId="394"/>
            <ac:picMk id="3" creationId="{635F433B-6D3C-C195-7E08-FC72CEBEE254}"/>
          </ac:picMkLst>
        </pc:picChg>
        <pc:picChg chg="add del mod">
          <ac:chgData name="Peethala Rajiv Roy (PED/Hosur/TVSMotor)" userId="e2d9917c-f3dd-4083-a688-e3a90de602c2" providerId="ADAL" clId="{7AECE3AF-5704-4967-BD45-876FBB82BAF3}" dt="2026-08-15T13:38:46.309" v="10072" actId="478"/>
          <ac:picMkLst>
            <pc:docMk/>
            <pc:sldMk cId="3612007678" sldId="394"/>
            <ac:picMk id="6" creationId="{0AA965F7-A990-3CA2-6DC3-D366B7E71724}"/>
          </ac:picMkLst>
        </pc:picChg>
        <pc:picChg chg="add del mod">
          <ac:chgData name="Peethala Rajiv Roy (PED/Hosur/TVSMotor)" userId="e2d9917c-f3dd-4083-a688-e3a90de602c2" providerId="ADAL" clId="{7AECE3AF-5704-4967-BD45-876FBB82BAF3}" dt="2026-08-15T13:38:05.103" v="10067" actId="478"/>
          <ac:picMkLst>
            <pc:docMk/>
            <pc:sldMk cId="3612007678" sldId="394"/>
            <ac:picMk id="8" creationId="{49F06C2C-A7FC-73C5-A7F3-4C38D1FF0488}"/>
          </ac:picMkLst>
        </pc:picChg>
        <pc:picChg chg="add mod">
          <ac:chgData name="Peethala Rajiv Roy (PED/Hosur/TVSMotor)" userId="e2d9917c-f3dd-4083-a688-e3a90de602c2" providerId="ADAL" clId="{7AECE3AF-5704-4967-BD45-876FBB82BAF3}" dt="2026-08-15T13:39:29.271" v="10078" actId="208"/>
          <ac:picMkLst>
            <pc:docMk/>
            <pc:sldMk cId="3612007678" sldId="394"/>
            <ac:picMk id="9" creationId="{52CE140C-48EC-4C6B-9EB6-27E75E26B31D}"/>
          </ac:picMkLst>
        </pc:picChg>
        <pc:cxnChg chg="mod">
          <ac:chgData name="Peethala Rajiv Roy (PED/Hosur/TVSMotor)" userId="e2d9917c-f3dd-4083-a688-e3a90de602c2" providerId="ADAL" clId="{7AECE3AF-5704-4967-BD45-876FBB82BAF3}" dt="2026-08-15T13:39:43.427" v="10080" actId="1076"/>
          <ac:cxnSpMkLst>
            <pc:docMk/>
            <pc:sldMk cId="3612007678" sldId="394"/>
            <ac:cxnSpMk id="18" creationId="{22DEE0A1-A0E1-913B-508A-EC50E0BB1C60}"/>
          </ac:cxnSpMkLst>
        </pc:cxnChg>
        <pc:cxnChg chg="mod">
          <ac:chgData name="Peethala Rajiv Roy (PED/Hosur/TVSMotor)" userId="e2d9917c-f3dd-4083-a688-e3a90de602c2" providerId="ADAL" clId="{7AECE3AF-5704-4967-BD45-876FBB82BAF3}" dt="2026-08-15T13:39:43.427" v="10080" actId="1076"/>
          <ac:cxnSpMkLst>
            <pc:docMk/>
            <pc:sldMk cId="3612007678" sldId="394"/>
            <ac:cxnSpMk id="20" creationId="{8F346336-8C06-8249-CD16-299DEB910263}"/>
          </ac:cxnSpMkLst>
        </pc:cxnChg>
      </pc:sldChg>
      <pc:sldChg chg="addSp delSp modSp add mod">
        <pc:chgData name="Peethala Rajiv Roy (PED/Hosur/TVSMotor)" userId="e2d9917c-f3dd-4083-a688-e3a90de602c2" providerId="ADAL" clId="{7AECE3AF-5704-4967-BD45-876FBB82BAF3}" dt="2026-08-15T13:42:47.131" v="10095" actId="1076"/>
        <pc:sldMkLst>
          <pc:docMk/>
          <pc:sldMk cId="2406658742" sldId="395"/>
        </pc:sldMkLst>
        <pc:spChg chg="del mod">
          <ac:chgData name="Peethala Rajiv Roy (PED/Hosur/TVSMotor)" userId="e2d9917c-f3dd-4083-a688-e3a90de602c2" providerId="ADAL" clId="{7AECE3AF-5704-4967-BD45-876FBB82BAF3}" dt="2026-08-15T09:34:58.259" v="7641" actId="478"/>
          <ac:spMkLst>
            <pc:docMk/>
            <pc:sldMk cId="2406658742" sldId="395"/>
            <ac:spMk id="11" creationId="{2CCCFC88-20EE-2CC0-E66D-9CA8508A08A2}"/>
          </ac:spMkLst>
        </pc:spChg>
        <pc:spChg chg="mod">
          <ac:chgData name="Peethala Rajiv Roy (PED/Hosur/TVSMotor)" userId="e2d9917c-f3dd-4083-a688-e3a90de602c2" providerId="ADAL" clId="{7AECE3AF-5704-4967-BD45-876FBB82BAF3}" dt="2026-08-15T13:42:47.131" v="10095" actId="1076"/>
          <ac:spMkLst>
            <pc:docMk/>
            <pc:sldMk cId="2406658742" sldId="395"/>
            <ac:spMk id="19" creationId="{6CBBFF39-93F1-9618-D284-B564A2F80EFA}"/>
          </ac:spMkLst>
        </pc:spChg>
        <pc:spChg chg="mod">
          <ac:chgData name="Peethala Rajiv Roy (PED/Hosur/TVSMotor)" userId="e2d9917c-f3dd-4083-a688-e3a90de602c2" providerId="ADAL" clId="{7AECE3AF-5704-4967-BD45-876FBB82BAF3}" dt="2026-08-15T13:42:47.131" v="10095" actId="1076"/>
          <ac:spMkLst>
            <pc:docMk/>
            <pc:sldMk cId="2406658742" sldId="395"/>
            <ac:spMk id="21" creationId="{92681A8E-F24A-B5FC-3C15-3091BE703ECB}"/>
          </ac:spMkLst>
        </pc:spChg>
        <pc:spChg chg="mod">
          <ac:chgData name="Peethala Rajiv Roy (PED/Hosur/TVSMotor)" userId="e2d9917c-f3dd-4083-a688-e3a90de602c2" providerId="ADAL" clId="{7AECE3AF-5704-4967-BD45-876FBB82BAF3}" dt="2026-07-28T11:13:35.347" v="3541" actId="20577"/>
          <ac:spMkLst>
            <pc:docMk/>
            <pc:sldMk cId="2406658742" sldId="395"/>
            <ac:spMk id="22" creationId="{CBA95BA5-8701-5D50-F324-FAE3131666E5}"/>
          </ac:spMkLst>
        </pc:spChg>
        <pc:picChg chg="add del mod">
          <ac:chgData name="Peethala Rajiv Roy (PED/Hosur/TVSMotor)" userId="e2d9917c-f3dd-4083-a688-e3a90de602c2" providerId="ADAL" clId="{7AECE3AF-5704-4967-BD45-876FBB82BAF3}" dt="2026-08-15T13:42:06.124" v="10089" actId="478"/>
          <ac:picMkLst>
            <pc:docMk/>
            <pc:sldMk cId="2406658742" sldId="395"/>
            <ac:picMk id="3" creationId="{5E6D3C81-500B-624A-2F13-907A736BFCFB}"/>
          </ac:picMkLst>
        </pc:picChg>
        <pc:picChg chg="add mod">
          <ac:chgData name="Peethala Rajiv Roy (PED/Hosur/TVSMotor)" userId="e2d9917c-f3dd-4083-a688-e3a90de602c2" providerId="ADAL" clId="{7AECE3AF-5704-4967-BD45-876FBB82BAF3}" dt="2026-08-15T13:41:49.290" v="10086" actId="208"/>
          <ac:picMkLst>
            <pc:docMk/>
            <pc:sldMk cId="2406658742" sldId="395"/>
            <ac:picMk id="6" creationId="{93ACAB6B-2DF4-BFA7-740C-285418DE87B7}"/>
          </ac:picMkLst>
        </pc:picChg>
        <pc:picChg chg="add mod">
          <ac:chgData name="Peethala Rajiv Roy (PED/Hosur/TVSMotor)" userId="e2d9917c-f3dd-4083-a688-e3a90de602c2" providerId="ADAL" clId="{7AECE3AF-5704-4967-BD45-876FBB82BAF3}" dt="2026-08-15T13:42:39.552" v="10094" actId="208"/>
          <ac:picMkLst>
            <pc:docMk/>
            <pc:sldMk cId="2406658742" sldId="395"/>
            <ac:picMk id="8" creationId="{D9CE9847-0733-3274-B6C4-D3D400062975}"/>
          </ac:picMkLst>
        </pc:picChg>
        <pc:picChg chg="add del mod">
          <ac:chgData name="Peethala Rajiv Roy (PED/Hosur/TVSMotor)" userId="e2d9917c-f3dd-4083-a688-e3a90de602c2" providerId="ADAL" clId="{7AECE3AF-5704-4967-BD45-876FBB82BAF3}" dt="2026-08-15T13:41:11.521" v="10081" actId="478"/>
          <ac:picMkLst>
            <pc:docMk/>
            <pc:sldMk cId="2406658742" sldId="395"/>
            <ac:picMk id="9" creationId="{44B77AA0-93EE-E533-4F98-8028686B08D5}"/>
          </ac:picMkLst>
        </pc:picChg>
        <pc:cxnChg chg="mod">
          <ac:chgData name="Peethala Rajiv Roy (PED/Hosur/TVSMotor)" userId="e2d9917c-f3dd-4083-a688-e3a90de602c2" providerId="ADAL" clId="{7AECE3AF-5704-4967-BD45-876FBB82BAF3}" dt="2026-08-15T13:42:47.131" v="10095" actId="1076"/>
          <ac:cxnSpMkLst>
            <pc:docMk/>
            <pc:sldMk cId="2406658742" sldId="395"/>
            <ac:cxnSpMk id="18" creationId="{F0F7F8EF-EA4D-E6EC-95D7-0ED15B32444B}"/>
          </ac:cxnSpMkLst>
        </pc:cxnChg>
        <pc:cxnChg chg="mod">
          <ac:chgData name="Peethala Rajiv Roy (PED/Hosur/TVSMotor)" userId="e2d9917c-f3dd-4083-a688-e3a90de602c2" providerId="ADAL" clId="{7AECE3AF-5704-4967-BD45-876FBB82BAF3}" dt="2026-08-15T13:42:47.131" v="10095" actId="1076"/>
          <ac:cxnSpMkLst>
            <pc:docMk/>
            <pc:sldMk cId="2406658742" sldId="395"/>
            <ac:cxnSpMk id="20" creationId="{AB8DBB8C-2E2B-9A17-5349-ABA4F2395EE6}"/>
          </ac:cxnSpMkLst>
        </pc:cxnChg>
      </pc:sldChg>
      <pc:sldChg chg="addSp delSp modSp add mod">
        <pc:chgData name="Peethala Rajiv Roy (PED/Hosur/TVSMotor)" userId="e2d9917c-f3dd-4083-a688-e3a90de602c2" providerId="ADAL" clId="{7AECE3AF-5704-4967-BD45-876FBB82BAF3}" dt="2026-08-15T13:51:59.073" v="10148" actId="1076"/>
        <pc:sldMkLst>
          <pc:docMk/>
          <pc:sldMk cId="3933528646" sldId="396"/>
        </pc:sldMkLst>
        <pc:spChg chg="add del mod">
          <ac:chgData name="Peethala Rajiv Roy (PED/Hosur/TVSMotor)" userId="e2d9917c-f3dd-4083-a688-e3a90de602c2" providerId="ADAL" clId="{7AECE3AF-5704-4967-BD45-876FBB82BAF3}" dt="2026-08-15T13:44:38.275" v="10105" actId="478"/>
          <ac:spMkLst>
            <pc:docMk/>
            <pc:sldMk cId="3933528646" sldId="396"/>
            <ac:spMk id="2" creationId="{A82C64E7-0722-C0C9-AA42-E26A46D8EBFA}"/>
          </ac:spMkLst>
        </pc:spChg>
        <pc:spChg chg="add mod">
          <ac:chgData name="Peethala Rajiv Roy (PED/Hosur/TVSMotor)" userId="e2d9917c-f3dd-4083-a688-e3a90de602c2" providerId="ADAL" clId="{7AECE3AF-5704-4967-BD45-876FBB82BAF3}" dt="2026-08-15T13:46:05.898" v="10116" actId="208"/>
          <ac:spMkLst>
            <pc:docMk/>
            <pc:sldMk cId="3933528646" sldId="396"/>
            <ac:spMk id="3" creationId="{E1A9347A-2A2B-B8DA-5912-6A05B66DBC9B}"/>
          </ac:spMkLst>
        </pc:spChg>
        <pc:spChg chg="add del mod">
          <ac:chgData name="Peethala Rajiv Roy (PED/Hosur/TVSMotor)" userId="e2d9917c-f3dd-4083-a688-e3a90de602c2" providerId="ADAL" clId="{7AECE3AF-5704-4967-BD45-876FBB82BAF3}" dt="2026-08-15T13:45:09.966" v="10111" actId="478"/>
          <ac:spMkLst>
            <pc:docMk/>
            <pc:sldMk cId="3933528646" sldId="396"/>
            <ac:spMk id="10" creationId="{B9A407C1-BBE1-44BB-46F9-5CB94202EF8D}"/>
          </ac:spMkLst>
        </pc:spChg>
        <pc:spChg chg="mod">
          <ac:chgData name="Peethala Rajiv Roy (PED/Hosur/TVSMotor)" userId="e2d9917c-f3dd-4083-a688-e3a90de602c2" providerId="ADAL" clId="{7AECE3AF-5704-4967-BD45-876FBB82BAF3}" dt="2026-07-28T11:21:47.353" v="3671" actId="1036"/>
          <ac:spMkLst>
            <pc:docMk/>
            <pc:sldMk cId="3933528646" sldId="396"/>
            <ac:spMk id="11" creationId="{28A7BCAA-675E-74D3-BFFF-C362ADDDE7BE}"/>
          </ac:spMkLst>
        </pc:spChg>
        <pc:spChg chg="add del mod">
          <ac:chgData name="Peethala Rajiv Roy (PED/Hosur/TVSMotor)" userId="e2d9917c-f3dd-4083-a688-e3a90de602c2" providerId="ADAL" clId="{7AECE3AF-5704-4967-BD45-876FBB82BAF3}" dt="2026-08-15T13:49:32.045" v="10133"/>
          <ac:spMkLst>
            <pc:docMk/>
            <pc:sldMk cId="3933528646" sldId="396"/>
            <ac:spMk id="16" creationId="{8B77A908-12B1-F3B1-145E-962B93EEBAD0}"/>
          </ac:spMkLst>
        </pc:spChg>
        <pc:spChg chg="mod">
          <ac:chgData name="Peethala Rajiv Roy (PED/Hosur/TVSMotor)" userId="e2d9917c-f3dd-4083-a688-e3a90de602c2" providerId="ADAL" clId="{7AECE3AF-5704-4967-BD45-876FBB82BAF3}" dt="2026-08-15T13:49:29.867" v="10130" actId="1076"/>
          <ac:spMkLst>
            <pc:docMk/>
            <pc:sldMk cId="3933528646" sldId="396"/>
            <ac:spMk id="19" creationId="{7143D91E-093C-A891-B7C8-63EC94B997DC}"/>
          </ac:spMkLst>
        </pc:spChg>
        <pc:spChg chg="mod">
          <ac:chgData name="Peethala Rajiv Roy (PED/Hosur/TVSMotor)" userId="e2d9917c-f3dd-4083-a688-e3a90de602c2" providerId="ADAL" clId="{7AECE3AF-5704-4967-BD45-876FBB82BAF3}" dt="2026-08-15T13:49:36.410" v="10134" actId="1076"/>
          <ac:spMkLst>
            <pc:docMk/>
            <pc:sldMk cId="3933528646" sldId="396"/>
            <ac:spMk id="21" creationId="{E18BB414-8294-92A1-C658-0F90431DDABD}"/>
          </ac:spMkLst>
        </pc:spChg>
        <pc:spChg chg="mod">
          <ac:chgData name="Peethala Rajiv Roy (PED/Hosur/TVSMotor)" userId="e2d9917c-f3dd-4083-a688-e3a90de602c2" providerId="ADAL" clId="{7AECE3AF-5704-4967-BD45-876FBB82BAF3}" dt="2026-07-28T11:40:18.481" v="3901" actId="20577"/>
          <ac:spMkLst>
            <pc:docMk/>
            <pc:sldMk cId="3933528646" sldId="396"/>
            <ac:spMk id="22" creationId="{45E0483C-FAB2-20E8-D8B3-A8742DD274C6}"/>
          </ac:spMkLst>
        </pc:spChg>
        <pc:grpChg chg="add mod">
          <ac:chgData name="Peethala Rajiv Roy (PED/Hosur/TVSMotor)" userId="e2d9917c-f3dd-4083-a688-e3a90de602c2" providerId="ADAL" clId="{7AECE3AF-5704-4967-BD45-876FBB82BAF3}" dt="2026-08-15T13:51:59.073" v="10148" actId="1076"/>
          <ac:grpSpMkLst>
            <pc:docMk/>
            <pc:sldMk cId="3933528646" sldId="396"/>
            <ac:grpSpMk id="27" creationId="{3557B4EB-4CDF-C9F6-3724-4847239551AD}"/>
          </ac:grpSpMkLst>
        </pc:grpChg>
        <pc:picChg chg="add del mod">
          <ac:chgData name="Peethala Rajiv Roy (PED/Hosur/TVSMotor)" userId="e2d9917c-f3dd-4083-a688-e3a90de602c2" providerId="ADAL" clId="{7AECE3AF-5704-4967-BD45-876FBB82BAF3}" dt="2026-08-15T13:46:18.337" v="10117" actId="478"/>
          <ac:picMkLst>
            <pc:docMk/>
            <pc:sldMk cId="3933528646" sldId="396"/>
            <ac:picMk id="6" creationId="{3A1FFF31-1843-1141-2DEB-FC149211D12A}"/>
          </ac:picMkLst>
        </pc:picChg>
        <pc:picChg chg="add del mod">
          <ac:chgData name="Peethala Rajiv Roy (PED/Hosur/TVSMotor)" userId="e2d9917c-f3dd-4083-a688-e3a90de602c2" providerId="ADAL" clId="{7AECE3AF-5704-4967-BD45-876FBB82BAF3}" dt="2026-08-15T13:48:42.860" v="10125" actId="478"/>
          <ac:picMkLst>
            <pc:docMk/>
            <pc:sldMk cId="3933528646" sldId="396"/>
            <ac:picMk id="8" creationId="{77C43DAD-5677-AE31-2DE3-1FA48A767710}"/>
          </ac:picMkLst>
        </pc:picChg>
        <pc:picChg chg="add mod">
          <ac:chgData name="Peethala Rajiv Roy (PED/Hosur/TVSMotor)" userId="e2d9917c-f3dd-4083-a688-e3a90de602c2" providerId="ADAL" clId="{7AECE3AF-5704-4967-BD45-876FBB82BAF3}" dt="2026-08-15T13:46:55.676" v="10122" actId="208"/>
          <ac:picMkLst>
            <pc:docMk/>
            <pc:sldMk cId="3933528646" sldId="396"/>
            <ac:picMk id="9" creationId="{966573E5-7B19-8454-3D59-55DB89C43B18}"/>
          </ac:picMkLst>
        </pc:picChg>
        <pc:picChg chg="add del mod">
          <ac:chgData name="Peethala Rajiv Roy (PED/Hosur/TVSMotor)" userId="e2d9917c-f3dd-4083-a688-e3a90de602c2" providerId="ADAL" clId="{7AECE3AF-5704-4967-BD45-876FBB82BAF3}" dt="2026-08-15T13:50:37.351" v="10138" actId="478"/>
          <ac:picMkLst>
            <pc:docMk/>
            <pc:sldMk cId="3933528646" sldId="396"/>
            <ac:picMk id="13" creationId="{026FE380-3B5B-5619-D2E0-8A2F85795026}"/>
          </ac:picMkLst>
        </pc:picChg>
        <pc:picChg chg="add mod">
          <ac:chgData name="Peethala Rajiv Roy (PED/Hosur/TVSMotor)" userId="e2d9917c-f3dd-4083-a688-e3a90de602c2" providerId="ADAL" clId="{7AECE3AF-5704-4967-BD45-876FBB82BAF3}" dt="2026-08-15T13:49:19.278" v="10129" actId="208"/>
          <ac:picMkLst>
            <pc:docMk/>
            <pc:sldMk cId="3933528646" sldId="396"/>
            <ac:picMk id="14" creationId="{B5672748-9B51-F73F-592B-B14D0C108BA5}"/>
          </ac:picMkLst>
        </pc:picChg>
        <pc:picChg chg="add del mod">
          <ac:chgData name="Peethala Rajiv Roy (PED/Hosur/TVSMotor)" userId="e2d9917c-f3dd-4083-a688-e3a90de602c2" providerId="ADAL" clId="{7AECE3AF-5704-4967-BD45-876FBB82BAF3}" dt="2026-08-15T13:49:43.540" v="10135" actId="478"/>
          <ac:picMkLst>
            <pc:docMk/>
            <pc:sldMk cId="3933528646" sldId="396"/>
            <ac:picMk id="15" creationId="{62EBCC87-3B18-29EE-CB3D-D0A1EB1EB89D}"/>
          </ac:picMkLst>
        </pc:picChg>
        <pc:picChg chg="add mod">
          <ac:chgData name="Peethala Rajiv Roy (PED/Hosur/TVSMotor)" userId="e2d9917c-f3dd-4083-a688-e3a90de602c2" providerId="ADAL" clId="{7AECE3AF-5704-4967-BD45-876FBB82BAF3}" dt="2026-08-15T13:51:53.335" v="10147" actId="164"/>
          <ac:picMkLst>
            <pc:docMk/>
            <pc:sldMk cId="3933528646" sldId="396"/>
            <ac:picMk id="23" creationId="{A9B8ACB3-5BB7-6A1F-E5C3-C2A8125A9E64}"/>
          </ac:picMkLst>
        </pc:picChg>
        <pc:picChg chg="add mod">
          <ac:chgData name="Peethala Rajiv Roy (PED/Hosur/TVSMotor)" userId="e2d9917c-f3dd-4083-a688-e3a90de602c2" providerId="ADAL" clId="{7AECE3AF-5704-4967-BD45-876FBB82BAF3}" dt="2026-08-15T13:51:53.335" v="10147" actId="164"/>
          <ac:picMkLst>
            <pc:docMk/>
            <pc:sldMk cId="3933528646" sldId="396"/>
            <ac:picMk id="26" creationId="{E6B27CCF-BFFC-410E-428F-C59A011DB351}"/>
          </ac:picMkLst>
        </pc:picChg>
        <pc:cxnChg chg="mod">
          <ac:chgData name="Peethala Rajiv Roy (PED/Hosur/TVSMotor)" userId="e2d9917c-f3dd-4083-a688-e3a90de602c2" providerId="ADAL" clId="{7AECE3AF-5704-4967-BD45-876FBB82BAF3}" dt="2026-08-15T13:49:29.867" v="10130" actId="1076"/>
          <ac:cxnSpMkLst>
            <pc:docMk/>
            <pc:sldMk cId="3933528646" sldId="396"/>
            <ac:cxnSpMk id="18" creationId="{1F1FB382-29EA-BB6F-F9E1-03F6A586E4B3}"/>
          </ac:cxnSpMkLst>
        </pc:cxnChg>
        <pc:cxnChg chg="mod">
          <ac:chgData name="Peethala Rajiv Roy (PED/Hosur/TVSMotor)" userId="e2d9917c-f3dd-4083-a688-e3a90de602c2" providerId="ADAL" clId="{7AECE3AF-5704-4967-BD45-876FBB82BAF3}" dt="2026-08-15T13:49:36.410" v="10134" actId="1076"/>
          <ac:cxnSpMkLst>
            <pc:docMk/>
            <pc:sldMk cId="3933528646" sldId="396"/>
            <ac:cxnSpMk id="20" creationId="{63E98260-E325-32E2-77CD-CC7D03D55788}"/>
          </ac:cxnSpMkLst>
        </pc:cxnChg>
      </pc:sldChg>
      <pc:sldChg chg="addSp delSp modSp add mod">
        <pc:chgData name="Peethala Rajiv Roy (PED/Hosur/TVSMotor)" userId="e2d9917c-f3dd-4083-a688-e3a90de602c2" providerId="ADAL" clId="{7AECE3AF-5704-4967-BD45-876FBB82BAF3}" dt="2026-08-15T13:55:19.673" v="10185" actId="208"/>
        <pc:sldMkLst>
          <pc:docMk/>
          <pc:sldMk cId="3180489972" sldId="397"/>
        </pc:sldMkLst>
        <pc:spChg chg="add mod">
          <ac:chgData name="Peethala Rajiv Roy (PED/Hosur/TVSMotor)" userId="e2d9917c-f3dd-4083-a688-e3a90de602c2" providerId="ADAL" clId="{7AECE3AF-5704-4967-BD45-876FBB82BAF3}" dt="2026-08-15T13:52:31.060" v="10163" actId="1076"/>
          <ac:spMkLst>
            <pc:docMk/>
            <pc:sldMk cId="3180489972" sldId="397"/>
            <ac:spMk id="6" creationId="{22D4EFEA-437A-025A-D278-3F762FAF4556}"/>
          </ac:spMkLst>
        </pc:spChg>
        <pc:spChg chg="add del mod">
          <ac:chgData name="Peethala Rajiv Roy (PED/Hosur/TVSMotor)" userId="e2d9917c-f3dd-4083-a688-e3a90de602c2" providerId="ADAL" clId="{7AECE3AF-5704-4967-BD45-876FBB82BAF3}" dt="2026-08-15T13:52:27.102" v="10162" actId="478"/>
          <ac:spMkLst>
            <pc:docMk/>
            <pc:sldMk cId="3180489972" sldId="397"/>
            <ac:spMk id="9" creationId="{96AFD229-AC6D-770F-C81A-015AA9A6E020}"/>
          </ac:spMkLst>
        </pc:spChg>
        <pc:spChg chg="mod">
          <ac:chgData name="Peethala Rajiv Roy (PED/Hosur/TVSMotor)" userId="e2d9917c-f3dd-4083-a688-e3a90de602c2" providerId="ADAL" clId="{7AECE3AF-5704-4967-BD45-876FBB82BAF3}" dt="2026-07-28T11:24:05.288" v="3695" actId="1076"/>
          <ac:spMkLst>
            <pc:docMk/>
            <pc:sldMk cId="3180489972" sldId="397"/>
            <ac:spMk id="11" creationId="{29943D7A-1EF0-C208-8785-26A6CF2D5C4B}"/>
          </ac:spMkLst>
        </pc:spChg>
        <pc:spChg chg="mod">
          <ac:chgData name="Peethala Rajiv Roy (PED/Hosur/TVSMotor)" userId="e2d9917c-f3dd-4083-a688-e3a90de602c2" providerId="ADAL" clId="{7AECE3AF-5704-4967-BD45-876FBB82BAF3}" dt="2026-08-15T13:54:28.502" v="10179" actId="1076"/>
          <ac:spMkLst>
            <pc:docMk/>
            <pc:sldMk cId="3180489972" sldId="397"/>
            <ac:spMk id="19" creationId="{E8CE152F-9D75-1489-8CA7-4F2B0251F169}"/>
          </ac:spMkLst>
        </pc:spChg>
        <pc:spChg chg="mod">
          <ac:chgData name="Peethala Rajiv Roy (PED/Hosur/TVSMotor)" userId="e2d9917c-f3dd-4083-a688-e3a90de602c2" providerId="ADAL" clId="{7AECE3AF-5704-4967-BD45-876FBB82BAF3}" dt="2026-08-15T13:54:35.933" v="10180" actId="1076"/>
          <ac:spMkLst>
            <pc:docMk/>
            <pc:sldMk cId="3180489972" sldId="397"/>
            <ac:spMk id="21" creationId="{0557892C-1199-7A4A-381E-C67DB6DB0907}"/>
          </ac:spMkLst>
        </pc:spChg>
        <pc:spChg chg="mod">
          <ac:chgData name="Peethala Rajiv Roy (PED/Hosur/TVSMotor)" userId="e2d9917c-f3dd-4083-a688-e3a90de602c2" providerId="ADAL" clId="{7AECE3AF-5704-4967-BD45-876FBB82BAF3}" dt="2026-08-15T12:55:19.417" v="9852" actId="20577"/>
          <ac:spMkLst>
            <pc:docMk/>
            <pc:sldMk cId="3180489972" sldId="397"/>
            <ac:spMk id="22" creationId="{C7BFDB40-7580-B299-EDFC-1B5A783D8A16}"/>
          </ac:spMkLst>
        </pc:spChg>
        <pc:picChg chg="add del mod">
          <ac:chgData name="Peethala Rajiv Roy (PED/Hosur/TVSMotor)" userId="e2d9917c-f3dd-4083-a688-e3a90de602c2" providerId="ADAL" clId="{7AECE3AF-5704-4967-BD45-876FBB82BAF3}" dt="2026-08-15T13:54:39.226" v="10181" actId="478"/>
          <ac:picMkLst>
            <pc:docMk/>
            <pc:sldMk cId="3180489972" sldId="397"/>
            <ac:picMk id="3" creationId="{941B377C-9548-826E-34FD-9BDA10CE94D3}"/>
          </ac:picMkLst>
        </pc:picChg>
        <pc:picChg chg="add del mod">
          <ac:chgData name="Peethala Rajiv Roy (PED/Hosur/TVSMotor)" userId="e2d9917c-f3dd-4083-a688-e3a90de602c2" providerId="ADAL" clId="{7AECE3AF-5704-4967-BD45-876FBB82BAF3}" dt="2026-08-15T13:54:40.429" v="10182" actId="478"/>
          <ac:picMkLst>
            <pc:docMk/>
            <pc:sldMk cId="3180489972" sldId="397"/>
            <ac:picMk id="7" creationId="{93B23542-BA11-1983-CDA9-891E92208C34}"/>
          </ac:picMkLst>
        </pc:picChg>
        <pc:picChg chg="add mod">
          <ac:chgData name="Peethala Rajiv Roy (PED/Hosur/TVSMotor)" userId="e2d9917c-f3dd-4083-a688-e3a90de602c2" providerId="ADAL" clId="{7AECE3AF-5704-4967-BD45-876FBB82BAF3}" dt="2026-08-15T13:53:27.691" v="10173" actId="1076"/>
          <ac:picMkLst>
            <pc:docMk/>
            <pc:sldMk cId="3180489972" sldId="397"/>
            <ac:picMk id="10" creationId="{23B6D421-BD09-4A84-A701-28805975F336}"/>
          </ac:picMkLst>
        </pc:picChg>
        <pc:picChg chg="add del mod">
          <ac:chgData name="Peethala Rajiv Roy (PED/Hosur/TVSMotor)" userId="e2d9917c-f3dd-4083-a688-e3a90de602c2" providerId="ADAL" clId="{7AECE3AF-5704-4967-BD45-876FBB82BAF3}" dt="2026-08-15T13:53:19.567" v="10170" actId="478"/>
          <ac:picMkLst>
            <pc:docMk/>
            <pc:sldMk cId="3180489972" sldId="397"/>
            <ac:picMk id="12" creationId="{78072FB4-A3AE-272E-B0A7-43A46EB49ADC}"/>
          </ac:picMkLst>
        </pc:picChg>
        <pc:picChg chg="add del mod">
          <ac:chgData name="Peethala Rajiv Roy (PED/Hosur/TVSMotor)" userId="e2d9917c-f3dd-4083-a688-e3a90de602c2" providerId="ADAL" clId="{7AECE3AF-5704-4967-BD45-876FBB82BAF3}" dt="2026-08-15T13:52:33.831" v="10164" actId="478"/>
          <ac:picMkLst>
            <pc:docMk/>
            <pc:sldMk cId="3180489972" sldId="397"/>
            <ac:picMk id="14" creationId="{8D35CF08-8ACC-15F1-B993-49C236E04883}"/>
          </ac:picMkLst>
        </pc:picChg>
        <pc:picChg chg="add mod">
          <ac:chgData name="Peethala Rajiv Roy (PED/Hosur/TVSMotor)" userId="e2d9917c-f3dd-4083-a688-e3a90de602c2" providerId="ADAL" clId="{7AECE3AF-5704-4967-BD45-876FBB82BAF3}" dt="2026-08-15T13:54:23.285" v="10178" actId="208"/>
          <ac:picMkLst>
            <pc:docMk/>
            <pc:sldMk cId="3180489972" sldId="397"/>
            <ac:picMk id="15" creationId="{7BFF7D63-7280-97AF-4F99-23334600F954}"/>
          </ac:picMkLst>
        </pc:picChg>
        <pc:picChg chg="add mod">
          <ac:chgData name="Peethala Rajiv Roy (PED/Hosur/TVSMotor)" userId="e2d9917c-f3dd-4083-a688-e3a90de602c2" providerId="ADAL" clId="{7AECE3AF-5704-4967-BD45-876FBB82BAF3}" dt="2026-08-15T13:55:19.673" v="10185" actId="208"/>
          <ac:picMkLst>
            <pc:docMk/>
            <pc:sldMk cId="3180489972" sldId="397"/>
            <ac:picMk id="17" creationId="{B762B7EE-8482-6357-4D04-1C47AD09F830}"/>
          </ac:picMkLst>
        </pc:picChg>
        <pc:cxnChg chg="mod">
          <ac:chgData name="Peethala Rajiv Roy (PED/Hosur/TVSMotor)" userId="e2d9917c-f3dd-4083-a688-e3a90de602c2" providerId="ADAL" clId="{7AECE3AF-5704-4967-BD45-876FBB82BAF3}" dt="2026-08-15T13:54:28.502" v="10179" actId="1076"/>
          <ac:cxnSpMkLst>
            <pc:docMk/>
            <pc:sldMk cId="3180489972" sldId="397"/>
            <ac:cxnSpMk id="18" creationId="{D3164E82-2AFA-5F5B-63A8-E7DDC7D14D22}"/>
          </ac:cxnSpMkLst>
        </pc:cxnChg>
        <pc:cxnChg chg="mod">
          <ac:chgData name="Peethala Rajiv Roy (PED/Hosur/TVSMotor)" userId="e2d9917c-f3dd-4083-a688-e3a90de602c2" providerId="ADAL" clId="{7AECE3AF-5704-4967-BD45-876FBB82BAF3}" dt="2026-08-15T13:54:35.933" v="10180" actId="1076"/>
          <ac:cxnSpMkLst>
            <pc:docMk/>
            <pc:sldMk cId="3180489972" sldId="397"/>
            <ac:cxnSpMk id="20" creationId="{7C69A11E-06A9-453A-EC80-BC36114D2206}"/>
          </ac:cxnSpMkLst>
        </pc:cxnChg>
      </pc:sldChg>
      <pc:sldChg chg="addSp delSp modSp add mod">
        <pc:chgData name="Peethala Rajiv Roy (PED/Hosur/TVSMotor)" userId="e2d9917c-f3dd-4083-a688-e3a90de602c2" providerId="ADAL" clId="{7AECE3AF-5704-4967-BD45-876FBB82BAF3}" dt="2026-08-15T13:58:57.644" v="10222" actId="208"/>
        <pc:sldMkLst>
          <pc:docMk/>
          <pc:sldMk cId="1238629385" sldId="398"/>
        </pc:sldMkLst>
        <pc:spChg chg="add mod">
          <ac:chgData name="Peethala Rajiv Roy (PED/Hosur/TVSMotor)" userId="e2d9917c-f3dd-4083-a688-e3a90de602c2" providerId="ADAL" clId="{7AECE3AF-5704-4967-BD45-876FBB82BAF3}" dt="2026-08-15T13:55:59.812" v="10201" actId="1076"/>
          <ac:spMkLst>
            <pc:docMk/>
            <pc:sldMk cId="1238629385" sldId="398"/>
            <ac:spMk id="7" creationId="{51B7DDA3-E0FB-AA3E-A3EC-D30131E00BFB}"/>
          </ac:spMkLst>
        </pc:spChg>
        <pc:spChg chg="del mod">
          <ac:chgData name="Peethala Rajiv Roy (PED/Hosur/TVSMotor)" userId="e2d9917c-f3dd-4083-a688-e3a90de602c2" providerId="ADAL" clId="{7AECE3AF-5704-4967-BD45-876FBB82BAF3}" dt="2026-08-15T13:55:54.466" v="10200" actId="478"/>
          <ac:spMkLst>
            <pc:docMk/>
            <pc:sldMk cId="1238629385" sldId="398"/>
            <ac:spMk id="9" creationId="{4E2040DB-0FDB-D93F-9822-E360F1642B6C}"/>
          </ac:spMkLst>
        </pc:spChg>
        <pc:spChg chg="mod">
          <ac:chgData name="Peethala Rajiv Roy (PED/Hosur/TVSMotor)" userId="e2d9917c-f3dd-4083-a688-e3a90de602c2" providerId="ADAL" clId="{7AECE3AF-5704-4967-BD45-876FBB82BAF3}" dt="2026-07-28T11:30:34.317" v="3750" actId="1036"/>
          <ac:spMkLst>
            <pc:docMk/>
            <pc:sldMk cId="1238629385" sldId="398"/>
            <ac:spMk id="11" creationId="{0132C442-78A3-A961-9FCE-17DD67A5A737}"/>
          </ac:spMkLst>
        </pc:spChg>
        <pc:spChg chg="mod">
          <ac:chgData name="Peethala Rajiv Roy (PED/Hosur/TVSMotor)" userId="e2d9917c-f3dd-4083-a688-e3a90de602c2" providerId="ADAL" clId="{7AECE3AF-5704-4967-BD45-876FBB82BAF3}" dt="2026-08-15T13:58:01.433" v="10216" actId="1076"/>
          <ac:spMkLst>
            <pc:docMk/>
            <pc:sldMk cId="1238629385" sldId="398"/>
            <ac:spMk id="19" creationId="{AB91B48B-B597-E4DE-CE5D-689901875B03}"/>
          </ac:spMkLst>
        </pc:spChg>
        <pc:spChg chg="mod">
          <ac:chgData name="Peethala Rajiv Roy (PED/Hosur/TVSMotor)" userId="e2d9917c-f3dd-4083-a688-e3a90de602c2" providerId="ADAL" clId="{7AECE3AF-5704-4967-BD45-876FBB82BAF3}" dt="2026-08-15T13:58:15.294" v="10217" actId="1076"/>
          <ac:spMkLst>
            <pc:docMk/>
            <pc:sldMk cId="1238629385" sldId="398"/>
            <ac:spMk id="21" creationId="{C225B70B-5966-58DB-B82B-DF1077EFD5A7}"/>
          </ac:spMkLst>
        </pc:spChg>
        <pc:spChg chg="mod">
          <ac:chgData name="Peethala Rajiv Roy (PED/Hosur/TVSMotor)" userId="e2d9917c-f3dd-4083-a688-e3a90de602c2" providerId="ADAL" clId="{7AECE3AF-5704-4967-BD45-876FBB82BAF3}" dt="2026-08-15T12:55:26.301" v="9854" actId="20577"/>
          <ac:spMkLst>
            <pc:docMk/>
            <pc:sldMk cId="1238629385" sldId="398"/>
            <ac:spMk id="22" creationId="{5E1F1386-0879-CA12-7864-C7726AB73842}"/>
          </ac:spMkLst>
        </pc:spChg>
        <pc:picChg chg="del">
          <ac:chgData name="Peethala Rajiv Roy (PED/Hosur/TVSMotor)" userId="e2d9917c-f3dd-4083-a688-e3a90de602c2" providerId="ADAL" clId="{7AECE3AF-5704-4967-BD45-876FBB82BAF3}" dt="2026-08-15T13:58:20.525" v="10219" actId="478"/>
          <ac:picMkLst>
            <pc:docMk/>
            <pc:sldMk cId="1238629385" sldId="398"/>
            <ac:picMk id="3" creationId="{BC75649D-52CF-DF4E-5CC1-A3B72841584E}"/>
          </ac:picMkLst>
        </pc:picChg>
        <pc:picChg chg="add del mod">
          <ac:chgData name="Peethala Rajiv Roy (PED/Hosur/TVSMotor)" userId="e2d9917c-f3dd-4083-a688-e3a90de602c2" providerId="ADAL" clId="{7AECE3AF-5704-4967-BD45-876FBB82BAF3}" dt="2026-08-15T13:56:06.632" v="10202" actId="478"/>
          <ac:picMkLst>
            <pc:docMk/>
            <pc:sldMk cId="1238629385" sldId="398"/>
            <ac:picMk id="6" creationId="{66F007F5-EDE6-9426-48A8-7852686B6A73}"/>
          </ac:picMkLst>
        </pc:picChg>
        <pc:picChg chg="add del mod">
          <ac:chgData name="Peethala Rajiv Roy (PED/Hosur/TVSMotor)" userId="e2d9917c-f3dd-4083-a688-e3a90de602c2" providerId="ADAL" clId="{7AECE3AF-5704-4967-BD45-876FBB82BAF3}" dt="2026-08-15T13:58:19.317" v="10218" actId="478"/>
          <ac:picMkLst>
            <pc:docMk/>
            <pc:sldMk cId="1238629385" sldId="398"/>
            <ac:picMk id="10" creationId="{39096720-27C5-6F79-8773-6F56A343D061}"/>
          </ac:picMkLst>
        </pc:picChg>
        <pc:picChg chg="add mod">
          <ac:chgData name="Peethala Rajiv Roy (PED/Hosur/TVSMotor)" userId="e2d9917c-f3dd-4083-a688-e3a90de602c2" providerId="ADAL" clId="{7AECE3AF-5704-4967-BD45-876FBB82BAF3}" dt="2026-08-15T13:56:40.903" v="10207" actId="208"/>
          <ac:picMkLst>
            <pc:docMk/>
            <pc:sldMk cId="1238629385" sldId="398"/>
            <ac:picMk id="12" creationId="{8772015B-8B9C-8F0F-BF6E-1B7F16D570EA}"/>
          </ac:picMkLst>
        </pc:picChg>
        <pc:picChg chg="add mod">
          <ac:chgData name="Peethala Rajiv Roy (PED/Hosur/TVSMotor)" userId="e2d9917c-f3dd-4083-a688-e3a90de602c2" providerId="ADAL" clId="{7AECE3AF-5704-4967-BD45-876FBB82BAF3}" dt="2026-08-15T13:57:55.023" v="10215" actId="208"/>
          <ac:picMkLst>
            <pc:docMk/>
            <pc:sldMk cId="1238629385" sldId="398"/>
            <ac:picMk id="14" creationId="{0C748580-059F-5872-DAEB-E9C775A686DE}"/>
          </ac:picMkLst>
        </pc:picChg>
        <pc:picChg chg="add del mod">
          <ac:chgData name="Peethala Rajiv Roy (PED/Hosur/TVSMotor)" userId="e2d9917c-f3dd-4083-a688-e3a90de602c2" providerId="ADAL" clId="{7AECE3AF-5704-4967-BD45-876FBB82BAF3}" dt="2026-08-15T13:56:45.655" v="10208" actId="478"/>
          <ac:picMkLst>
            <pc:docMk/>
            <pc:sldMk cId="1238629385" sldId="398"/>
            <ac:picMk id="15" creationId="{2ED828C3-D86F-E9CA-D53C-09375D8E65A7}"/>
          </ac:picMkLst>
        </pc:picChg>
        <pc:picChg chg="add mod">
          <ac:chgData name="Peethala Rajiv Roy (PED/Hosur/TVSMotor)" userId="e2d9917c-f3dd-4083-a688-e3a90de602c2" providerId="ADAL" clId="{7AECE3AF-5704-4967-BD45-876FBB82BAF3}" dt="2026-08-15T13:58:57.644" v="10222" actId="208"/>
          <ac:picMkLst>
            <pc:docMk/>
            <pc:sldMk cId="1238629385" sldId="398"/>
            <ac:picMk id="17" creationId="{F5B769EC-4C54-28FC-1887-907357F6E9EE}"/>
          </ac:picMkLst>
        </pc:picChg>
        <pc:cxnChg chg="mod">
          <ac:chgData name="Peethala Rajiv Roy (PED/Hosur/TVSMotor)" userId="e2d9917c-f3dd-4083-a688-e3a90de602c2" providerId="ADAL" clId="{7AECE3AF-5704-4967-BD45-876FBB82BAF3}" dt="2026-08-15T13:58:01.433" v="10216" actId="1076"/>
          <ac:cxnSpMkLst>
            <pc:docMk/>
            <pc:sldMk cId="1238629385" sldId="398"/>
            <ac:cxnSpMk id="18" creationId="{01E404EB-BDB5-0831-FF54-9604D9632B8E}"/>
          </ac:cxnSpMkLst>
        </pc:cxnChg>
        <pc:cxnChg chg="mod">
          <ac:chgData name="Peethala Rajiv Roy (PED/Hosur/TVSMotor)" userId="e2d9917c-f3dd-4083-a688-e3a90de602c2" providerId="ADAL" clId="{7AECE3AF-5704-4967-BD45-876FBB82BAF3}" dt="2026-08-15T13:58:15.294" v="10217" actId="1076"/>
          <ac:cxnSpMkLst>
            <pc:docMk/>
            <pc:sldMk cId="1238629385" sldId="398"/>
            <ac:cxnSpMk id="20" creationId="{A2D73F39-6242-421B-33FD-9A9A4F8AB78A}"/>
          </ac:cxnSpMkLst>
        </pc:cxnChg>
      </pc:sldChg>
      <pc:sldChg chg="addSp delSp modSp add mod">
        <pc:chgData name="Peethala Rajiv Roy (PED/Hosur/TVSMotor)" userId="e2d9917c-f3dd-4083-a688-e3a90de602c2" providerId="ADAL" clId="{7AECE3AF-5704-4967-BD45-876FBB82BAF3}" dt="2026-08-15T14:02:02.876" v="10259" actId="208"/>
        <pc:sldMkLst>
          <pc:docMk/>
          <pc:sldMk cId="3578277074" sldId="399"/>
        </pc:sldMkLst>
        <pc:spChg chg="del mod">
          <ac:chgData name="Peethala Rajiv Roy (PED/Hosur/TVSMotor)" userId="e2d9917c-f3dd-4083-a688-e3a90de602c2" providerId="ADAL" clId="{7AECE3AF-5704-4967-BD45-876FBB82BAF3}" dt="2026-08-15T13:59:37.006" v="10240" actId="478"/>
          <ac:spMkLst>
            <pc:docMk/>
            <pc:sldMk cId="3578277074" sldId="399"/>
            <ac:spMk id="9" creationId="{DEF81DF2-F2CC-D3F6-A23F-FEFA239CDE79}"/>
          </ac:spMkLst>
        </pc:spChg>
        <pc:spChg chg="add mod">
          <ac:chgData name="Peethala Rajiv Roy (PED/Hosur/TVSMotor)" userId="e2d9917c-f3dd-4083-a688-e3a90de602c2" providerId="ADAL" clId="{7AECE3AF-5704-4967-BD45-876FBB82BAF3}" dt="2026-08-15T13:59:41.686" v="10241" actId="1076"/>
          <ac:spMkLst>
            <pc:docMk/>
            <pc:sldMk cId="3578277074" sldId="399"/>
            <ac:spMk id="10" creationId="{33848C10-08BE-6E78-53D0-EE67AF6A35A0}"/>
          </ac:spMkLst>
        </pc:spChg>
        <pc:spChg chg="mod">
          <ac:chgData name="Peethala Rajiv Roy (PED/Hosur/TVSMotor)" userId="e2d9917c-f3dd-4083-a688-e3a90de602c2" providerId="ADAL" clId="{7AECE3AF-5704-4967-BD45-876FBB82BAF3}" dt="2026-08-15T14:01:07.398" v="10254" actId="1076"/>
          <ac:spMkLst>
            <pc:docMk/>
            <pc:sldMk cId="3578277074" sldId="399"/>
            <ac:spMk id="19" creationId="{1C7E3FDC-81ED-3F03-144B-EB9E60382D75}"/>
          </ac:spMkLst>
        </pc:spChg>
        <pc:spChg chg="mod">
          <ac:chgData name="Peethala Rajiv Roy (PED/Hosur/TVSMotor)" userId="e2d9917c-f3dd-4083-a688-e3a90de602c2" providerId="ADAL" clId="{7AECE3AF-5704-4967-BD45-876FBB82BAF3}" dt="2026-08-15T14:01:14.804" v="10255" actId="1076"/>
          <ac:spMkLst>
            <pc:docMk/>
            <pc:sldMk cId="3578277074" sldId="399"/>
            <ac:spMk id="21" creationId="{17A0710A-AAC3-77CA-5B42-8AA8FE3F3C9A}"/>
          </ac:spMkLst>
        </pc:spChg>
        <pc:spChg chg="mod">
          <ac:chgData name="Peethala Rajiv Roy (PED/Hosur/TVSMotor)" userId="e2d9917c-f3dd-4083-a688-e3a90de602c2" providerId="ADAL" clId="{7AECE3AF-5704-4967-BD45-876FBB82BAF3}" dt="2026-08-15T12:55:33.930" v="9856" actId="20577"/>
          <ac:spMkLst>
            <pc:docMk/>
            <pc:sldMk cId="3578277074" sldId="399"/>
            <ac:spMk id="22" creationId="{A9D82902-A0F4-7F06-019A-120D27BB6279}"/>
          </ac:spMkLst>
        </pc:spChg>
        <pc:picChg chg="del">
          <ac:chgData name="Peethala Rajiv Roy (PED/Hosur/TVSMotor)" userId="e2d9917c-f3dd-4083-a688-e3a90de602c2" providerId="ADAL" clId="{7AECE3AF-5704-4967-BD45-876FBB82BAF3}" dt="2026-08-15T09:37:14.173" v="7645" actId="478"/>
          <ac:picMkLst>
            <pc:docMk/>
            <pc:sldMk cId="3578277074" sldId="399"/>
            <ac:picMk id="3" creationId="{9C21D10B-F937-36E3-5154-39FA75F16DEE}"/>
          </ac:picMkLst>
        </pc:picChg>
        <pc:picChg chg="add del mod">
          <ac:chgData name="Peethala Rajiv Roy (PED/Hosur/TVSMotor)" userId="e2d9917c-f3dd-4083-a688-e3a90de602c2" providerId="ADAL" clId="{7AECE3AF-5704-4967-BD45-876FBB82BAF3}" dt="2026-08-15T14:01:19.888" v="10256" actId="478"/>
          <ac:picMkLst>
            <pc:docMk/>
            <pc:sldMk cId="3578277074" sldId="399"/>
            <ac:picMk id="6" creationId="{61D32AAB-5F0C-8191-32A0-B4FA998E720F}"/>
          </ac:picMkLst>
        </pc:picChg>
        <pc:picChg chg="add del mod">
          <ac:chgData name="Peethala Rajiv Roy (PED/Hosur/TVSMotor)" userId="e2d9917c-f3dd-4083-a688-e3a90de602c2" providerId="ADAL" clId="{7AECE3AF-5704-4967-BD45-876FBB82BAF3}" dt="2026-08-15T13:59:43.576" v="10242" actId="478"/>
          <ac:picMkLst>
            <pc:docMk/>
            <pc:sldMk cId="3578277074" sldId="399"/>
            <ac:picMk id="7" creationId="{30B00716-1575-B887-0014-54380AF2FC96}"/>
          </ac:picMkLst>
        </pc:picChg>
        <pc:picChg chg="add del mod">
          <ac:chgData name="Peethala Rajiv Roy (PED/Hosur/TVSMotor)" userId="e2d9917c-f3dd-4083-a688-e3a90de602c2" providerId="ADAL" clId="{7AECE3AF-5704-4967-BD45-876FBB82BAF3}" dt="2026-08-15T14:00:16.266" v="10247" actId="478"/>
          <ac:picMkLst>
            <pc:docMk/>
            <pc:sldMk cId="3578277074" sldId="399"/>
            <ac:picMk id="12" creationId="{83264C65-8E49-E8C3-554E-0FDE1AEC09C4}"/>
          </ac:picMkLst>
        </pc:picChg>
        <pc:picChg chg="add mod">
          <ac:chgData name="Peethala Rajiv Roy (PED/Hosur/TVSMotor)" userId="e2d9917c-f3dd-4083-a688-e3a90de602c2" providerId="ADAL" clId="{7AECE3AF-5704-4967-BD45-876FBB82BAF3}" dt="2026-08-15T14:00:11.804" v="10246" actId="208"/>
          <ac:picMkLst>
            <pc:docMk/>
            <pc:sldMk cId="3578277074" sldId="399"/>
            <ac:picMk id="14" creationId="{03F274CB-9808-7A08-53C5-A89D8577B35B}"/>
          </ac:picMkLst>
        </pc:picChg>
        <pc:picChg chg="add mod">
          <ac:chgData name="Peethala Rajiv Roy (PED/Hosur/TVSMotor)" userId="e2d9917c-f3dd-4083-a688-e3a90de602c2" providerId="ADAL" clId="{7AECE3AF-5704-4967-BD45-876FBB82BAF3}" dt="2026-08-15T14:00:59.014" v="10253" actId="208"/>
          <ac:picMkLst>
            <pc:docMk/>
            <pc:sldMk cId="3578277074" sldId="399"/>
            <ac:picMk id="16" creationId="{F2E58C05-F96E-7872-8DC6-7F6B4181DA9A}"/>
          </ac:picMkLst>
        </pc:picChg>
        <pc:picChg chg="add mod">
          <ac:chgData name="Peethala Rajiv Roy (PED/Hosur/TVSMotor)" userId="e2d9917c-f3dd-4083-a688-e3a90de602c2" providerId="ADAL" clId="{7AECE3AF-5704-4967-BD45-876FBB82BAF3}" dt="2026-08-15T14:02:02.876" v="10259" actId="208"/>
          <ac:picMkLst>
            <pc:docMk/>
            <pc:sldMk cId="3578277074" sldId="399"/>
            <ac:picMk id="23" creationId="{8EFA31D2-1805-C15C-A72D-915D89D007DE}"/>
          </ac:picMkLst>
        </pc:picChg>
        <pc:cxnChg chg="mod">
          <ac:chgData name="Peethala Rajiv Roy (PED/Hosur/TVSMotor)" userId="e2d9917c-f3dd-4083-a688-e3a90de602c2" providerId="ADAL" clId="{7AECE3AF-5704-4967-BD45-876FBB82BAF3}" dt="2026-08-15T14:01:07.398" v="10254" actId="1076"/>
          <ac:cxnSpMkLst>
            <pc:docMk/>
            <pc:sldMk cId="3578277074" sldId="399"/>
            <ac:cxnSpMk id="18" creationId="{C74CDB49-1CCB-CF34-1111-DFC8CEA6701C}"/>
          </ac:cxnSpMkLst>
        </pc:cxnChg>
        <pc:cxnChg chg="mod">
          <ac:chgData name="Peethala Rajiv Roy (PED/Hosur/TVSMotor)" userId="e2d9917c-f3dd-4083-a688-e3a90de602c2" providerId="ADAL" clId="{7AECE3AF-5704-4967-BD45-876FBB82BAF3}" dt="2026-08-15T14:01:14.804" v="10255" actId="1076"/>
          <ac:cxnSpMkLst>
            <pc:docMk/>
            <pc:sldMk cId="3578277074" sldId="399"/>
            <ac:cxnSpMk id="20" creationId="{DC33EFF4-7851-1F1B-DB3C-6B2F02E1CBE0}"/>
          </ac:cxnSpMkLst>
        </pc:cxnChg>
      </pc:sldChg>
      <pc:sldChg chg="addSp delSp modSp add mod">
        <pc:chgData name="Peethala Rajiv Roy (PED/Hosur/TVSMotor)" userId="e2d9917c-f3dd-4083-a688-e3a90de602c2" providerId="ADAL" clId="{7AECE3AF-5704-4967-BD45-876FBB82BAF3}" dt="2026-08-15T14:05:05.995" v="10294" actId="208"/>
        <pc:sldMkLst>
          <pc:docMk/>
          <pc:sldMk cId="2999958921" sldId="400"/>
        </pc:sldMkLst>
        <pc:spChg chg="add mod">
          <ac:chgData name="Peethala Rajiv Roy (PED/Hosur/TVSMotor)" userId="e2d9917c-f3dd-4083-a688-e3a90de602c2" providerId="ADAL" clId="{7AECE3AF-5704-4967-BD45-876FBB82BAF3}" dt="2026-08-15T14:02:34.036" v="10272" actId="1076"/>
          <ac:spMkLst>
            <pc:docMk/>
            <pc:sldMk cId="2999958921" sldId="400"/>
            <ac:spMk id="7" creationId="{2F9078E6-9D45-994B-C615-782DE274110F}"/>
          </ac:spMkLst>
        </pc:spChg>
        <pc:spChg chg="del mod">
          <ac:chgData name="Peethala Rajiv Roy (PED/Hosur/TVSMotor)" userId="e2d9917c-f3dd-4083-a688-e3a90de602c2" providerId="ADAL" clId="{7AECE3AF-5704-4967-BD45-876FBB82BAF3}" dt="2026-08-15T14:02:22.093" v="10262" actId="478"/>
          <ac:spMkLst>
            <pc:docMk/>
            <pc:sldMk cId="2999958921" sldId="400"/>
            <ac:spMk id="9" creationId="{203CB5F5-E5DA-383C-C208-D5B229B66A5D}"/>
          </ac:spMkLst>
        </pc:spChg>
        <pc:spChg chg="mod">
          <ac:chgData name="Peethala Rajiv Roy (PED/Hosur/TVSMotor)" userId="e2d9917c-f3dd-4083-a688-e3a90de602c2" providerId="ADAL" clId="{7AECE3AF-5704-4967-BD45-876FBB82BAF3}" dt="2026-08-15T14:04:14.805" v="10288" actId="1076"/>
          <ac:spMkLst>
            <pc:docMk/>
            <pc:sldMk cId="2999958921" sldId="400"/>
            <ac:spMk id="19" creationId="{6379E052-14C0-D874-47E5-7C9BF87FD933}"/>
          </ac:spMkLst>
        </pc:spChg>
        <pc:spChg chg="mod">
          <ac:chgData name="Peethala Rajiv Roy (PED/Hosur/TVSMotor)" userId="e2d9917c-f3dd-4083-a688-e3a90de602c2" providerId="ADAL" clId="{7AECE3AF-5704-4967-BD45-876FBB82BAF3}" dt="2026-08-15T14:04:20.905" v="10289" actId="1076"/>
          <ac:spMkLst>
            <pc:docMk/>
            <pc:sldMk cId="2999958921" sldId="400"/>
            <ac:spMk id="21" creationId="{9DEA5DB8-21C5-8C6B-81A0-1FE61999A198}"/>
          </ac:spMkLst>
        </pc:spChg>
        <pc:spChg chg="mod">
          <ac:chgData name="Peethala Rajiv Roy (PED/Hosur/TVSMotor)" userId="e2d9917c-f3dd-4083-a688-e3a90de602c2" providerId="ADAL" clId="{7AECE3AF-5704-4967-BD45-876FBB82BAF3}" dt="2026-08-15T12:55:40.623" v="9858" actId="20577"/>
          <ac:spMkLst>
            <pc:docMk/>
            <pc:sldMk cId="2999958921" sldId="400"/>
            <ac:spMk id="22" creationId="{70CBA7D9-5575-661B-1EE0-78BAB3401A1D}"/>
          </ac:spMkLst>
        </pc:spChg>
        <pc:picChg chg="del">
          <ac:chgData name="Peethala Rajiv Roy (PED/Hosur/TVSMotor)" userId="e2d9917c-f3dd-4083-a688-e3a90de602c2" providerId="ADAL" clId="{7AECE3AF-5704-4967-BD45-876FBB82BAF3}" dt="2026-08-15T14:04:24.586" v="10291" actId="478"/>
          <ac:picMkLst>
            <pc:docMk/>
            <pc:sldMk cId="2999958921" sldId="400"/>
            <ac:picMk id="3" creationId="{D564CE56-A798-467E-4A9C-E8893335F0B2}"/>
          </ac:picMkLst>
        </pc:picChg>
        <pc:picChg chg="add del mod">
          <ac:chgData name="Peethala Rajiv Roy (PED/Hosur/TVSMotor)" userId="e2d9917c-f3dd-4083-a688-e3a90de602c2" providerId="ADAL" clId="{7AECE3AF-5704-4967-BD45-876FBB82BAF3}" dt="2026-08-15T14:03:25.098" v="10280" actId="478"/>
          <ac:picMkLst>
            <pc:docMk/>
            <pc:sldMk cId="2999958921" sldId="400"/>
            <ac:picMk id="6" creationId="{A274482B-6C6E-0813-ED28-411177A56B70}"/>
          </ac:picMkLst>
        </pc:picChg>
        <pc:picChg chg="add mod">
          <ac:chgData name="Peethala Rajiv Roy (PED/Hosur/TVSMotor)" userId="e2d9917c-f3dd-4083-a688-e3a90de602c2" providerId="ADAL" clId="{7AECE3AF-5704-4967-BD45-876FBB82BAF3}" dt="2026-08-15T14:03:19.745" v="10279" actId="208"/>
          <ac:picMkLst>
            <pc:docMk/>
            <pc:sldMk cId="2999958921" sldId="400"/>
            <ac:picMk id="10" creationId="{72BAB0F6-D061-699E-A5DF-71A104790828}"/>
          </ac:picMkLst>
        </pc:picChg>
        <pc:picChg chg="add mod">
          <ac:chgData name="Peethala Rajiv Roy (PED/Hosur/TVSMotor)" userId="e2d9917c-f3dd-4083-a688-e3a90de602c2" providerId="ADAL" clId="{7AECE3AF-5704-4967-BD45-876FBB82BAF3}" dt="2026-08-15T14:04:07.886" v="10287" actId="208"/>
          <ac:picMkLst>
            <pc:docMk/>
            <pc:sldMk cId="2999958921" sldId="400"/>
            <ac:picMk id="13" creationId="{49336E1E-BF00-C435-2FAD-1A972F5E8CA6}"/>
          </ac:picMkLst>
        </pc:picChg>
        <pc:picChg chg="add del mod">
          <ac:chgData name="Peethala Rajiv Roy (PED/Hosur/TVSMotor)" userId="e2d9917c-f3dd-4083-a688-e3a90de602c2" providerId="ADAL" clId="{7AECE3AF-5704-4967-BD45-876FBB82BAF3}" dt="2026-08-15T14:02:35.997" v="10273" actId="478"/>
          <ac:picMkLst>
            <pc:docMk/>
            <pc:sldMk cId="2999958921" sldId="400"/>
            <ac:picMk id="14" creationId="{DFCB2411-B1B8-0CE0-8E63-6FC5750F328C}"/>
          </ac:picMkLst>
        </pc:picChg>
        <pc:picChg chg="add del mod">
          <ac:chgData name="Peethala Rajiv Roy (PED/Hosur/TVSMotor)" userId="e2d9917c-f3dd-4083-a688-e3a90de602c2" providerId="ADAL" clId="{7AECE3AF-5704-4967-BD45-876FBB82BAF3}" dt="2026-08-15T14:04:23.733" v="10290" actId="478"/>
          <ac:picMkLst>
            <pc:docMk/>
            <pc:sldMk cId="2999958921" sldId="400"/>
            <ac:picMk id="16" creationId="{B8659695-84E6-7B89-A233-FE1F8D912178}"/>
          </ac:picMkLst>
        </pc:picChg>
        <pc:picChg chg="add mod">
          <ac:chgData name="Peethala Rajiv Roy (PED/Hosur/TVSMotor)" userId="e2d9917c-f3dd-4083-a688-e3a90de602c2" providerId="ADAL" clId="{7AECE3AF-5704-4967-BD45-876FBB82BAF3}" dt="2026-08-15T14:05:05.995" v="10294" actId="208"/>
          <ac:picMkLst>
            <pc:docMk/>
            <pc:sldMk cId="2999958921" sldId="400"/>
            <ac:picMk id="17" creationId="{23C9C40D-13CE-FC54-1CB8-9974336BF596}"/>
          </ac:picMkLst>
        </pc:picChg>
        <pc:cxnChg chg="mod">
          <ac:chgData name="Peethala Rajiv Roy (PED/Hosur/TVSMotor)" userId="e2d9917c-f3dd-4083-a688-e3a90de602c2" providerId="ADAL" clId="{7AECE3AF-5704-4967-BD45-876FBB82BAF3}" dt="2026-08-15T14:04:14.805" v="10288" actId="1076"/>
          <ac:cxnSpMkLst>
            <pc:docMk/>
            <pc:sldMk cId="2999958921" sldId="400"/>
            <ac:cxnSpMk id="18" creationId="{86712F86-9A31-17B4-1C58-BD7F9295CA27}"/>
          </ac:cxnSpMkLst>
        </pc:cxnChg>
        <pc:cxnChg chg="mod">
          <ac:chgData name="Peethala Rajiv Roy (PED/Hosur/TVSMotor)" userId="e2d9917c-f3dd-4083-a688-e3a90de602c2" providerId="ADAL" clId="{7AECE3AF-5704-4967-BD45-876FBB82BAF3}" dt="2026-08-15T14:04:20.905" v="10289" actId="1076"/>
          <ac:cxnSpMkLst>
            <pc:docMk/>
            <pc:sldMk cId="2999958921" sldId="400"/>
            <ac:cxnSpMk id="20" creationId="{3F7FFD92-13FA-0D72-7B76-3604663FC11B}"/>
          </ac:cxnSpMkLst>
        </pc:cxnChg>
      </pc:sldChg>
      <pc:sldChg chg="addSp delSp modSp add mod">
        <pc:chgData name="Peethala Rajiv Roy (PED/Hosur/TVSMotor)" userId="e2d9917c-f3dd-4083-a688-e3a90de602c2" providerId="ADAL" clId="{7AECE3AF-5704-4967-BD45-876FBB82BAF3}" dt="2026-08-15T14:07:14.186" v="10310" actId="1076"/>
        <pc:sldMkLst>
          <pc:docMk/>
          <pc:sldMk cId="3009625127" sldId="401"/>
        </pc:sldMkLst>
        <pc:spChg chg="mod">
          <ac:chgData name="Peethala Rajiv Roy (PED/Hosur/TVSMotor)" userId="e2d9917c-f3dd-4083-a688-e3a90de602c2" providerId="ADAL" clId="{7AECE3AF-5704-4967-BD45-876FBB82BAF3}" dt="2026-08-15T14:07:08.007" v="10309" actId="1076"/>
          <ac:spMkLst>
            <pc:docMk/>
            <pc:sldMk cId="3009625127" sldId="401"/>
            <ac:spMk id="19" creationId="{39F9E31E-38B8-8F60-5E74-423850260488}"/>
          </ac:spMkLst>
        </pc:spChg>
        <pc:spChg chg="mod">
          <ac:chgData name="Peethala Rajiv Roy (PED/Hosur/TVSMotor)" userId="e2d9917c-f3dd-4083-a688-e3a90de602c2" providerId="ADAL" clId="{7AECE3AF-5704-4967-BD45-876FBB82BAF3}" dt="2026-08-15T14:07:14.186" v="10310" actId="1076"/>
          <ac:spMkLst>
            <pc:docMk/>
            <pc:sldMk cId="3009625127" sldId="401"/>
            <ac:spMk id="21" creationId="{7D869F3A-FF44-4699-4D0C-22DF32A7C711}"/>
          </ac:spMkLst>
        </pc:spChg>
        <pc:spChg chg="mod">
          <ac:chgData name="Peethala Rajiv Roy (PED/Hosur/TVSMotor)" userId="e2d9917c-f3dd-4083-a688-e3a90de602c2" providerId="ADAL" clId="{7AECE3AF-5704-4967-BD45-876FBB82BAF3}" dt="2026-07-28T11:39:50.762" v="3884" actId="20577"/>
          <ac:spMkLst>
            <pc:docMk/>
            <pc:sldMk cId="3009625127" sldId="401"/>
            <ac:spMk id="22" creationId="{544913F7-93C7-F848-3B6D-77B8C79918F9}"/>
          </ac:spMkLst>
        </pc:spChg>
        <pc:picChg chg="add mod">
          <ac:chgData name="Peethala Rajiv Roy (PED/Hosur/TVSMotor)" userId="e2d9917c-f3dd-4083-a688-e3a90de602c2" providerId="ADAL" clId="{7AECE3AF-5704-4967-BD45-876FBB82BAF3}" dt="2026-08-15T14:06:06.916" v="10300" actId="1076"/>
          <ac:picMkLst>
            <pc:docMk/>
            <pc:sldMk cId="3009625127" sldId="401"/>
            <ac:picMk id="3" creationId="{A28B46BA-1429-4212-AEDE-1B32635E689F}"/>
          </ac:picMkLst>
        </pc:picChg>
        <pc:picChg chg="add del mod">
          <ac:chgData name="Peethala Rajiv Roy (PED/Hosur/TVSMotor)" userId="e2d9917c-f3dd-4083-a688-e3a90de602c2" providerId="ADAL" clId="{7AECE3AF-5704-4967-BD45-876FBB82BAF3}" dt="2026-08-15T14:06:10.275" v="10301" actId="478"/>
          <ac:picMkLst>
            <pc:docMk/>
            <pc:sldMk cId="3009625127" sldId="401"/>
            <ac:picMk id="7" creationId="{7B0BCFD2-93E3-9E86-588D-098B659FB443}"/>
          </ac:picMkLst>
        </pc:picChg>
        <pc:picChg chg="add mod">
          <ac:chgData name="Peethala Rajiv Roy (PED/Hosur/TVSMotor)" userId="e2d9917c-f3dd-4083-a688-e3a90de602c2" providerId="ADAL" clId="{7AECE3AF-5704-4967-BD45-876FBB82BAF3}" dt="2026-08-15T14:06:58.737" v="10308" actId="208"/>
          <ac:picMkLst>
            <pc:docMk/>
            <pc:sldMk cId="3009625127" sldId="401"/>
            <ac:picMk id="8" creationId="{A09FA453-805E-342E-43B3-C9538D692485}"/>
          </ac:picMkLst>
        </pc:picChg>
        <pc:picChg chg="add del mod">
          <ac:chgData name="Peethala Rajiv Roy (PED/Hosur/TVSMotor)" userId="e2d9917c-f3dd-4083-a688-e3a90de602c2" providerId="ADAL" clId="{7AECE3AF-5704-4967-BD45-876FBB82BAF3}" dt="2026-08-15T14:05:30.797" v="10295" actId="478"/>
          <ac:picMkLst>
            <pc:docMk/>
            <pc:sldMk cId="3009625127" sldId="401"/>
            <ac:picMk id="12" creationId="{259F231F-3A1B-CC9E-B3DA-DB6C941CA90E}"/>
          </ac:picMkLst>
        </pc:picChg>
        <pc:cxnChg chg="mod">
          <ac:chgData name="Peethala Rajiv Roy (PED/Hosur/TVSMotor)" userId="e2d9917c-f3dd-4083-a688-e3a90de602c2" providerId="ADAL" clId="{7AECE3AF-5704-4967-BD45-876FBB82BAF3}" dt="2026-08-15T14:07:08.007" v="10309" actId="1076"/>
          <ac:cxnSpMkLst>
            <pc:docMk/>
            <pc:sldMk cId="3009625127" sldId="401"/>
            <ac:cxnSpMk id="18" creationId="{EEDDDBFF-78F9-1286-B445-E852BACFEED2}"/>
          </ac:cxnSpMkLst>
        </pc:cxnChg>
        <pc:cxnChg chg="mod">
          <ac:chgData name="Peethala Rajiv Roy (PED/Hosur/TVSMotor)" userId="e2d9917c-f3dd-4083-a688-e3a90de602c2" providerId="ADAL" clId="{7AECE3AF-5704-4967-BD45-876FBB82BAF3}" dt="2026-08-15T14:07:14.186" v="10310" actId="1076"/>
          <ac:cxnSpMkLst>
            <pc:docMk/>
            <pc:sldMk cId="3009625127" sldId="401"/>
            <ac:cxnSpMk id="20" creationId="{9EC361F1-526A-DC66-2BA3-B56FD52D0690}"/>
          </ac:cxnSpMkLst>
        </pc:cxnChg>
      </pc:sldChg>
      <pc:sldChg chg="addSp delSp modSp add mod">
        <pc:chgData name="Peethala Rajiv Roy (PED/Hosur/TVSMotor)" userId="e2d9917c-f3dd-4083-a688-e3a90de602c2" providerId="ADAL" clId="{7AECE3AF-5704-4967-BD45-876FBB82BAF3}" dt="2026-08-15T14:12:40.707" v="10343" actId="1076"/>
        <pc:sldMkLst>
          <pc:docMk/>
          <pc:sldMk cId="3454387558" sldId="402"/>
        </pc:sldMkLst>
        <pc:spChg chg="add mod">
          <ac:chgData name="Peethala Rajiv Roy (PED/Hosur/TVSMotor)" userId="e2d9917c-f3dd-4083-a688-e3a90de602c2" providerId="ADAL" clId="{7AECE3AF-5704-4967-BD45-876FBB82BAF3}" dt="2026-08-15T14:12:15.627" v="10339" actId="1076"/>
          <ac:spMkLst>
            <pc:docMk/>
            <pc:sldMk cId="3454387558" sldId="402"/>
            <ac:spMk id="10" creationId="{AB1465D6-562A-C82C-ED7A-E5B92FFC6977}"/>
          </ac:spMkLst>
        </pc:spChg>
        <pc:spChg chg="mod">
          <ac:chgData name="Peethala Rajiv Roy (PED/Hosur/TVSMotor)" userId="e2d9917c-f3dd-4083-a688-e3a90de602c2" providerId="ADAL" clId="{7AECE3AF-5704-4967-BD45-876FBB82BAF3}" dt="2026-08-15T14:12:40.707" v="10343" actId="1076"/>
          <ac:spMkLst>
            <pc:docMk/>
            <pc:sldMk cId="3454387558" sldId="402"/>
            <ac:spMk id="19" creationId="{30E021F1-1018-A68A-2D07-86DB6B2DAAF5}"/>
          </ac:spMkLst>
        </pc:spChg>
        <pc:spChg chg="mod">
          <ac:chgData name="Peethala Rajiv Roy (PED/Hosur/TVSMotor)" userId="e2d9917c-f3dd-4083-a688-e3a90de602c2" providerId="ADAL" clId="{7AECE3AF-5704-4967-BD45-876FBB82BAF3}" dt="2026-08-15T14:12:40.707" v="10343" actId="1076"/>
          <ac:spMkLst>
            <pc:docMk/>
            <pc:sldMk cId="3454387558" sldId="402"/>
            <ac:spMk id="21" creationId="{F15787A7-5D92-72EA-5F6A-A634EDF31051}"/>
          </ac:spMkLst>
        </pc:spChg>
        <pc:spChg chg="mod">
          <ac:chgData name="Peethala Rajiv Roy (PED/Hosur/TVSMotor)" userId="e2d9917c-f3dd-4083-a688-e3a90de602c2" providerId="ADAL" clId="{7AECE3AF-5704-4967-BD45-876FBB82BAF3}" dt="2026-08-15T14:11:10.583" v="10334" actId="20577"/>
          <ac:spMkLst>
            <pc:docMk/>
            <pc:sldMk cId="3454387558" sldId="402"/>
            <ac:spMk id="22" creationId="{B3F72BEC-D8D9-DCD9-74D5-318A9F6E75B2}"/>
          </ac:spMkLst>
        </pc:spChg>
        <pc:spChg chg="mod">
          <ac:chgData name="Peethala Rajiv Roy (PED/Hosur/TVSMotor)" userId="e2d9917c-f3dd-4083-a688-e3a90de602c2" providerId="ADAL" clId="{7AECE3AF-5704-4967-BD45-876FBB82BAF3}" dt="2026-08-15T14:12:40.707" v="10343" actId="1076"/>
          <ac:spMkLst>
            <pc:docMk/>
            <pc:sldMk cId="3454387558" sldId="402"/>
            <ac:spMk id="24" creationId="{10E04FD0-DFDB-E5FB-BD9E-651F7DEC834E}"/>
          </ac:spMkLst>
        </pc:spChg>
        <pc:picChg chg="add del mod">
          <ac:chgData name="Peethala Rajiv Roy (PED/Hosur/TVSMotor)" userId="e2d9917c-f3dd-4083-a688-e3a90de602c2" providerId="ADAL" clId="{7AECE3AF-5704-4967-BD45-876FBB82BAF3}" dt="2026-08-15T14:09:24.891" v="10313" actId="478"/>
          <ac:picMkLst>
            <pc:docMk/>
            <pc:sldMk cId="3454387558" sldId="402"/>
            <ac:picMk id="3" creationId="{115E5CFD-92CE-56BB-F49B-D89EC31565F0}"/>
          </ac:picMkLst>
        </pc:picChg>
        <pc:picChg chg="add mod">
          <ac:chgData name="Peethala Rajiv Roy (PED/Hosur/TVSMotor)" userId="e2d9917c-f3dd-4083-a688-e3a90de602c2" providerId="ADAL" clId="{7AECE3AF-5704-4967-BD45-876FBB82BAF3}" dt="2026-08-15T14:09:39.709" v="10318" actId="1076"/>
          <ac:picMkLst>
            <pc:docMk/>
            <pc:sldMk cId="3454387558" sldId="402"/>
            <ac:picMk id="6" creationId="{BEEE301C-8D0F-3768-3B71-67F1E62F33D5}"/>
          </ac:picMkLst>
        </pc:picChg>
        <pc:picChg chg="add del mod">
          <ac:chgData name="Peethala Rajiv Roy (PED/Hosur/TVSMotor)" userId="e2d9917c-f3dd-4083-a688-e3a90de602c2" providerId="ADAL" clId="{7AECE3AF-5704-4967-BD45-876FBB82BAF3}" dt="2026-08-15T14:09:50.115" v="10320" actId="478"/>
          <ac:picMkLst>
            <pc:docMk/>
            <pc:sldMk cId="3454387558" sldId="402"/>
            <ac:picMk id="8" creationId="{8C2340AC-9EE2-6BCC-E742-4DAAF466D41C}"/>
          </ac:picMkLst>
        </pc:picChg>
        <pc:picChg chg="add mod">
          <ac:chgData name="Peethala Rajiv Roy (PED/Hosur/TVSMotor)" userId="e2d9917c-f3dd-4083-a688-e3a90de602c2" providerId="ADAL" clId="{7AECE3AF-5704-4967-BD45-876FBB82BAF3}" dt="2026-08-15T14:12:40.707" v="10343" actId="1076"/>
          <ac:picMkLst>
            <pc:docMk/>
            <pc:sldMk cId="3454387558" sldId="402"/>
            <ac:picMk id="9" creationId="{156B2976-3330-6B94-A2E8-72A2D717AF50}"/>
          </ac:picMkLst>
        </pc:picChg>
        <pc:picChg chg="add mod">
          <ac:chgData name="Peethala Rajiv Roy (PED/Hosur/TVSMotor)" userId="e2d9917c-f3dd-4083-a688-e3a90de602c2" providerId="ADAL" clId="{7AECE3AF-5704-4967-BD45-876FBB82BAF3}" dt="2026-08-15T14:12:29.817" v="10342" actId="14100"/>
          <ac:picMkLst>
            <pc:docMk/>
            <pc:sldMk cId="3454387558" sldId="402"/>
            <ac:picMk id="12" creationId="{898D0ED6-38A9-E103-32A2-03BAF8CE4124}"/>
          </ac:picMkLst>
        </pc:picChg>
        <pc:picChg chg="add del mod">
          <ac:chgData name="Peethala Rajiv Roy (PED/Hosur/TVSMotor)" userId="e2d9917c-f3dd-4083-a688-e3a90de602c2" providerId="ADAL" clId="{7AECE3AF-5704-4967-BD45-876FBB82BAF3}" dt="2026-08-15T14:11:18.598" v="10336" actId="478"/>
          <ac:picMkLst>
            <pc:docMk/>
            <pc:sldMk cId="3454387558" sldId="402"/>
            <ac:picMk id="13" creationId="{7B4736EB-E3D8-CBCB-D964-6BBAF81AF23F}"/>
          </ac:picMkLst>
        </pc:picChg>
        <pc:picChg chg="add del mod">
          <ac:chgData name="Peethala Rajiv Roy (PED/Hosur/TVSMotor)" userId="e2d9917c-f3dd-4083-a688-e3a90de602c2" providerId="ADAL" clId="{7AECE3AF-5704-4967-BD45-876FBB82BAF3}" dt="2026-08-15T14:11:17.878" v="10335" actId="478"/>
          <ac:picMkLst>
            <pc:docMk/>
            <pc:sldMk cId="3454387558" sldId="402"/>
            <ac:picMk id="15" creationId="{50967169-3D5E-564C-A84B-5540F4F94B5F}"/>
          </ac:picMkLst>
        </pc:picChg>
        <pc:cxnChg chg="mod">
          <ac:chgData name="Peethala Rajiv Roy (PED/Hosur/TVSMotor)" userId="e2d9917c-f3dd-4083-a688-e3a90de602c2" providerId="ADAL" clId="{7AECE3AF-5704-4967-BD45-876FBB82BAF3}" dt="2026-08-15T14:12:40.707" v="10343" actId="1076"/>
          <ac:cxnSpMkLst>
            <pc:docMk/>
            <pc:sldMk cId="3454387558" sldId="402"/>
            <ac:cxnSpMk id="18" creationId="{004C85D0-2731-AF07-28B0-8F175C29E59B}"/>
          </ac:cxnSpMkLst>
        </pc:cxnChg>
        <pc:cxnChg chg="mod">
          <ac:chgData name="Peethala Rajiv Roy (PED/Hosur/TVSMotor)" userId="e2d9917c-f3dd-4083-a688-e3a90de602c2" providerId="ADAL" clId="{7AECE3AF-5704-4967-BD45-876FBB82BAF3}" dt="2026-08-15T14:12:40.707" v="10343" actId="1076"/>
          <ac:cxnSpMkLst>
            <pc:docMk/>
            <pc:sldMk cId="3454387558" sldId="402"/>
            <ac:cxnSpMk id="20" creationId="{CB58A2FD-5D0A-A79F-A9C0-45424F15AEB1}"/>
          </ac:cxnSpMkLst>
        </pc:cxnChg>
      </pc:sldChg>
      <pc:sldChg chg="addSp delSp modSp add mod">
        <pc:chgData name="Peethala Rajiv Roy (PED/Hosur/TVSMotor)" userId="e2d9917c-f3dd-4083-a688-e3a90de602c2" providerId="ADAL" clId="{7AECE3AF-5704-4967-BD45-876FBB82BAF3}" dt="2026-08-15T13:35:10.605" v="10048" actId="1076"/>
        <pc:sldMkLst>
          <pc:docMk/>
          <pc:sldMk cId="3564545274" sldId="403"/>
        </pc:sldMkLst>
        <pc:spChg chg="del">
          <ac:chgData name="Peethala Rajiv Roy (PED/Hosur/TVSMotor)" userId="e2d9917c-f3dd-4083-a688-e3a90de602c2" providerId="ADAL" clId="{7AECE3AF-5704-4967-BD45-876FBB82BAF3}" dt="2026-08-15T09:41:23.600" v="7649" actId="478"/>
          <ac:spMkLst>
            <pc:docMk/>
            <pc:sldMk cId="3564545274" sldId="403"/>
            <ac:spMk id="10" creationId="{E30D1348-D974-75F7-874D-89348C5164B3}"/>
          </ac:spMkLst>
        </pc:spChg>
        <pc:spChg chg="mod">
          <ac:chgData name="Peethala Rajiv Roy (PED/Hosur/TVSMotor)" userId="e2d9917c-f3dd-4083-a688-e3a90de602c2" providerId="ADAL" clId="{7AECE3AF-5704-4967-BD45-876FBB82BAF3}" dt="2026-08-15T13:35:06.074" v="10047" actId="1076"/>
          <ac:spMkLst>
            <pc:docMk/>
            <pc:sldMk cId="3564545274" sldId="403"/>
            <ac:spMk id="19" creationId="{C397A43C-8C52-A979-5F14-6C5FCA270B72}"/>
          </ac:spMkLst>
        </pc:spChg>
        <pc:spChg chg="mod">
          <ac:chgData name="Peethala Rajiv Roy (PED/Hosur/TVSMotor)" userId="e2d9917c-f3dd-4083-a688-e3a90de602c2" providerId="ADAL" clId="{7AECE3AF-5704-4967-BD45-876FBB82BAF3}" dt="2026-08-15T13:35:10.605" v="10048" actId="1076"/>
          <ac:spMkLst>
            <pc:docMk/>
            <pc:sldMk cId="3564545274" sldId="403"/>
            <ac:spMk id="21" creationId="{C027F95D-552C-BC44-C17E-DA3C7F974944}"/>
          </ac:spMkLst>
        </pc:spChg>
        <pc:spChg chg="mod">
          <ac:chgData name="Peethala Rajiv Roy (PED/Hosur/TVSMotor)" userId="e2d9917c-f3dd-4083-a688-e3a90de602c2" providerId="ADAL" clId="{7AECE3AF-5704-4967-BD45-876FBB82BAF3}" dt="2026-07-28T11:54:05.369" v="4092" actId="20577"/>
          <ac:spMkLst>
            <pc:docMk/>
            <pc:sldMk cId="3564545274" sldId="403"/>
            <ac:spMk id="22" creationId="{86D4CC1D-FAB2-4517-016E-B35153674D20}"/>
          </ac:spMkLst>
        </pc:spChg>
        <pc:picChg chg="add mod">
          <ac:chgData name="Peethala Rajiv Roy (PED/Hosur/TVSMotor)" userId="e2d9917c-f3dd-4083-a688-e3a90de602c2" providerId="ADAL" clId="{7AECE3AF-5704-4967-BD45-876FBB82BAF3}" dt="2026-08-15T13:33:57.304" v="10034" actId="1076"/>
          <ac:picMkLst>
            <pc:docMk/>
            <pc:sldMk cId="3564545274" sldId="403"/>
            <ac:picMk id="3" creationId="{E9E1112B-1DB6-7CFF-5077-7E9DEF5357F6}"/>
          </ac:picMkLst>
        </pc:picChg>
        <pc:picChg chg="add del mod">
          <ac:chgData name="Peethala Rajiv Roy (PED/Hosur/TVSMotor)" userId="e2d9917c-f3dd-4083-a688-e3a90de602c2" providerId="ADAL" clId="{7AECE3AF-5704-4967-BD45-876FBB82BAF3}" dt="2026-08-15T13:33:38.450" v="10028" actId="478"/>
          <ac:picMkLst>
            <pc:docMk/>
            <pc:sldMk cId="3564545274" sldId="403"/>
            <ac:picMk id="6" creationId="{054A1CA6-9EF3-7AF3-BEF3-A9D378F45B2A}"/>
          </ac:picMkLst>
        </pc:picChg>
        <pc:picChg chg="add mod">
          <ac:chgData name="Peethala Rajiv Roy (PED/Hosur/TVSMotor)" userId="e2d9917c-f3dd-4083-a688-e3a90de602c2" providerId="ADAL" clId="{7AECE3AF-5704-4967-BD45-876FBB82BAF3}" dt="2026-08-15T13:34:37.645" v="10042" actId="208"/>
          <ac:picMkLst>
            <pc:docMk/>
            <pc:sldMk cId="3564545274" sldId="403"/>
            <ac:picMk id="8" creationId="{1C8CA4B1-00CA-CF26-D906-DCA53D26FCB1}"/>
          </ac:picMkLst>
        </pc:picChg>
        <pc:picChg chg="add del mod">
          <ac:chgData name="Peethala Rajiv Roy (PED/Hosur/TVSMotor)" userId="e2d9917c-f3dd-4083-a688-e3a90de602c2" providerId="ADAL" clId="{7AECE3AF-5704-4967-BD45-876FBB82BAF3}" dt="2026-08-15T13:33:59.609" v="10035" actId="478"/>
          <ac:picMkLst>
            <pc:docMk/>
            <pc:sldMk cId="3564545274" sldId="403"/>
            <ac:picMk id="9" creationId="{0082C9D8-F0BE-30D9-41D5-19A0417106BF}"/>
          </ac:picMkLst>
        </pc:picChg>
        <pc:cxnChg chg="mod">
          <ac:chgData name="Peethala Rajiv Roy (PED/Hosur/TVSMotor)" userId="e2d9917c-f3dd-4083-a688-e3a90de602c2" providerId="ADAL" clId="{7AECE3AF-5704-4967-BD45-876FBB82BAF3}" dt="2026-08-15T13:34:50.983" v="10045" actId="1076"/>
          <ac:cxnSpMkLst>
            <pc:docMk/>
            <pc:sldMk cId="3564545274" sldId="403"/>
            <ac:cxnSpMk id="18" creationId="{C9E5466C-CA2D-1079-B1DE-07A106D16DB9}"/>
          </ac:cxnSpMkLst>
        </pc:cxnChg>
        <pc:cxnChg chg="mod">
          <ac:chgData name="Peethala Rajiv Roy (PED/Hosur/TVSMotor)" userId="e2d9917c-f3dd-4083-a688-e3a90de602c2" providerId="ADAL" clId="{7AECE3AF-5704-4967-BD45-876FBB82BAF3}" dt="2026-08-15T13:35:00.264" v="10046" actId="1076"/>
          <ac:cxnSpMkLst>
            <pc:docMk/>
            <pc:sldMk cId="3564545274" sldId="403"/>
            <ac:cxnSpMk id="20" creationId="{7633F49E-1A76-2B3A-BB7E-AA9D56A2EE8B}"/>
          </ac:cxnSpMkLst>
        </pc:cxnChg>
      </pc:sldChg>
      <pc:sldChg chg="addSp delSp modSp add mod">
        <pc:chgData name="Peethala Rajiv Roy (PED/Hosur/TVSMotor)" userId="e2d9917c-f3dd-4083-a688-e3a90de602c2" providerId="ADAL" clId="{7AECE3AF-5704-4967-BD45-876FBB82BAF3}" dt="2026-08-15T14:15:26.558" v="10360" actId="1076"/>
        <pc:sldMkLst>
          <pc:docMk/>
          <pc:sldMk cId="1786148353" sldId="404"/>
        </pc:sldMkLst>
        <pc:spChg chg="del mod">
          <ac:chgData name="Peethala Rajiv Roy (PED/Hosur/TVSMotor)" userId="e2d9917c-f3dd-4083-a688-e3a90de602c2" providerId="ADAL" clId="{7AECE3AF-5704-4967-BD45-876FBB82BAF3}" dt="2026-08-15T09:41:30.950" v="7650" actId="478"/>
          <ac:spMkLst>
            <pc:docMk/>
            <pc:sldMk cId="1786148353" sldId="404"/>
            <ac:spMk id="10" creationId="{433CFB48-15D0-D1B5-06A7-B560F3F54469}"/>
          </ac:spMkLst>
        </pc:spChg>
        <pc:spChg chg="mod">
          <ac:chgData name="Peethala Rajiv Roy (PED/Hosur/TVSMotor)" userId="e2d9917c-f3dd-4083-a688-e3a90de602c2" providerId="ADAL" clId="{7AECE3AF-5704-4967-BD45-876FBB82BAF3}" dt="2026-08-15T14:15:21.299" v="10359" actId="1076"/>
          <ac:spMkLst>
            <pc:docMk/>
            <pc:sldMk cId="1786148353" sldId="404"/>
            <ac:spMk id="19" creationId="{E1C3916F-90ED-5D84-BB29-E32E00832712}"/>
          </ac:spMkLst>
        </pc:spChg>
        <pc:spChg chg="mod">
          <ac:chgData name="Peethala Rajiv Roy (PED/Hosur/TVSMotor)" userId="e2d9917c-f3dd-4083-a688-e3a90de602c2" providerId="ADAL" clId="{7AECE3AF-5704-4967-BD45-876FBB82BAF3}" dt="2026-08-15T14:15:26.558" v="10360" actId="1076"/>
          <ac:spMkLst>
            <pc:docMk/>
            <pc:sldMk cId="1786148353" sldId="404"/>
            <ac:spMk id="21" creationId="{9B565281-540D-4265-203D-CBFE5ED12DE7}"/>
          </ac:spMkLst>
        </pc:spChg>
        <pc:spChg chg="mod">
          <ac:chgData name="Peethala Rajiv Roy (PED/Hosur/TVSMotor)" userId="e2d9917c-f3dd-4083-a688-e3a90de602c2" providerId="ADAL" clId="{7AECE3AF-5704-4967-BD45-876FBB82BAF3}" dt="2026-07-28T12:01:02.223" v="4168" actId="20577"/>
          <ac:spMkLst>
            <pc:docMk/>
            <pc:sldMk cId="1786148353" sldId="404"/>
            <ac:spMk id="22" creationId="{ECD3037B-A5E0-6D4F-6E69-44534B707D2A}"/>
          </ac:spMkLst>
        </pc:spChg>
        <pc:spChg chg="mod">
          <ac:chgData name="Peethala Rajiv Roy (PED/Hosur/TVSMotor)" userId="e2d9917c-f3dd-4083-a688-e3a90de602c2" providerId="ADAL" clId="{7AECE3AF-5704-4967-BD45-876FBB82BAF3}" dt="2026-07-28T12:01:21.156" v="4175" actId="1036"/>
          <ac:spMkLst>
            <pc:docMk/>
            <pc:sldMk cId="1786148353" sldId="404"/>
            <ac:spMk id="24" creationId="{F56BCBD8-67A5-CEF0-5D41-AF5699AD5A05}"/>
          </ac:spMkLst>
        </pc:spChg>
        <pc:picChg chg="add del mod">
          <ac:chgData name="Peethala Rajiv Roy (PED/Hosur/TVSMotor)" userId="e2d9917c-f3dd-4083-a688-e3a90de602c2" providerId="ADAL" clId="{7AECE3AF-5704-4967-BD45-876FBB82BAF3}" dt="2026-08-15T14:14:29.127" v="10350" actId="478"/>
          <ac:picMkLst>
            <pc:docMk/>
            <pc:sldMk cId="1786148353" sldId="404"/>
            <ac:picMk id="3" creationId="{D0FCE9B4-D775-6684-DEC9-1AF9495347A7}"/>
          </ac:picMkLst>
        </pc:picChg>
        <pc:picChg chg="add mod">
          <ac:chgData name="Peethala Rajiv Roy (PED/Hosur/TVSMotor)" userId="e2d9917c-f3dd-4083-a688-e3a90de602c2" providerId="ADAL" clId="{7AECE3AF-5704-4967-BD45-876FBB82BAF3}" dt="2026-08-15T14:14:24.848" v="10349" actId="208"/>
          <ac:picMkLst>
            <pc:docMk/>
            <pc:sldMk cId="1786148353" sldId="404"/>
            <ac:picMk id="6" creationId="{6BCF9FD6-6C2A-F956-EF26-E2B64D16A256}"/>
          </ac:picMkLst>
        </pc:picChg>
        <pc:picChg chg="add del mod">
          <ac:chgData name="Peethala Rajiv Roy (PED/Hosur/TVSMotor)" userId="e2d9917c-f3dd-4083-a688-e3a90de602c2" providerId="ADAL" clId="{7AECE3AF-5704-4967-BD45-876FBB82BAF3}" dt="2026-08-15T14:13:09.176" v="10344" actId="478"/>
          <ac:picMkLst>
            <pc:docMk/>
            <pc:sldMk cId="1786148353" sldId="404"/>
            <ac:picMk id="8" creationId="{AB406624-0806-C9AB-BC1E-5DCF1C934D87}"/>
          </ac:picMkLst>
        </pc:picChg>
        <pc:picChg chg="add mod">
          <ac:chgData name="Peethala Rajiv Roy (PED/Hosur/TVSMotor)" userId="e2d9917c-f3dd-4083-a688-e3a90de602c2" providerId="ADAL" clId="{7AECE3AF-5704-4967-BD45-876FBB82BAF3}" dt="2026-08-15T14:15:13.817" v="10358" actId="1076"/>
          <ac:picMkLst>
            <pc:docMk/>
            <pc:sldMk cId="1786148353" sldId="404"/>
            <ac:picMk id="9" creationId="{415612EA-4E5F-F311-C44C-F171050080A6}"/>
          </ac:picMkLst>
        </pc:picChg>
        <pc:cxnChg chg="mod">
          <ac:chgData name="Peethala Rajiv Roy (PED/Hosur/TVSMotor)" userId="e2d9917c-f3dd-4083-a688-e3a90de602c2" providerId="ADAL" clId="{7AECE3AF-5704-4967-BD45-876FBB82BAF3}" dt="2026-08-15T14:15:21.299" v="10359" actId="1076"/>
          <ac:cxnSpMkLst>
            <pc:docMk/>
            <pc:sldMk cId="1786148353" sldId="404"/>
            <ac:cxnSpMk id="18" creationId="{1A58D521-A3FC-D550-3347-7132D78B9DDE}"/>
          </ac:cxnSpMkLst>
        </pc:cxnChg>
        <pc:cxnChg chg="mod">
          <ac:chgData name="Peethala Rajiv Roy (PED/Hosur/TVSMotor)" userId="e2d9917c-f3dd-4083-a688-e3a90de602c2" providerId="ADAL" clId="{7AECE3AF-5704-4967-BD45-876FBB82BAF3}" dt="2026-08-15T14:15:26.558" v="10360" actId="1076"/>
          <ac:cxnSpMkLst>
            <pc:docMk/>
            <pc:sldMk cId="1786148353" sldId="404"/>
            <ac:cxnSpMk id="20" creationId="{087DECB1-188D-3C70-24EB-0D070F0C2D08}"/>
          </ac:cxnSpMkLst>
        </pc:cxnChg>
      </pc:sldChg>
      <pc:sldChg chg="addSp delSp modSp add mod">
        <pc:chgData name="Peethala Rajiv Roy (PED/Hosur/TVSMotor)" userId="e2d9917c-f3dd-4083-a688-e3a90de602c2" providerId="ADAL" clId="{7AECE3AF-5704-4967-BD45-876FBB82BAF3}" dt="2026-08-15T14:18:10.981" v="10379" actId="208"/>
        <pc:sldMkLst>
          <pc:docMk/>
          <pc:sldMk cId="343137628" sldId="405"/>
        </pc:sldMkLst>
        <pc:spChg chg="mod">
          <ac:chgData name="Peethala Rajiv Roy (PED/Hosur/TVSMotor)" userId="e2d9917c-f3dd-4083-a688-e3a90de602c2" providerId="ADAL" clId="{7AECE3AF-5704-4967-BD45-876FBB82BAF3}" dt="2026-08-15T14:17:24.550" v="10374" actId="1076"/>
          <ac:spMkLst>
            <pc:docMk/>
            <pc:sldMk cId="343137628" sldId="405"/>
            <ac:spMk id="19" creationId="{0108193C-EBB2-321B-8E64-D8613474BD3F}"/>
          </ac:spMkLst>
        </pc:spChg>
        <pc:spChg chg="mod">
          <ac:chgData name="Peethala Rajiv Roy (PED/Hosur/TVSMotor)" userId="e2d9917c-f3dd-4083-a688-e3a90de602c2" providerId="ADAL" clId="{7AECE3AF-5704-4967-BD45-876FBB82BAF3}" dt="2026-08-15T14:17:24.550" v="10374" actId="1076"/>
          <ac:spMkLst>
            <pc:docMk/>
            <pc:sldMk cId="343137628" sldId="405"/>
            <ac:spMk id="21" creationId="{31AEECD2-F08A-25F5-7778-5D01F3E23068}"/>
          </ac:spMkLst>
        </pc:spChg>
        <pc:spChg chg="mod">
          <ac:chgData name="Peethala Rajiv Roy (PED/Hosur/TVSMotor)" userId="e2d9917c-f3dd-4083-a688-e3a90de602c2" providerId="ADAL" clId="{7AECE3AF-5704-4967-BD45-876FBB82BAF3}" dt="2026-07-28T12:04:34.726" v="4240" actId="20577"/>
          <ac:spMkLst>
            <pc:docMk/>
            <pc:sldMk cId="343137628" sldId="405"/>
            <ac:spMk id="22" creationId="{BD0D5796-30DF-B7F3-590F-2F4D233FDC43}"/>
          </ac:spMkLst>
        </pc:spChg>
        <pc:picChg chg="add mod">
          <ac:chgData name="Peethala Rajiv Roy (PED/Hosur/TVSMotor)" userId="e2d9917c-f3dd-4083-a688-e3a90de602c2" providerId="ADAL" clId="{7AECE3AF-5704-4967-BD45-876FBB82BAF3}" dt="2026-08-15T14:16:15.310" v="10365" actId="208"/>
          <ac:picMkLst>
            <pc:docMk/>
            <pc:sldMk cId="343137628" sldId="405"/>
            <ac:picMk id="3" creationId="{3A14889E-EF0A-6E36-C764-08F6E96AE433}"/>
          </ac:picMkLst>
        </pc:picChg>
        <pc:picChg chg="add del mod">
          <ac:chgData name="Peethala Rajiv Roy (PED/Hosur/TVSMotor)" userId="e2d9917c-f3dd-4083-a688-e3a90de602c2" providerId="ADAL" clId="{7AECE3AF-5704-4967-BD45-876FBB82BAF3}" dt="2026-08-15T14:15:43.579" v="10361" actId="478"/>
          <ac:picMkLst>
            <pc:docMk/>
            <pc:sldMk cId="343137628" sldId="405"/>
            <ac:picMk id="6" creationId="{CD013991-3F2F-A9F7-4454-DBD9D6071735}"/>
          </ac:picMkLst>
        </pc:picChg>
        <pc:picChg chg="add mod">
          <ac:chgData name="Peethala Rajiv Roy (PED/Hosur/TVSMotor)" userId="e2d9917c-f3dd-4083-a688-e3a90de602c2" providerId="ADAL" clId="{7AECE3AF-5704-4967-BD45-876FBB82BAF3}" dt="2026-08-15T14:17:17.522" v="10373" actId="1076"/>
          <ac:picMkLst>
            <pc:docMk/>
            <pc:sldMk cId="343137628" sldId="405"/>
            <ac:picMk id="8" creationId="{A27121E0-A1A1-D5FD-D635-75ED7DE61FD5}"/>
          </ac:picMkLst>
        </pc:picChg>
        <pc:picChg chg="add del mod">
          <ac:chgData name="Peethala Rajiv Roy (PED/Hosur/TVSMotor)" userId="e2d9917c-f3dd-4083-a688-e3a90de602c2" providerId="ADAL" clId="{7AECE3AF-5704-4967-BD45-876FBB82BAF3}" dt="2026-08-15T14:16:27.944" v="10368" actId="478"/>
          <ac:picMkLst>
            <pc:docMk/>
            <pc:sldMk cId="343137628" sldId="405"/>
            <ac:picMk id="9" creationId="{47A983D1-52C0-C25F-0700-1A8890EC3D69}"/>
          </ac:picMkLst>
        </pc:picChg>
        <pc:picChg chg="add del mod">
          <ac:chgData name="Peethala Rajiv Roy (PED/Hosur/TVSMotor)" userId="e2d9917c-f3dd-4083-a688-e3a90de602c2" providerId="ADAL" clId="{7AECE3AF-5704-4967-BD45-876FBB82BAF3}" dt="2026-08-15T14:17:28.787" v="10375" actId="478"/>
          <ac:picMkLst>
            <pc:docMk/>
            <pc:sldMk cId="343137628" sldId="405"/>
            <ac:picMk id="12" creationId="{09DC049A-3B71-59D5-00D6-0E19F2868227}"/>
          </ac:picMkLst>
        </pc:picChg>
        <pc:picChg chg="add mod">
          <ac:chgData name="Peethala Rajiv Roy (PED/Hosur/TVSMotor)" userId="e2d9917c-f3dd-4083-a688-e3a90de602c2" providerId="ADAL" clId="{7AECE3AF-5704-4967-BD45-876FBB82BAF3}" dt="2026-08-15T14:18:10.981" v="10379" actId="208"/>
          <ac:picMkLst>
            <pc:docMk/>
            <pc:sldMk cId="343137628" sldId="405"/>
            <ac:picMk id="13" creationId="{C48A2C65-94E0-FD9D-C8F1-33C1C91BDFDC}"/>
          </ac:picMkLst>
        </pc:picChg>
        <pc:cxnChg chg="mod">
          <ac:chgData name="Peethala Rajiv Roy (PED/Hosur/TVSMotor)" userId="e2d9917c-f3dd-4083-a688-e3a90de602c2" providerId="ADAL" clId="{7AECE3AF-5704-4967-BD45-876FBB82BAF3}" dt="2026-08-15T14:17:24.550" v="10374" actId="1076"/>
          <ac:cxnSpMkLst>
            <pc:docMk/>
            <pc:sldMk cId="343137628" sldId="405"/>
            <ac:cxnSpMk id="18" creationId="{27FE1006-0FD5-338E-5804-40A0107DAFF5}"/>
          </ac:cxnSpMkLst>
        </pc:cxnChg>
        <pc:cxnChg chg="mod">
          <ac:chgData name="Peethala Rajiv Roy (PED/Hosur/TVSMotor)" userId="e2d9917c-f3dd-4083-a688-e3a90de602c2" providerId="ADAL" clId="{7AECE3AF-5704-4967-BD45-876FBB82BAF3}" dt="2026-08-15T14:17:24.550" v="10374" actId="1076"/>
          <ac:cxnSpMkLst>
            <pc:docMk/>
            <pc:sldMk cId="343137628" sldId="405"/>
            <ac:cxnSpMk id="20" creationId="{5869FFF3-9DF6-A3FC-CF96-BABDB383FC72}"/>
          </ac:cxnSpMkLst>
        </pc:cxnChg>
      </pc:sldChg>
      <pc:sldChg chg="addSp delSp modSp add mod">
        <pc:chgData name="Peethala Rajiv Roy (PED/Hosur/TVSMotor)" userId="e2d9917c-f3dd-4083-a688-e3a90de602c2" providerId="ADAL" clId="{7AECE3AF-5704-4967-BD45-876FBB82BAF3}" dt="2026-08-15T14:21:37.193" v="10399" actId="208"/>
        <pc:sldMkLst>
          <pc:docMk/>
          <pc:sldMk cId="2455219161" sldId="406"/>
        </pc:sldMkLst>
        <pc:spChg chg="mod">
          <ac:chgData name="Peethala Rajiv Roy (PED/Hosur/TVSMotor)" userId="e2d9917c-f3dd-4083-a688-e3a90de602c2" providerId="ADAL" clId="{7AECE3AF-5704-4967-BD45-876FBB82BAF3}" dt="2026-08-15T14:20:29.224" v="10394" actId="1076"/>
          <ac:spMkLst>
            <pc:docMk/>
            <pc:sldMk cId="2455219161" sldId="406"/>
            <ac:spMk id="10" creationId="{27E87932-9DA2-380B-B936-C67802C25B56}"/>
          </ac:spMkLst>
        </pc:spChg>
        <pc:spChg chg="mod">
          <ac:chgData name="Peethala Rajiv Roy (PED/Hosur/TVSMotor)" userId="e2d9917c-f3dd-4083-a688-e3a90de602c2" providerId="ADAL" clId="{7AECE3AF-5704-4967-BD45-876FBB82BAF3}" dt="2026-08-15T14:20:20.881" v="10393" actId="1076"/>
          <ac:spMkLst>
            <pc:docMk/>
            <pc:sldMk cId="2455219161" sldId="406"/>
            <ac:spMk id="19" creationId="{25E449F8-E596-F037-E7D3-503DF20A8AEC}"/>
          </ac:spMkLst>
        </pc:spChg>
        <pc:spChg chg="mod">
          <ac:chgData name="Peethala Rajiv Roy (PED/Hosur/TVSMotor)" userId="e2d9917c-f3dd-4083-a688-e3a90de602c2" providerId="ADAL" clId="{7AECE3AF-5704-4967-BD45-876FBB82BAF3}" dt="2026-08-15T14:20:20.881" v="10393" actId="1076"/>
          <ac:spMkLst>
            <pc:docMk/>
            <pc:sldMk cId="2455219161" sldId="406"/>
            <ac:spMk id="21" creationId="{92E3B24E-429C-DBB7-70EA-DEA6B6C15925}"/>
          </ac:spMkLst>
        </pc:spChg>
        <pc:spChg chg="mod">
          <ac:chgData name="Peethala Rajiv Roy (PED/Hosur/TVSMotor)" userId="e2d9917c-f3dd-4083-a688-e3a90de602c2" providerId="ADAL" clId="{7AECE3AF-5704-4967-BD45-876FBB82BAF3}" dt="2026-07-28T12:08:25.265" v="4294" actId="20577"/>
          <ac:spMkLst>
            <pc:docMk/>
            <pc:sldMk cId="2455219161" sldId="406"/>
            <ac:spMk id="22" creationId="{5B17627A-B64C-52B0-3356-E6A2716AD954}"/>
          </ac:spMkLst>
        </pc:spChg>
        <pc:spChg chg="mod">
          <ac:chgData name="Peethala Rajiv Roy (PED/Hosur/TVSMotor)" userId="e2d9917c-f3dd-4083-a688-e3a90de602c2" providerId="ADAL" clId="{7AECE3AF-5704-4967-BD45-876FBB82BAF3}" dt="2026-08-15T14:20:10.781" v="10391" actId="1076"/>
          <ac:spMkLst>
            <pc:docMk/>
            <pc:sldMk cId="2455219161" sldId="406"/>
            <ac:spMk id="24" creationId="{8590A00D-B7A9-A85E-D2DD-E6D2838E320B}"/>
          </ac:spMkLst>
        </pc:spChg>
        <pc:picChg chg="add del mod">
          <ac:chgData name="Peethala Rajiv Roy (PED/Hosur/TVSMotor)" userId="e2d9917c-f3dd-4083-a688-e3a90de602c2" providerId="ADAL" clId="{7AECE3AF-5704-4967-BD45-876FBB82BAF3}" dt="2026-08-15T14:20:34.026" v="10395" actId="478"/>
          <ac:picMkLst>
            <pc:docMk/>
            <pc:sldMk cId="2455219161" sldId="406"/>
            <ac:picMk id="3" creationId="{BF73468D-D54A-D5B1-A62F-3799EBFAF2AA}"/>
          </ac:picMkLst>
        </pc:picChg>
        <pc:picChg chg="add mod">
          <ac:chgData name="Peethala Rajiv Roy (PED/Hosur/TVSMotor)" userId="e2d9917c-f3dd-4083-a688-e3a90de602c2" providerId="ADAL" clId="{7AECE3AF-5704-4967-BD45-876FBB82BAF3}" dt="2026-08-15T14:19:29.922" v="10384" actId="208"/>
          <ac:picMkLst>
            <pc:docMk/>
            <pc:sldMk cId="2455219161" sldId="406"/>
            <ac:picMk id="6" creationId="{4574F3B4-B3F4-C442-72A8-91F939972277}"/>
          </ac:picMkLst>
        </pc:picChg>
        <pc:picChg chg="add del mod">
          <ac:chgData name="Peethala Rajiv Roy (PED/Hosur/TVSMotor)" userId="e2d9917c-f3dd-4083-a688-e3a90de602c2" providerId="ADAL" clId="{7AECE3AF-5704-4967-BD45-876FBB82BAF3}" dt="2026-08-15T14:19:43.028" v="10387" actId="478"/>
          <ac:picMkLst>
            <pc:docMk/>
            <pc:sldMk cId="2455219161" sldId="406"/>
            <ac:picMk id="8" creationId="{B9B13BEF-670E-0980-47A6-3E4F2144D63B}"/>
          </ac:picMkLst>
        </pc:picChg>
        <pc:picChg chg="add mod">
          <ac:chgData name="Peethala Rajiv Roy (PED/Hosur/TVSMotor)" userId="e2d9917c-f3dd-4083-a688-e3a90de602c2" providerId="ADAL" clId="{7AECE3AF-5704-4967-BD45-876FBB82BAF3}" dt="2026-08-15T14:20:13.933" v="10392" actId="208"/>
          <ac:picMkLst>
            <pc:docMk/>
            <pc:sldMk cId="2455219161" sldId="406"/>
            <ac:picMk id="9" creationId="{0499B607-A434-AC8E-2B50-5E3E050EA2CB}"/>
          </ac:picMkLst>
        </pc:picChg>
        <pc:picChg chg="add mod">
          <ac:chgData name="Peethala Rajiv Roy (PED/Hosur/TVSMotor)" userId="e2d9917c-f3dd-4083-a688-e3a90de602c2" providerId="ADAL" clId="{7AECE3AF-5704-4967-BD45-876FBB82BAF3}" dt="2026-08-15T14:21:37.193" v="10399" actId="208"/>
          <ac:picMkLst>
            <pc:docMk/>
            <pc:sldMk cId="2455219161" sldId="406"/>
            <ac:picMk id="12" creationId="{CF44ECD3-603F-DE93-8E32-656B9510090B}"/>
          </ac:picMkLst>
        </pc:picChg>
        <pc:picChg chg="add del mod">
          <ac:chgData name="Peethala Rajiv Roy (PED/Hosur/TVSMotor)" userId="e2d9917c-f3dd-4083-a688-e3a90de602c2" providerId="ADAL" clId="{7AECE3AF-5704-4967-BD45-876FBB82BAF3}" dt="2026-08-15T14:18:30.040" v="10380" actId="478"/>
          <ac:picMkLst>
            <pc:docMk/>
            <pc:sldMk cId="2455219161" sldId="406"/>
            <ac:picMk id="13" creationId="{CC310055-3D6F-A868-13A6-92ACC110545C}"/>
          </ac:picMkLst>
        </pc:picChg>
        <pc:cxnChg chg="mod">
          <ac:chgData name="Peethala Rajiv Roy (PED/Hosur/TVSMotor)" userId="e2d9917c-f3dd-4083-a688-e3a90de602c2" providerId="ADAL" clId="{7AECE3AF-5704-4967-BD45-876FBB82BAF3}" dt="2026-08-15T14:20:20.881" v="10393" actId="1076"/>
          <ac:cxnSpMkLst>
            <pc:docMk/>
            <pc:sldMk cId="2455219161" sldId="406"/>
            <ac:cxnSpMk id="18" creationId="{A5E54371-8FDF-0470-57CC-361F2CEB42A8}"/>
          </ac:cxnSpMkLst>
        </pc:cxnChg>
        <pc:cxnChg chg="mod">
          <ac:chgData name="Peethala Rajiv Roy (PED/Hosur/TVSMotor)" userId="e2d9917c-f3dd-4083-a688-e3a90de602c2" providerId="ADAL" clId="{7AECE3AF-5704-4967-BD45-876FBB82BAF3}" dt="2026-08-15T14:20:20.881" v="10393" actId="1076"/>
          <ac:cxnSpMkLst>
            <pc:docMk/>
            <pc:sldMk cId="2455219161" sldId="406"/>
            <ac:cxnSpMk id="20" creationId="{B6D6D67A-CF12-7F76-D514-24C2B180BFC6}"/>
          </ac:cxnSpMkLst>
        </pc:cxnChg>
      </pc:sldChg>
      <pc:sldChg chg="new del">
        <pc:chgData name="Peethala Rajiv Roy (PED/Hosur/TVSMotor)" userId="e2d9917c-f3dd-4083-a688-e3a90de602c2" providerId="ADAL" clId="{7AECE3AF-5704-4967-BD45-876FBB82BAF3}" dt="2026-08-15T04:49:09.741" v="4573" actId="680"/>
        <pc:sldMkLst>
          <pc:docMk/>
          <pc:sldMk cId="1941085735" sldId="407"/>
        </pc:sldMkLst>
      </pc:sldChg>
      <pc:sldChg chg="addSp delSp modSp add mod">
        <pc:chgData name="Peethala Rajiv Roy (PED/Hosur/TVSMotor)" userId="e2d9917c-f3dd-4083-a688-e3a90de602c2" providerId="ADAL" clId="{7AECE3AF-5704-4967-BD45-876FBB82BAF3}" dt="2026-08-15T15:27:43.184" v="10579" actId="14100"/>
        <pc:sldMkLst>
          <pc:docMk/>
          <pc:sldMk cId="3804420962" sldId="407"/>
        </pc:sldMkLst>
        <pc:spChg chg="mod">
          <ac:chgData name="Peethala Rajiv Roy (PED/Hosur/TVSMotor)" userId="e2d9917c-f3dd-4083-a688-e3a90de602c2" providerId="ADAL" clId="{7AECE3AF-5704-4967-BD45-876FBB82BAF3}" dt="2026-08-15T15:26:30.768" v="10575" actId="1076"/>
          <ac:spMkLst>
            <pc:docMk/>
            <pc:sldMk cId="3804420962" sldId="407"/>
            <ac:spMk id="8" creationId="{88B9CC14-AEF0-498C-8F28-04B2831ADF4F}"/>
          </ac:spMkLst>
        </pc:spChg>
        <pc:spChg chg="mod">
          <ac:chgData name="Peethala Rajiv Roy (PED/Hosur/TVSMotor)" userId="e2d9917c-f3dd-4083-a688-e3a90de602c2" providerId="ADAL" clId="{7AECE3AF-5704-4967-BD45-876FBB82BAF3}" dt="2026-08-15T15:25:22.011" v="10567" actId="1076"/>
          <ac:spMkLst>
            <pc:docMk/>
            <pc:sldMk cId="3804420962" sldId="407"/>
            <ac:spMk id="13" creationId="{AEC622D8-A152-54E9-25DA-AB317128D6B8}"/>
          </ac:spMkLst>
        </pc:spChg>
        <pc:spChg chg="add mod">
          <ac:chgData name="Peethala Rajiv Roy (PED/Hosur/TVSMotor)" userId="e2d9917c-f3dd-4083-a688-e3a90de602c2" providerId="ADAL" clId="{7AECE3AF-5704-4967-BD45-876FBB82BAF3}" dt="2026-08-15T15:26:11.952" v="10573" actId="1076"/>
          <ac:spMkLst>
            <pc:docMk/>
            <pc:sldMk cId="3804420962" sldId="407"/>
            <ac:spMk id="16" creationId="{F3168899-DCA4-6DA9-47EA-26CB0BF30CE5}"/>
          </ac:spMkLst>
        </pc:spChg>
        <pc:spChg chg="add mod">
          <ac:chgData name="Peethala Rajiv Roy (PED/Hosur/TVSMotor)" userId="e2d9917c-f3dd-4083-a688-e3a90de602c2" providerId="ADAL" clId="{7AECE3AF-5704-4967-BD45-876FBB82BAF3}" dt="2026-08-15T15:26:20.915" v="10574" actId="1076"/>
          <ac:spMkLst>
            <pc:docMk/>
            <pc:sldMk cId="3804420962" sldId="407"/>
            <ac:spMk id="18" creationId="{BF40717A-CB5D-17BD-7E48-C291B40D5967}"/>
          </ac:spMkLst>
        </pc:spChg>
        <pc:picChg chg="del mod">
          <ac:chgData name="Peethala Rajiv Roy (PED/Hosur/TVSMotor)" userId="e2d9917c-f3dd-4083-a688-e3a90de602c2" providerId="ADAL" clId="{7AECE3AF-5704-4967-BD45-876FBB82BAF3}" dt="2026-08-15T15:23:17.489" v="10544" actId="478"/>
          <ac:picMkLst>
            <pc:docMk/>
            <pc:sldMk cId="3804420962" sldId="407"/>
            <ac:picMk id="3" creationId="{79ECB629-40A5-2267-9CEE-8CE44BC2983A}"/>
          </ac:picMkLst>
        </pc:picChg>
        <pc:picChg chg="del mod">
          <ac:chgData name="Peethala Rajiv Roy (PED/Hosur/TVSMotor)" userId="e2d9917c-f3dd-4083-a688-e3a90de602c2" providerId="ADAL" clId="{7AECE3AF-5704-4967-BD45-876FBB82BAF3}" dt="2026-08-15T15:23:35.762" v="10550" actId="478"/>
          <ac:picMkLst>
            <pc:docMk/>
            <pc:sldMk cId="3804420962" sldId="407"/>
            <ac:picMk id="6" creationId="{418010AF-ADE1-D3B4-5C43-E1711E5FD908}"/>
          </ac:picMkLst>
        </pc:picChg>
        <pc:picChg chg="add mod">
          <ac:chgData name="Peethala Rajiv Roy (PED/Hosur/TVSMotor)" userId="e2d9917c-f3dd-4083-a688-e3a90de602c2" providerId="ADAL" clId="{7AECE3AF-5704-4967-BD45-876FBB82BAF3}" dt="2026-08-15T15:25:11.767" v="10566" actId="14100"/>
          <ac:picMkLst>
            <pc:docMk/>
            <pc:sldMk cId="3804420962" sldId="407"/>
            <ac:picMk id="7" creationId="{F4369438-D74B-201B-8119-EEB4031AD481}"/>
          </ac:picMkLst>
        </pc:picChg>
        <pc:picChg chg="del">
          <ac:chgData name="Peethala Rajiv Roy (PED/Hosur/TVSMotor)" userId="e2d9917c-f3dd-4083-a688-e3a90de602c2" providerId="ADAL" clId="{7AECE3AF-5704-4967-BD45-876FBB82BAF3}" dt="2026-08-15T15:23:15.226" v="10543" actId="478"/>
          <ac:picMkLst>
            <pc:docMk/>
            <pc:sldMk cId="3804420962" sldId="407"/>
            <ac:picMk id="10" creationId="{4DC2A08A-1C04-4CEC-1233-15B61BF51581}"/>
          </ac:picMkLst>
        </pc:picChg>
        <pc:picChg chg="add mod">
          <ac:chgData name="Peethala Rajiv Roy (PED/Hosur/TVSMotor)" userId="e2d9917c-f3dd-4083-a688-e3a90de602c2" providerId="ADAL" clId="{7AECE3AF-5704-4967-BD45-876FBB82BAF3}" dt="2026-08-15T15:24:54.251" v="10557" actId="208"/>
          <ac:picMkLst>
            <pc:docMk/>
            <pc:sldMk cId="3804420962" sldId="407"/>
            <ac:picMk id="11" creationId="{63BA58BA-0D5F-B713-CC1E-155C277344F1}"/>
          </ac:picMkLst>
        </pc:picChg>
        <pc:picChg chg="add mod">
          <ac:chgData name="Peethala Rajiv Roy (PED/Hosur/TVSMotor)" userId="e2d9917c-f3dd-4083-a688-e3a90de602c2" providerId="ADAL" clId="{7AECE3AF-5704-4967-BD45-876FBB82BAF3}" dt="2026-08-15T15:25:57.040" v="10571" actId="14100"/>
          <ac:picMkLst>
            <pc:docMk/>
            <pc:sldMk cId="3804420962" sldId="407"/>
            <ac:picMk id="14" creationId="{E7CB0E80-2522-A7C4-A961-6DA6B1C32BC9}"/>
          </ac:picMkLst>
        </pc:picChg>
        <pc:picChg chg="add mod">
          <ac:chgData name="Peethala Rajiv Roy (PED/Hosur/TVSMotor)" userId="e2d9917c-f3dd-4083-a688-e3a90de602c2" providerId="ADAL" clId="{7AECE3AF-5704-4967-BD45-876FBB82BAF3}" dt="2026-08-15T15:27:43.184" v="10579" actId="14100"/>
          <ac:picMkLst>
            <pc:docMk/>
            <pc:sldMk cId="3804420962" sldId="407"/>
            <ac:picMk id="20" creationId="{47857885-09A7-2C23-DAEE-4215E7A842CD}"/>
          </ac:picMkLst>
        </pc:picChg>
        <pc:cxnChg chg="add mod">
          <ac:chgData name="Peethala Rajiv Roy (PED/Hosur/TVSMotor)" userId="e2d9917c-f3dd-4083-a688-e3a90de602c2" providerId="ADAL" clId="{7AECE3AF-5704-4967-BD45-876FBB82BAF3}" dt="2026-08-15T15:26:11.952" v="10573" actId="1076"/>
          <ac:cxnSpMkLst>
            <pc:docMk/>
            <pc:sldMk cId="3804420962" sldId="407"/>
            <ac:cxnSpMk id="15" creationId="{3E9E35A1-C3D7-3ABC-AD8A-B6376935EAF8}"/>
          </ac:cxnSpMkLst>
        </pc:cxnChg>
        <pc:cxnChg chg="add mod">
          <ac:chgData name="Peethala Rajiv Roy (PED/Hosur/TVSMotor)" userId="e2d9917c-f3dd-4083-a688-e3a90de602c2" providerId="ADAL" clId="{7AECE3AF-5704-4967-BD45-876FBB82BAF3}" dt="2026-08-15T15:26:20.915" v="10574" actId="1076"/>
          <ac:cxnSpMkLst>
            <pc:docMk/>
            <pc:sldMk cId="3804420962" sldId="407"/>
            <ac:cxnSpMk id="17" creationId="{7707F183-2B21-5607-D7BE-FE83A488CB74}"/>
          </ac:cxnSpMkLst>
        </pc:cxnChg>
      </pc:sldChg>
      <pc:sldChg chg="addSp delSp modSp add mod">
        <pc:chgData name="Peethala Rajiv Roy (PED/Hosur/TVSMotor)" userId="e2d9917c-f3dd-4083-a688-e3a90de602c2" providerId="ADAL" clId="{7AECE3AF-5704-4967-BD45-876FBB82BAF3}" dt="2026-08-15T15:20:03.145" v="10514" actId="1076"/>
        <pc:sldMkLst>
          <pc:docMk/>
          <pc:sldMk cId="1472746495" sldId="408"/>
        </pc:sldMkLst>
        <pc:spChg chg="add mod">
          <ac:chgData name="Peethala Rajiv Roy (PED/Hosur/TVSMotor)" userId="e2d9917c-f3dd-4083-a688-e3a90de602c2" providerId="ADAL" clId="{7AECE3AF-5704-4967-BD45-876FBB82BAF3}" dt="2026-08-15T15:18:23.364" v="10503" actId="1076"/>
          <ac:spMkLst>
            <pc:docMk/>
            <pc:sldMk cId="1472746495" sldId="408"/>
            <ac:spMk id="20" creationId="{C037238F-D3E8-E431-CB7E-11FCB74D6BFE}"/>
          </ac:spMkLst>
        </pc:spChg>
        <pc:spChg chg="mod">
          <ac:chgData name="Peethala Rajiv Roy (PED/Hosur/TVSMotor)" userId="e2d9917c-f3dd-4083-a688-e3a90de602c2" providerId="ADAL" clId="{7AECE3AF-5704-4967-BD45-876FBB82BAF3}" dt="2026-08-15T04:57:34.583" v="4691" actId="20577"/>
          <ac:spMkLst>
            <pc:docMk/>
            <pc:sldMk cId="1472746495" sldId="408"/>
            <ac:spMk id="22" creationId="{DF50FB1C-E23E-CD12-38C3-C176D65E1DB1}"/>
          </ac:spMkLst>
        </pc:spChg>
        <pc:spChg chg="add mod">
          <ac:chgData name="Peethala Rajiv Roy (PED/Hosur/TVSMotor)" userId="e2d9917c-f3dd-4083-a688-e3a90de602c2" providerId="ADAL" clId="{7AECE3AF-5704-4967-BD45-876FBB82BAF3}" dt="2026-08-15T15:18:31.342" v="10504" actId="1076"/>
          <ac:spMkLst>
            <pc:docMk/>
            <pc:sldMk cId="1472746495" sldId="408"/>
            <ac:spMk id="23" creationId="{72B2F7F8-ABB5-59BE-A382-03763A3BA608}"/>
          </ac:spMkLst>
        </pc:spChg>
        <pc:picChg chg="add del mod">
          <ac:chgData name="Peethala Rajiv Roy (PED/Hosur/TVSMotor)" userId="e2d9917c-f3dd-4083-a688-e3a90de602c2" providerId="ADAL" clId="{7AECE3AF-5704-4967-BD45-876FBB82BAF3}" dt="2026-08-15T15:16:43.452" v="10491" actId="478"/>
          <ac:picMkLst>
            <pc:docMk/>
            <pc:sldMk cId="1472746495" sldId="408"/>
            <ac:picMk id="3" creationId="{D6B36596-DC51-7064-0BE7-0C243001A777}"/>
          </ac:picMkLst>
        </pc:picChg>
        <pc:picChg chg="add del mod">
          <ac:chgData name="Peethala Rajiv Roy (PED/Hosur/TVSMotor)" userId="e2d9917c-f3dd-4083-a688-e3a90de602c2" providerId="ADAL" clId="{7AECE3AF-5704-4967-BD45-876FBB82BAF3}" dt="2026-08-15T15:17:23.661" v="10496" actId="478"/>
          <ac:picMkLst>
            <pc:docMk/>
            <pc:sldMk cId="1472746495" sldId="408"/>
            <ac:picMk id="7" creationId="{560CCDF5-14C7-1F5A-07F0-4660270D6681}"/>
          </ac:picMkLst>
        </pc:picChg>
        <pc:picChg chg="del">
          <ac:chgData name="Peethala Rajiv Roy (PED/Hosur/TVSMotor)" userId="e2d9917c-f3dd-4083-a688-e3a90de602c2" providerId="ADAL" clId="{7AECE3AF-5704-4967-BD45-876FBB82BAF3}" dt="2026-08-15T04:54:39.568" v="4640" actId="478"/>
          <ac:picMkLst>
            <pc:docMk/>
            <pc:sldMk cId="1472746495" sldId="408"/>
            <ac:picMk id="9" creationId="{B6DA40F1-506A-6F4F-1C79-C6D95B0C33F0}"/>
          </ac:picMkLst>
        </pc:picChg>
        <pc:picChg chg="add del mod">
          <ac:chgData name="Peethala Rajiv Roy (PED/Hosur/TVSMotor)" userId="e2d9917c-f3dd-4083-a688-e3a90de602c2" providerId="ADAL" clId="{7AECE3AF-5704-4967-BD45-876FBB82BAF3}" dt="2026-08-15T15:18:39.992" v="10505" actId="478"/>
          <ac:picMkLst>
            <pc:docMk/>
            <pc:sldMk cId="1472746495" sldId="408"/>
            <ac:picMk id="11" creationId="{EECC3471-0B00-8086-8E5C-FB402FD489F9}"/>
          </ac:picMkLst>
        </pc:picChg>
        <pc:picChg chg="del">
          <ac:chgData name="Peethala Rajiv Roy (PED/Hosur/TVSMotor)" userId="e2d9917c-f3dd-4083-a688-e3a90de602c2" providerId="ADAL" clId="{7AECE3AF-5704-4967-BD45-876FBB82BAF3}" dt="2026-08-15T04:55:23.158" v="4645" actId="478"/>
          <ac:picMkLst>
            <pc:docMk/>
            <pc:sldMk cId="1472746495" sldId="408"/>
            <ac:picMk id="12" creationId="{F7DFAD0F-655A-AB97-2C51-A355FF37818A}"/>
          </ac:picMkLst>
        </pc:picChg>
        <pc:picChg chg="del">
          <ac:chgData name="Peethala Rajiv Roy (PED/Hosur/TVSMotor)" userId="e2d9917c-f3dd-4083-a688-e3a90de602c2" providerId="ADAL" clId="{7AECE3AF-5704-4967-BD45-876FBB82BAF3}" dt="2026-08-15T04:55:42.958" v="4651" actId="478"/>
          <ac:picMkLst>
            <pc:docMk/>
            <pc:sldMk cId="1472746495" sldId="408"/>
            <ac:picMk id="15" creationId="{71E52523-73AE-36E1-41E7-EC2AA10038D6}"/>
          </ac:picMkLst>
        </pc:picChg>
        <pc:picChg chg="add mod">
          <ac:chgData name="Peethala Rajiv Roy (PED/Hosur/TVSMotor)" userId="e2d9917c-f3dd-4083-a688-e3a90de602c2" providerId="ADAL" clId="{7AECE3AF-5704-4967-BD45-876FBB82BAF3}" dt="2026-08-15T15:17:20.031" v="10495" actId="208"/>
          <ac:picMkLst>
            <pc:docMk/>
            <pc:sldMk cId="1472746495" sldId="408"/>
            <ac:picMk id="16" creationId="{E51E2073-593B-11C0-1B88-BFD292750B5B}"/>
          </ac:picMkLst>
        </pc:picChg>
        <pc:picChg chg="add mod">
          <ac:chgData name="Peethala Rajiv Roy (PED/Hosur/TVSMotor)" userId="e2d9917c-f3dd-4083-a688-e3a90de602c2" providerId="ADAL" clId="{7AECE3AF-5704-4967-BD45-876FBB82BAF3}" dt="2026-08-15T15:18:04.423" v="10500" actId="208"/>
          <ac:picMkLst>
            <pc:docMk/>
            <pc:sldMk cId="1472746495" sldId="408"/>
            <ac:picMk id="18" creationId="{D4E6567B-5120-B899-3B82-99B0C28CC817}"/>
          </ac:picMkLst>
        </pc:picChg>
        <pc:picChg chg="add mod">
          <ac:chgData name="Peethala Rajiv Roy (PED/Hosur/TVSMotor)" userId="e2d9917c-f3dd-4083-a688-e3a90de602c2" providerId="ADAL" clId="{7AECE3AF-5704-4967-BD45-876FBB82BAF3}" dt="2026-08-15T15:20:03.145" v="10514" actId="1076"/>
          <ac:picMkLst>
            <pc:docMk/>
            <pc:sldMk cId="1472746495" sldId="408"/>
            <ac:picMk id="25" creationId="{9691B36C-593C-AA18-8DBF-4DF3855EAB69}"/>
          </ac:picMkLst>
        </pc:picChg>
        <pc:picChg chg="add mod">
          <ac:chgData name="Peethala Rajiv Roy (PED/Hosur/TVSMotor)" userId="e2d9917c-f3dd-4083-a688-e3a90de602c2" providerId="ADAL" clId="{7AECE3AF-5704-4967-BD45-876FBB82BAF3}" dt="2026-08-15T15:19:58.812" v="10513" actId="208"/>
          <ac:picMkLst>
            <pc:docMk/>
            <pc:sldMk cId="1472746495" sldId="408"/>
            <ac:picMk id="27" creationId="{1A809E92-C744-AA06-20F1-151FA0FBA4F4}"/>
          </ac:picMkLst>
        </pc:picChg>
        <pc:cxnChg chg="add mod">
          <ac:chgData name="Peethala Rajiv Roy (PED/Hosur/TVSMotor)" userId="e2d9917c-f3dd-4083-a688-e3a90de602c2" providerId="ADAL" clId="{7AECE3AF-5704-4967-BD45-876FBB82BAF3}" dt="2026-08-15T15:18:23.364" v="10503" actId="1076"/>
          <ac:cxnSpMkLst>
            <pc:docMk/>
            <pc:sldMk cId="1472746495" sldId="408"/>
            <ac:cxnSpMk id="19" creationId="{A15C0B83-FA75-CDF3-2A55-6D23AA92B817}"/>
          </ac:cxnSpMkLst>
        </pc:cxnChg>
        <pc:cxnChg chg="add mod">
          <ac:chgData name="Peethala Rajiv Roy (PED/Hosur/TVSMotor)" userId="e2d9917c-f3dd-4083-a688-e3a90de602c2" providerId="ADAL" clId="{7AECE3AF-5704-4967-BD45-876FBB82BAF3}" dt="2026-08-15T15:18:31.342" v="10504" actId="1076"/>
          <ac:cxnSpMkLst>
            <pc:docMk/>
            <pc:sldMk cId="1472746495" sldId="408"/>
            <ac:cxnSpMk id="21" creationId="{2F0C5CEA-01F5-E62C-C753-DDB238D42D2E}"/>
          </ac:cxnSpMkLst>
        </pc:cxnChg>
      </pc:sldChg>
      <pc:sldChg chg="addSp delSp modSp add mod">
        <pc:chgData name="Peethala Rajiv Roy (PED/Hosur/TVSMotor)" userId="e2d9917c-f3dd-4083-a688-e3a90de602c2" providerId="ADAL" clId="{7AECE3AF-5704-4967-BD45-876FBB82BAF3}" dt="2026-08-15T15:31:41.440" v="10620" actId="1035"/>
        <pc:sldMkLst>
          <pc:docMk/>
          <pc:sldMk cId="2769430091" sldId="409"/>
        </pc:sldMkLst>
        <pc:spChg chg="mod">
          <ac:chgData name="Peethala Rajiv Roy (PED/Hosur/TVSMotor)" userId="e2d9917c-f3dd-4083-a688-e3a90de602c2" providerId="ADAL" clId="{7AECE3AF-5704-4967-BD45-876FBB82BAF3}" dt="2026-08-15T15:30:19.049" v="10602" actId="1076"/>
          <ac:spMkLst>
            <pc:docMk/>
            <pc:sldMk cId="2769430091" sldId="409"/>
            <ac:spMk id="8" creationId="{A22E77F3-7D75-827E-8F31-D7431A1D98D0}"/>
          </ac:spMkLst>
        </pc:spChg>
        <pc:spChg chg="mod">
          <ac:chgData name="Peethala Rajiv Roy (PED/Hosur/TVSMotor)" userId="e2d9917c-f3dd-4083-a688-e3a90de602c2" providerId="ADAL" clId="{7AECE3AF-5704-4967-BD45-876FBB82BAF3}" dt="2026-08-15T15:29:23.703" v="10594" actId="1076"/>
          <ac:spMkLst>
            <pc:docMk/>
            <pc:sldMk cId="2769430091" sldId="409"/>
            <ac:spMk id="13" creationId="{2F6625D4-56CE-5AD5-F78B-306209581231}"/>
          </ac:spMkLst>
        </pc:spChg>
        <pc:spChg chg="mod">
          <ac:chgData name="Peethala Rajiv Roy (PED/Hosur/TVSMotor)" userId="e2d9917c-f3dd-4083-a688-e3a90de602c2" providerId="ADAL" clId="{7AECE3AF-5704-4967-BD45-876FBB82BAF3}" dt="2026-08-15T04:58:24.209" v="4721" actId="20577"/>
          <ac:spMkLst>
            <pc:docMk/>
            <pc:sldMk cId="2769430091" sldId="409"/>
            <ac:spMk id="22" creationId="{B34903C4-C942-04DE-580C-58CE5F8F38D5}"/>
          </ac:spMkLst>
        </pc:spChg>
        <pc:spChg chg="add mod">
          <ac:chgData name="Peethala Rajiv Roy (PED/Hosur/TVSMotor)" userId="e2d9917c-f3dd-4083-a688-e3a90de602c2" providerId="ADAL" clId="{7AECE3AF-5704-4967-BD45-876FBB82BAF3}" dt="2026-08-15T15:30:08.755" v="10600" actId="1076"/>
          <ac:spMkLst>
            <pc:docMk/>
            <pc:sldMk cId="2769430091" sldId="409"/>
            <ac:spMk id="23" creationId="{9DC30E08-9F88-9D3C-88A3-F1D8CE2FEDB6}"/>
          </ac:spMkLst>
        </pc:spChg>
        <pc:spChg chg="add mod">
          <ac:chgData name="Peethala Rajiv Roy (PED/Hosur/TVSMotor)" userId="e2d9917c-f3dd-4083-a688-e3a90de602c2" providerId="ADAL" clId="{7AECE3AF-5704-4967-BD45-876FBB82BAF3}" dt="2026-08-15T15:30:12.811" v="10601" actId="1076"/>
          <ac:spMkLst>
            <pc:docMk/>
            <pc:sldMk cId="2769430091" sldId="409"/>
            <ac:spMk id="25" creationId="{3E230ADD-189C-20D9-C0CF-476AE0BA333D}"/>
          </ac:spMkLst>
        </pc:spChg>
        <pc:picChg chg="del">
          <ac:chgData name="Peethala Rajiv Roy (PED/Hosur/TVSMotor)" userId="e2d9917c-f3dd-4083-a688-e3a90de602c2" providerId="ADAL" clId="{7AECE3AF-5704-4967-BD45-876FBB82BAF3}" dt="2026-08-15T04:59:24.395" v="4726" actId="478"/>
          <ac:picMkLst>
            <pc:docMk/>
            <pc:sldMk cId="2769430091" sldId="409"/>
            <ac:picMk id="3" creationId="{D174BE5D-61DE-0EC6-1EF0-9EFF30997F95}"/>
          </ac:picMkLst>
        </pc:picChg>
        <pc:picChg chg="del">
          <ac:chgData name="Peethala Rajiv Roy (PED/Hosur/TVSMotor)" userId="e2d9917c-f3dd-4083-a688-e3a90de602c2" providerId="ADAL" clId="{7AECE3AF-5704-4967-BD45-876FBB82BAF3}" dt="2026-08-15T04:58:27.867" v="4722" actId="478"/>
          <ac:picMkLst>
            <pc:docMk/>
            <pc:sldMk cId="2769430091" sldId="409"/>
            <ac:picMk id="6" creationId="{BD098F0D-C82B-C57F-8479-80D3EE18D0CC}"/>
          </ac:picMkLst>
        </pc:picChg>
        <pc:picChg chg="add del mod">
          <ac:chgData name="Peethala Rajiv Roy (PED/Hosur/TVSMotor)" userId="e2d9917c-f3dd-4083-a688-e3a90de602c2" providerId="ADAL" clId="{7AECE3AF-5704-4967-BD45-876FBB82BAF3}" dt="2026-08-15T15:28:05.215" v="10584" actId="478"/>
          <ac:picMkLst>
            <pc:docMk/>
            <pc:sldMk cId="2769430091" sldId="409"/>
            <ac:picMk id="7" creationId="{EDFF46CA-4232-E0BA-B93C-62CD2A509D9C}"/>
          </ac:picMkLst>
        </pc:picChg>
        <pc:picChg chg="del">
          <ac:chgData name="Peethala Rajiv Roy (PED/Hosur/TVSMotor)" userId="e2d9917c-f3dd-4083-a688-e3a90de602c2" providerId="ADAL" clId="{7AECE3AF-5704-4967-BD45-876FBB82BAF3}" dt="2026-08-15T04:59:35.793" v="4731" actId="478"/>
          <ac:picMkLst>
            <pc:docMk/>
            <pc:sldMk cId="2769430091" sldId="409"/>
            <ac:picMk id="10" creationId="{B221E06A-CCE4-C33F-EDFD-6575A75E0305}"/>
          </ac:picMkLst>
        </pc:picChg>
        <pc:picChg chg="add del mod">
          <ac:chgData name="Peethala Rajiv Roy (PED/Hosur/TVSMotor)" userId="e2d9917c-f3dd-4083-a688-e3a90de602c2" providerId="ADAL" clId="{7AECE3AF-5704-4967-BD45-876FBB82BAF3}" dt="2026-08-15T15:27:56.520" v="10581" actId="478"/>
          <ac:picMkLst>
            <pc:docMk/>
            <pc:sldMk cId="2769430091" sldId="409"/>
            <ac:picMk id="11" creationId="{CBB212CF-34E5-D812-E6C5-F6ACE0F79C49}"/>
          </ac:picMkLst>
        </pc:picChg>
        <pc:picChg chg="add del mod">
          <ac:chgData name="Peethala Rajiv Roy (PED/Hosur/TVSMotor)" userId="e2d9917c-f3dd-4083-a688-e3a90de602c2" providerId="ADAL" clId="{7AECE3AF-5704-4967-BD45-876FBB82BAF3}" dt="2026-08-15T15:27:55.304" v="10580" actId="478"/>
          <ac:picMkLst>
            <pc:docMk/>
            <pc:sldMk cId="2769430091" sldId="409"/>
            <ac:picMk id="14" creationId="{F56E2E5D-435D-E483-F4CB-4DC886AA1950}"/>
          </ac:picMkLst>
        </pc:picChg>
        <pc:picChg chg="add mod">
          <ac:chgData name="Peethala Rajiv Roy (PED/Hosur/TVSMotor)" userId="e2d9917c-f3dd-4083-a688-e3a90de602c2" providerId="ADAL" clId="{7AECE3AF-5704-4967-BD45-876FBB82BAF3}" dt="2026-08-15T15:29:15.496" v="10593" actId="1076"/>
          <ac:picMkLst>
            <pc:docMk/>
            <pc:sldMk cId="2769430091" sldId="409"/>
            <ac:picMk id="16" creationId="{0713BB0A-D1A2-3267-8178-78CCC61738FE}"/>
          </ac:picMkLst>
        </pc:picChg>
        <pc:picChg chg="add mod">
          <ac:chgData name="Peethala Rajiv Roy (PED/Hosur/TVSMotor)" userId="e2d9917c-f3dd-4083-a688-e3a90de602c2" providerId="ADAL" clId="{7AECE3AF-5704-4967-BD45-876FBB82BAF3}" dt="2026-08-15T15:29:11.421" v="10592" actId="208"/>
          <ac:picMkLst>
            <pc:docMk/>
            <pc:sldMk cId="2769430091" sldId="409"/>
            <ac:picMk id="18" creationId="{361A3A88-CEEB-8570-F10A-E9361DD2057B}"/>
          </ac:picMkLst>
        </pc:picChg>
        <pc:picChg chg="add mod">
          <ac:chgData name="Peethala Rajiv Roy (PED/Hosur/TVSMotor)" userId="e2d9917c-f3dd-4083-a688-e3a90de602c2" providerId="ADAL" clId="{7AECE3AF-5704-4967-BD45-876FBB82BAF3}" dt="2026-08-15T15:29:53.235" v="10598" actId="208"/>
          <ac:picMkLst>
            <pc:docMk/>
            <pc:sldMk cId="2769430091" sldId="409"/>
            <ac:picMk id="20" creationId="{B8B04D40-CE29-FCC8-7D6E-82C84FDBD93A}"/>
          </ac:picMkLst>
        </pc:picChg>
        <pc:picChg chg="add mod">
          <ac:chgData name="Peethala Rajiv Roy (PED/Hosur/TVSMotor)" userId="e2d9917c-f3dd-4083-a688-e3a90de602c2" providerId="ADAL" clId="{7AECE3AF-5704-4967-BD45-876FBB82BAF3}" dt="2026-08-15T15:31:41.440" v="10620" actId="1035"/>
          <ac:picMkLst>
            <pc:docMk/>
            <pc:sldMk cId="2769430091" sldId="409"/>
            <ac:picMk id="27" creationId="{8B49D165-FC2F-742B-4386-E881C918985E}"/>
          </ac:picMkLst>
        </pc:picChg>
        <pc:picChg chg="add mod">
          <ac:chgData name="Peethala Rajiv Roy (PED/Hosur/TVSMotor)" userId="e2d9917c-f3dd-4083-a688-e3a90de602c2" providerId="ADAL" clId="{7AECE3AF-5704-4967-BD45-876FBB82BAF3}" dt="2026-08-15T15:31:10.796" v="10609" actId="14100"/>
          <ac:picMkLst>
            <pc:docMk/>
            <pc:sldMk cId="2769430091" sldId="409"/>
            <ac:picMk id="29" creationId="{B3C2DB07-3616-8795-B8B7-3EC5CAE49D93}"/>
          </ac:picMkLst>
        </pc:picChg>
        <pc:cxnChg chg="add mod">
          <ac:chgData name="Peethala Rajiv Roy (PED/Hosur/TVSMotor)" userId="e2d9917c-f3dd-4083-a688-e3a90de602c2" providerId="ADAL" clId="{7AECE3AF-5704-4967-BD45-876FBB82BAF3}" dt="2026-08-15T15:30:08.755" v="10600" actId="1076"/>
          <ac:cxnSpMkLst>
            <pc:docMk/>
            <pc:sldMk cId="2769430091" sldId="409"/>
            <ac:cxnSpMk id="21" creationId="{E923A6FD-5FB5-14AE-A7EE-6DA4B136A12E}"/>
          </ac:cxnSpMkLst>
        </pc:cxnChg>
        <pc:cxnChg chg="add mod">
          <ac:chgData name="Peethala Rajiv Roy (PED/Hosur/TVSMotor)" userId="e2d9917c-f3dd-4083-a688-e3a90de602c2" providerId="ADAL" clId="{7AECE3AF-5704-4967-BD45-876FBB82BAF3}" dt="2026-08-15T15:30:12.811" v="10601" actId="1076"/>
          <ac:cxnSpMkLst>
            <pc:docMk/>
            <pc:sldMk cId="2769430091" sldId="409"/>
            <ac:cxnSpMk id="24" creationId="{BC912BE9-0BA9-8368-44CC-AF503EBAC899}"/>
          </ac:cxnSpMkLst>
        </pc:cxnChg>
      </pc:sldChg>
      <pc:sldChg chg="addSp delSp modSp add mod">
        <pc:chgData name="Peethala Rajiv Roy (PED/Hosur/TVSMotor)" userId="e2d9917c-f3dd-4083-a688-e3a90de602c2" providerId="ADAL" clId="{7AECE3AF-5704-4967-BD45-876FBB82BAF3}" dt="2026-08-15T15:34:28.224" v="10644" actId="1076"/>
        <pc:sldMkLst>
          <pc:docMk/>
          <pc:sldMk cId="2230312382" sldId="410"/>
        </pc:sldMkLst>
        <pc:spChg chg="del">
          <ac:chgData name="Peethala Rajiv Roy (PED/Hosur/TVSMotor)" userId="e2d9917c-f3dd-4083-a688-e3a90de602c2" providerId="ADAL" clId="{7AECE3AF-5704-4967-BD45-876FBB82BAF3}" dt="2026-08-15T05:05:05.701" v="4790" actId="478"/>
          <ac:spMkLst>
            <pc:docMk/>
            <pc:sldMk cId="2230312382" sldId="410"/>
            <ac:spMk id="8" creationId="{9DDE059A-C359-42DF-D668-64E40D97467E}"/>
          </ac:spMkLst>
        </pc:spChg>
        <pc:spChg chg="mod">
          <ac:chgData name="Peethala Rajiv Roy (PED/Hosur/TVSMotor)" userId="e2d9917c-f3dd-4083-a688-e3a90de602c2" providerId="ADAL" clId="{7AECE3AF-5704-4967-BD45-876FBB82BAF3}" dt="2026-08-15T15:33:41.492" v="10637" actId="1076"/>
          <ac:spMkLst>
            <pc:docMk/>
            <pc:sldMk cId="2230312382" sldId="410"/>
            <ac:spMk id="13" creationId="{B2D49C37-9005-93FA-1B33-934DB8C99DD2}"/>
          </ac:spMkLst>
        </pc:spChg>
        <pc:spChg chg="add mod">
          <ac:chgData name="Peethala Rajiv Roy (PED/Hosur/TVSMotor)" userId="e2d9917c-f3dd-4083-a688-e3a90de602c2" providerId="ADAL" clId="{7AECE3AF-5704-4967-BD45-876FBB82BAF3}" dt="2026-08-15T15:34:23.877" v="10643" actId="1076"/>
          <ac:spMkLst>
            <pc:docMk/>
            <pc:sldMk cId="2230312382" sldId="410"/>
            <ac:spMk id="20" creationId="{C799B10F-CDCE-8FC8-227E-69404141CC26}"/>
          </ac:spMkLst>
        </pc:spChg>
        <pc:spChg chg="mod">
          <ac:chgData name="Peethala Rajiv Roy (PED/Hosur/TVSMotor)" userId="e2d9917c-f3dd-4083-a688-e3a90de602c2" providerId="ADAL" clId="{7AECE3AF-5704-4967-BD45-876FBB82BAF3}" dt="2026-08-15T05:01:38.024" v="4779" actId="20577"/>
          <ac:spMkLst>
            <pc:docMk/>
            <pc:sldMk cId="2230312382" sldId="410"/>
            <ac:spMk id="22" creationId="{B81813EC-81E0-8AFA-E4F3-C5B7C1421D65}"/>
          </ac:spMkLst>
        </pc:spChg>
        <pc:spChg chg="add mod">
          <ac:chgData name="Peethala Rajiv Roy (PED/Hosur/TVSMotor)" userId="e2d9917c-f3dd-4083-a688-e3a90de602c2" providerId="ADAL" clId="{7AECE3AF-5704-4967-BD45-876FBB82BAF3}" dt="2026-08-15T15:34:28.224" v="10644" actId="1076"/>
          <ac:spMkLst>
            <pc:docMk/>
            <pc:sldMk cId="2230312382" sldId="410"/>
            <ac:spMk id="23" creationId="{2528EFAE-7F68-A238-0DC6-70ECBE9EE5B7}"/>
          </ac:spMkLst>
        </pc:spChg>
        <pc:picChg chg="add del mod">
          <ac:chgData name="Peethala Rajiv Roy (PED/Hosur/TVSMotor)" userId="e2d9917c-f3dd-4083-a688-e3a90de602c2" providerId="ADAL" clId="{7AECE3AF-5704-4967-BD45-876FBB82BAF3}" dt="2026-08-15T15:32:03.074" v="10623" actId="478"/>
          <ac:picMkLst>
            <pc:docMk/>
            <pc:sldMk cId="2230312382" sldId="410"/>
            <ac:picMk id="3" creationId="{C1F7AD7C-4D89-011D-63C2-5ACCCC981FD9}"/>
          </ac:picMkLst>
        </pc:picChg>
        <pc:picChg chg="del">
          <ac:chgData name="Peethala Rajiv Roy (PED/Hosur/TVSMotor)" userId="e2d9917c-f3dd-4083-a688-e3a90de602c2" providerId="ADAL" clId="{7AECE3AF-5704-4967-BD45-876FBB82BAF3}" dt="2026-08-15T05:02:07.176" v="4780" actId="478"/>
          <ac:picMkLst>
            <pc:docMk/>
            <pc:sldMk cId="2230312382" sldId="410"/>
            <ac:picMk id="7" creationId="{80A5FCCE-2777-C31D-65DF-5965CC8D7293}"/>
          </ac:picMkLst>
        </pc:picChg>
        <pc:picChg chg="add del mod">
          <ac:chgData name="Peethala Rajiv Roy (PED/Hosur/TVSMotor)" userId="e2d9917c-f3dd-4083-a688-e3a90de602c2" providerId="ADAL" clId="{7AECE3AF-5704-4967-BD45-876FBB82BAF3}" dt="2026-08-15T15:31:58.824" v="10621" actId="478"/>
          <ac:picMkLst>
            <pc:docMk/>
            <pc:sldMk cId="2230312382" sldId="410"/>
            <ac:picMk id="9" creationId="{94E502EE-49C3-A38D-AB0B-6F51539A5C4C}"/>
          </ac:picMkLst>
        </pc:picChg>
        <pc:picChg chg="del">
          <ac:chgData name="Peethala Rajiv Roy (PED/Hosur/TVSMotor)" userId="e2d9917c-f3dd-4083-a688-e3a90de602c2" providerId="ADAL" clId="{7AECE3AF-5704-4967-BD45-876FBB82BAF3}" dt="2026-08-15T05:04:16.262" v="4784" actId="478"/>
          <ac:picMkLst>
            <pc:docMk/>
            <pc:sldMk cId="2230312382" sldId="410"/>
            <ac:picMk id="11" creationId="{0DA059E1-62A6-7826-0DC2-EFC7F056E9DC}"/>
          </ac:picMkLst>
        </pc:picChg>
        <pc:picChg chg="add mod">
          <ac:chgData name="Peethala Rajiv Roy (PED/Hosur/TVSMotor)" userId="e2d9917c-f3dd-4083-a688-e3a90de602c2" providerId="ADAL" clId="{7AECE3AF-5704-4967-BD45-876FBB82BAF3}" dt="2026-08-15T15:33:33.549" v="10636" actId="14100"/>
          <ac:picMkLst>
            <pc:docMk/>
            <pc:sldMk cId="2230312382" sldId="410"/>
            <ac:picMk id="12" creationId="{7190A28A-905C-1C67-E4F3-3756783B6717}"/>
          </ac:picMkLst>
        </pc:picChg>
        <pc:picChg chg="del">
          <ac:chgData name="Peethala Rajiv Roy (PED/Hosur/TVSMotor)" userId="e2d9917c-f3dd-4083-a688-e3a90de602c2" providerId="ADAL" clId="{7AECE3AF-5704-4967-BD45-876FBB82BAF3}" dt="2026-08-15T05:04:29.741" v="4789" actId="478"/>
          <ac:picMkLst>
            <pc:docMk/>
            <pc:sldMk cId="2230312382" sldId="410"/>
            <ac:picMk id="14" creationId="{07F03071-052A-11EF-FC69-05E843DCAF64}"/>
          </ac:picMkLst>
        </pc:picChg>
        <pc:picChg chg="add mod">
          <ac:chgData name="Peethala Rajiv Roy (PED/Hosur/TVSMotor)" userId="e2d9917c-f3dd-4083-a688-e3a90de602c2" providerId="ADAL" clId="{7AECE3AF-5704-4967-BD45-876FBB82BAF3}" dt="2026-08-15T15:32:57.539" v="10629" actId="14100"/>
          <ac:picMkLst>
            <pc:docMk/>
            <pc:sldMk cId="2230312382" sldId="410"/>
            <ac:picMk id="16" creationId="{1FE60591-8734-920D-CBA6-019E831B97CC}"/>
          </ac:picMkLst>
        </pc:picChg>
        <pc:picChg chg="add mod">
          <ac:chgData name="Peethala Rajiv Roy (PED/Hosur/TVSMotor)" userId="e2d9917c-f3dd-4083-a688-e3a90de602c2" providerId="ADAL" clId="{7AECE3AF-5704-4967-BD45-876FBB82BAF3}" dt="2026-08-15T15:34:12.622" v="10641" actId="14100"/>
          <ac:picMkLst>
            <pc:docMk/>
            <pc:sldMk cId="2230312382" sldId="410"/>
            <ac:picMk id="18" creationId="{E5B17164-29F7-C5EB-F741-04D06ADE02C2}"/>
          </ac:picMkLst>
        </pc:picChg>
        <pc:cxnChg chg="add mod">
          <ac:chgData name="Peethala Rajiv Roy (PED/Hosur/TVSMotor)" userId="e2d9917c-f3dd-4083-a688-e3a90de602c2" providerId="ADAL" clId="{7AECE3AF-5704-4967-BD45-876FBB82BAF3}" dt="2026-08-15T15:34:23.877" v="10643" actId="1076"/>
          <ac:cxnSpMkLst>
            <pc:docMk/>
            <pc:sldMk cId="2230312382" sldId="410"/>
            <ac:cxnSpMk id="19" creationId="{2F2DF0A3-7003-13A7-12AC-450B3FC699CB}"/>
          </ac:cxnSpMkLst>
        </pc:cxnChg>
        <pc:cxnChg chg="add mod">
          <ac:chgData name="Peethala Rajiv Roy (PED/Hosur/TVSMotor)" userId="e2d9917c-f3dd-4083-a688-e3a90de602c2" providerId="ADAL" clId="{7AECE3AF-5704-4967-BD45-876FBB82BAF3}" dt="2026-08-15T15:34:28.224" v="10644" actId="1076"/>
          <ac:cxnSpMkLst>
            <pc:docMk/>
            <pc:sldMk cId="2230312382" sldId="410"/>
            <ac:cxnSpMk id="21" creationId="{6250AD9A-CA1A-FB8B-B5DB-53C1A73BD6AB}"/>
          </ac:cxnSpMkLst>
        </pc:cxnChg>
      </pc:sldChg>
      <pc:sldChg chg="addSp delSp modSp add mod ord">
        <pc:chgData name="Peethala Rajiv Roy (PED/Hosur/TVSMotor)" userId="e2d9917c-f3dd-4083-a688-e3a90de602c2" providerId="ADAL" clId="{7AECE3AF-5704-4967-BD45-876FBB82BAF3}" dt="2026-08-15T15:38:24.126" v="10678" actId="1076"/>
        <pc:sldMkLst>
          <pc:docMk/>
          <pc:sldMk cId="3038772690" sldId="411"/>
        </pc:sldMkLst>
        <pc:spChg chg="mod">
          <ac:chgData name="Peethala Rajiv Roy (PED/Hosur/TVSMotor)" userId="e2d9917c-f3dd-4083-a688-e3a90de602c2" providerId="ADAL" clId="{7AECE3AF-5704-4967-BD45-876FBB82BAF3}" dt="2026-08-15T15:37:00.583" v="10669" actId="1076"/>
          <ac:spMkLst>
            <pc:docMk/>
            <pc:sldMk cId="3038772690" sldId="411"/>
            <ac:spMk id="8" creationId="{4F3DF446-2BAA-28E7-7D15-6F68FC2D2AF3}"/>
          </ac:spMkLst>
        </pc:spChg>
        <pc:spChg chg="mod">
          <ac:chgData name="Peethala Rajiv Roy (PED/Hosur/TVSMotor)" userId="e2d9917c-f3dd-4083-a688-e3a90de602c2" providerId="ADAL" clId="{7AECE3AF-5704-4967-BD45-876FBB82BAF3}" dt="2026-08-15T15:36:05.194" v="10660" actId="1076"/>
          <ac:spMkLst>
            <pc:docMk/>
            <pc:sldMk cId="3038772690" sldId="411"/>
            <ac:spMk id="13" creationId="{94A91335-3884-3BEC-527C-266A80B3E90A}"/>
          </ac:spMkLst>
        </pc:spChg>
        <pc:spChg chg="mod">
          <ac:chgData name="Peethala Rajiv Roy (PED/Hosur/TVSMotor)" userId="e2d9917c-f3dd-4083-a688-e3a90de602c2" providerId="ADAL" clId="{7AECE3AF-5704-4967-BD45-876FBB82BAF3}" dt="2026-08-15T05:06:36.510" v="4819" actId="20577"/>
          <ac:spMkLst>
            <pc:docMk/>
            <pc:sldMk cId="3038772690" sldId="411"/>
            <ac:spMk id="22" creationId="{F5FB2829-88C6-F417-0292-15D92A63BBF0}"/>
          </ac:spMkLst>
        </pc:spChg>
        <pc:spChg chg="add mod">
          <ac:chgData name="Peethala Rajiv Roy (PED/Hosur/TVSMotor)" userId="e2d9917c-f3dd-4083-a688-e3a90de602c2" providerId="ADAL" clId="{7AECE3AF-5704-4967-BD45-876FBB82BAF3}" dt="2026-08-15T15:36:49.363" v="10667" actId="1076"/>
          <ac:spMkLst>
            <pc:docMk/>
            <pc:sldMk cId="3038772690" sldId="411"/>
            <ac:spMk id="23" creationId="{A4185CCD-DA7B-A91F-71BF-E96FA41B924A}"/>
          </ac:spMkLst>
        </pc:spChg>
        <pc:spChg chg="add mod">
          <ac:chgData name="Peethala Rajiv Roy (PED/Hosur/TVSMotor)" userId="e2d9917c-f3dd-4083-a688-e3a90de602c2" providerId="ADAL" clId="{7AECE3AF-5704-4967-BD45-876FBB82BAF3}" dt="2026-08-15T15:36:54.039" v="10668" actId="1076"/>
          <ac:spMkLst>
            <pc:docMk/>
            <pc:sldMk cId="3038772690" sldId="411"/>
            <ac:spMk id="25" creationId="{2EE0989F-BE0E-A35E-199B-4EA80BC67083}"/>
          </ac:spMkLst>
        </pc:spChg>
        <pc:picChg chg="add del mod">
          <ac:chgData name="Peethala Rajiv Roy (PED/Hosur/TVSMotor)" userId="e2d9917c-f3dd-4083-a688-e3a90de602c2" providerId="ADAL" clId="{7AECE3AF-5704-4967-BD45-876FBB82BAF3}" dt="2026-08-15T15:34:46.570" v="10650" actId="478"/>
          <ac:picMkLst>
            <pc:docMk/>
            <pc:sldMk cId="3038772690" sldId="411"/>
            <ac:picMk id="3" creationId="{C1234CF4-E33A-1925-AD0E-EE39E8113F60}"/>
          </ac:picMkLst>
        </pc:picChg>
        <pc:picChg chg="del">
          <ac:chgData name="Peethala Rajiv Roy (PED/Hosur/TVSMotor)" userId="e2d9917c-f3dd-4083-a688-e3a90de602c2" providerId="ADAL" clId="{7AECE3AF-5704-4967-BD45-876FBB82BAF3}" dt="2026-08-15T05:07:03.161" v="4820" actId="478"/>
          <ac:picMkLst>
            <pc:docMk/>
            <pc:sldMk cId="3038772690" sldId="411"/>
            <ac:picMk id="7" creationId="{859698FD-98C6-DBFA-4260-F4881FE4B3FE}"/>
          </ac:picMkLst>
        </pc:picChg>
        <pc:picChg chg="add del mod">
          <ac:chgData name="Peethala Rajiv Roy (PED/Hosur/TVSMotor)" userId="e2d9917c-f3dd-4083-a688-e3a90de602c2" providerId="ADAL" clId="{7AECE3AF-5704-4967-BD45-876FBB82BAF3}" dt="2026-08-15T15:34:39.360" v="10647" actId="478"/>
          <ac:picMkLst>
            <pc:docMk/>
            <pc:sldMk cId="3038772690" sldId="411"/>
            <ac:picMk id="9" creationId="{F8DE24FB-2CEC-D8B9-53F2-3EAAD31A04B3}"/>
          </ac:picMkLst>
        </pc:picChg>
        <pc:picChg chg="del">
          <ac:chgData name="Peethala Rajiv Roy (PED/Hosur/TVSMotor)" userId="e2d9917c-f3dd-4083-a688-e3a90de602c2" providerId="ADAL" clId="{7AECE3AF-5704-4967-BD45-876FBB82BAF3}" dt="2026-08-15T05:07:14.822" v="4825" actId="478"/>
          <ac:picMkLst>
            <pc:docMk/>
            <pc:sldMk cId="3038772690" sldId="411"/>
            <ac:picMk id="11" creationId="{5CBAFBAE-4C29-AEA2-1385-9793C2B4973D}"/>
          </ac:picMkLst>
        </pc:picChg>
        <pc:picChg chg="add del mod">
          <ac:chgData name="Peethala Rajiv Roy (PED/Hosur/TVSMotor)" userId="e2d9917c-f3dd-4083-a688-e3a90de602c2" providerId="ADAL" clId="{7AECE3AF-5704-4967-BD45-876FBB82BAF3}" dt="2026-08-15T15:34:37.049" v="10646" actId="478"/>
          <ac:picMkLst>
            <pc:docMk/>
            <pc:sldMk cId="3038772690" sldId="411"/>
            <ac:picMk id="12" creationId="{69FCA8D3-F327-3F56-A8DE-7ACB328599A1}"/>
          </ac:picMkLst>
        </pc:picChg>
        <pc:picChg chg="del">
          <ac:chgData name="Peethala Rajiv Roy (PED/Hosur/TVSMotor)" userId="e2d9917c-f3dd-4083-a688-e3a90de602c2" providerId="ADAL" clId="{7AECE3AF-5704-4967-BD45-876FBB82BAF3}" dt="2026-08-15T05:07:46.591" v="4830" actId="478"/>
          <ac:picMkLst>
            <pc:docMk/>
            <pc:sldMk cId="3038772690" sldId="411"/>
            <ac:picMk id="14" creationId="{4AB23E8C-66DC-B78A-871B-6A86F0AA641C}"/>
          </ac:picMkLst>
        </pc:picChg>
        <pc:picChg chg="add mod">
          <ac:chgData name="Peethala Rajiv Roy (PED/Hosur/TVSMotor)" userId="e2d9917c-f3dd-4083-a688-e3a90de602c2" providerId="ADAL" clId="{7AECE3AF-5704-4967-BD45-876FBB82BAF3}" dt="2026-08-15T15:35:57.985" v="10659" actId="1076"/>
          <ac:picMkLst>
            <pc:docMk/>
            <pc:sldMk cId="3038772690" sldId="411"/>
            <ac:picMk id="16" creationId="{5DF58258-6058-E6AE-2256-347307796571}"/>
          </ac:picMkLst>
        </pc:picChg>
        <pc:picChg chg="add mod">
          <ac:chgData name="Peethala Rajiv Roy (PED/Hosur/TVSMotor)" userId="e2d9917c-f3dd-4083-a688-e3a90de602c2" providerId="ADAL" clId="{7AECE3AF-5704-4967-BD45-876FBB82BAF3}" dt="2026-08-15T15:35:42.795" v="10656" actId="208"/>
          <ac:picMkLst>
            <pc:docMk/>
            <pc:sldMk cId="3038772690" sldId="411"/>
            <ac:picMk id="18" creationId="{9AE5E94B-D1B5-DD9D-661D-F6C8C675124A}"/>
          </ac:picMkLst>
        </pc:picChg>
        <pc:picChg chg="add mod">
          <ac:chgData name="Peethala Rajiv Roy (PED/Hosur/TVSMotor)" userId="e2d9917c-f3dd-4083-a688-e3a90de602c2" providerId="ADAL" clId="{7AECE3AF-5704-4967-BD45-876FBB82BAF3}" dt="2026-08-15T15:36:38.768" v="10665" actId="14100"/>
          <ac:picMkLst>
            <pc:docMk/>
            <pc:sldMk cId="3038772690" sldId="411"/>
            <ac:picMk id="20" creationId="{7E348D0A-1BE3-3F5B-B03E-63FA8FD77616}"/>
          </ac:picMkLst>
        </pc:picChg>
        <pc:picChg chg="add mod">
          <ac:chgData name="Peethala Rajiv Roy (PED/Hosur/TVSMotor)" userId="e2d9917c-f3dd-4083-a688-e3a90de602c2" providerId="ADAL" clId="{7AECE3AF-5704-4967-BD45-876FBB82BAF3}" dt="2026-08-15T15:38:24.126" v="10678" actId="1076"/>
          <ac:picMkLst>
            <pc:docMk/>
            <pc:sldMk cId="3038772690" sldId="411"/>
            <ac:picMk id="27" creationId="{E274E4B8-0F31-CDCA-8B67-21D97C26DFD7}"/>
          </ac:picMkLst>
        </pc:picChg>
        <pc:picChg chg="add mod">
          <ac:chgData name="Peethala Rajiv Roy (PED/Hosur/TVSMotor)" userId="e2d9917c-f3dd-4083-a688-e3a90de602c2" providerId="ADAL" clId="{7AECE3AF-5704-4967-BD45-876FBB82BAF3}" dt="2026-08-15T15:38:05.530" v="10675" actId="14100"/>
          <ac:picMkLst>
            <pc:docMk/>
            <pc:sldMk cId="3038772690" sldId="411"/>
            <ac:picMk id="29" creationId="{9283372E-AE74-8677-3790-DF025A16C5AE}"/>
          </ac:picMkLst>
        </pc:picChg>
        <pc:cxnChg chg="add mod">
          <ac:chgData name="Peethala Rajiv Roy (PED/Hosur/TVSMotor)" userId="e2d9917c-f3dd-4083-a688-e3a90de602c2" providerId="ADAL" clId="{7AECE3AF-5704-4967-BD45-876FBB82BAF3}" dt="2026-08-15T15:36:49.363" v="10667" actId="1076"/>
          <ac:cxnSpMkLst>
            <pc:docMk/>
            <pc:sldMk cId="3038772690" sldId="411"/>
            <ac:cxnSpMk id="21" creationId="{03FE7994-BCF3-8761-6E4E-C08BE521B1E2}"/>
          </ac:cxnSpMkLst>
        </pc:cxnChg>
        <pc:cxnChg chg="add mod">
          <ac:chgData name="Peethala Rajiv Roy (PED/Hosur/TVSMotor)" userId="e2d9917c-f3dd-4083-a688-e3a90de602c2" providerId="ADAL" clId="{7AECE3AF-5704-4967-BD45-876FBB82BAF3}" dt="2026-08-15T15:36:54.039" v="10668" actId="1076"/>
          <ac:cxnSpMkLst>
            <pc:docMk/>
            <pc:sldMk cId="3038772690" sldId="411"/>
            <ac:cxnSpMk id="24" creationId="{5590DEAD-2911-0261-AFF8-86D9A3026BBA}"/>
          </ac:cxnSpMkLst>
        </pc:cxnChg>
      </pc:sldChg>
      <pc:sldChg chg="addSp delSp modSp add mod">
        <pc:chgData name="Peethala Rajiv Roy (PED/Hosur/TVSMotor)" userId="e2d9917c-f3dd-4083-a688-e3a90de602c2" providerId="ADAL" clId="{7AECE3AF-5704-4967-BD45-876FBB82BAF3}" dt="2026-08-15T15:40:36.877" v="10698" actId="1076"/>
        <pc:sldMkLst>
          <pc:docMk/>
          <pc:sldMk cId="147965727" sldId="412"/>
        </pc:sldMkLst>
        <pc:spChg chg="del">
          <ac:chgData name="Peethala Rajiv Roy (PED/Hosur/TVSMotor)" userId="e2d9917c-f3dd-4083-a688-e3a90de602c2" providerId="ADAL" clId="{7AECE3AF-5704-4967-BD45-876FBB82BAF3}" dt="2026-08-15T05:09:36.243" v="4862" actId="478"/>
          <ac:spMkLst>
            <pc:docMk/>
            <pc:sldMk cId="147965727" sldId="412"/>
            <ac:spMk id="8" creationId="{B6070623-FDB7-80ED-507C-AA191F7E07FF}"/>
          </ac:spMkLst>
        </pc:spChg>
        <pc:spChg chg="mod">
          <ac:chgData name="Peethala Rajiv Roy (PED/Hosur/TVSMotor)" userId="e2d9917c-f3dd-4083-a688-e3a90de602c2" providerId="ADAL" clId="{7AECE3AF-5704-4967-BD45-876FBB82BAF3}" dt="2026-08-15T15:39:52.413" v="10691" actId="1076"/>
          <ac:spMkLst>
            <pc:docMk/>
            <pc:sldMk cId="147965727" sldId="412"/>
            <ac:spMk id="13" creationId="{76A3C939-053D-6694-BFD5-FA3176104DB6}"/>
          </ac:spMkLst>
        </pc:spChg>
        <pc:spChg chg="add mod">
          <ac:chgData name="Peethala Rajiv Roy (PED/Hosur/TVSMotor)" userId="e2d9917c-f3dd-4083-a688-e3a90de602c2" providerId="ADAL" clId="{7AECE3AF-5704-4967-BD45-876FBB82BAF3}" dt="2026-08-15T15:40:30.932" v="10697" actId="1076"/>
          <ac:spMkLst>
            <pc:docMk/>
            <pc:sldMk cId="147965727" sldId="412"/>
            <ac:spMk id="20" creationId="{D5905086-B09B-ECA4-A53A-69D00F0FF4A1}"/>
          </ac:spMkLst>
        </pc:spChg>
        <pc:spChg chg="mod">
          <ac:chgData name="Peethala Rajiv Roy (PED/Hosur/TVSMotor)" userId="e2d9917c-f3dd-4083-a688-e3a90de602c2" providerId="ADAL" clId="{7AECE3AF-5704-4967-BD45-876FBB82BAF3}" dt="2026-08-15T05:08:44.042" v="4853" actId="20577"/>
          <ac:spMkLst>
            <pc:docMk/>
            <pc:sldMk cId="147965727" sldId="412"/>
            <ac:spMk id="22" creationId="{C1E2A987-CE85-B903-C24F-FF27082CCB22}"/>
          </ac:spMkLst>
        </pc:spChg>
        <pc:spChg chg="add mod">
          <ac:chgData name="Peethala Rajiv Roy (PED/Hosur/TVSMotor)" userId="e2d9917c-f3dd-4083-a688-e3a90de602c2" providerId="ADAL" clId="{7AECE3AF-5704-4967-BD45-876FBB82BAF3}" dt="2026-08-15T15:40:36.877" v="10698" actId="1076"/>
          <ac:spMkLst>
            <pc:docMk/>
            <pc:sldMk cId="147965727" sldId="412"/>
            <ac:spMk id="23" creationId="{38038AAE-0753-03FD-6A99-D14C98B6ACF6}"/>
          </ac:spMkLst>
        </pc:spChg>
        <pc:picChg chg="del">
          <ac:chgData name="Peethala Rajiv Roy (PED/Hosur/TVSMotor)" userId="e2d9917c-f3dd-4083-a688-e3a90de602c2" providerId="ADAL" clId="{7AECE3AF-5704-4967-BD45-876FBB82BAF3}" dt="2026-08-15T05:09:05.539" v="4854" actId="478"/>
          <ac:picMkLst>
            <pc:docMk/>
            <pc:sldMk cId="147965727" sldId="412"/>
            <ac:picMk id="3" creationId="{488A9238-A692-6438-9257-73A16E6CC459}"/>
          </ac:picMkLst>
        </pc:picChg>
        <pc:picChg chg="add del mod">
          <ac:chgData name="Peethala Rajiv Roy (PED/Hosur/TVSMotor)" userId="e2d9917c-f3dd-4083-a688-e3a90de602c2" providerId="ADAL" clId="{7AECE3AF-5704-4967-BD45-876FBB82BAF3}" dt="2026-08-15T15:38:38.768" v="10681" actId="478"/>
          <ac:picMkLst>
            <pc:docMk/>
            <pc:sldMk cId="147965727" sldId="412"/>
            <ac:picMk id="6" creationId="{B1C55ECB-BDA6-4B3E-88D8-3D407E582947}"/>
          </ac:picMkLst>
        </pc:picChg>
        <pc:picChg chg="del">
          <ac:chgData name="Peethala Rajiv Roy (PED/Hosur/TVSMotor)" userId="e2d9917c-f3dd-4083-a688-e3a90de602c2" providerId="ADAL" clId="{7AECE3AF-5704-4967-BD45-876FBB82BAF3}" dt="2026-08-15T05:09:12.986" v="4858" actId="478"/>
          <ac:picMkLst>
            <pc:docMk/>
            <pc:sldMk cId="147965727" sldId="412"/>
            <ac:picMk id="9" creationId="{A9A8920C-EC33-4F17-FF6D-35206CA9B301}"/>
          </ac:picMkLst>
        </pc:picChg>
        <pc:picChg chg="add del mod">
          <ac:chgData name="Peethala Rajiv Roy (PED/Hosur/TVSMotor)" userId="e2d9917c-f3dd-4083-a688-e3a90de602c2" providerId="ADAL" clId="{7AECE3AF-5704-4967-BD45-876FBB82BAF3}" dt="2026-08-15T15:38:35.953" v="10679" actId="478"/>
          <ac:picMkLst>
            <pc:docMk/>
            <pc:sldMk cId="147965727" sldId="412"/>
            <ac:picMk id="10" creationId="{6F253590-C0AE-670E-B005-B5D3BBE9039D}"/>
          </ac:picMkLst>
        </pc:picChg>
        <pc:picChg chg="del">
          <ac:chgData name="Peethala Rajiv Roy (PED/Hosur/TVSMotor)" userId="e2d9917c-f3dd-4083-a688-e3a90de602c2" providerId="ADAL" clId="{7AECE3AF-5704-4967-BD45-876FBB82BAF3}" dt="2026-08-15T05:09:13.667" v="4859" actId="478"/>
          <ac:picMkLst>
            <pc:docMk/>
            <pc:sldMk cId="147965727" sldId="412"/>
            <ac:picMk id="12" creationId="{4F1F334C-A544-C0F8-15B1-AC9AFA60FD15}"/>
          </ac:picMkLst>
        </pc:picChg>
        <pc:picChg chg="add mod">
          <ac:chgData name="Peethala Rajiv Roy (PED/Hosur/TVSMotor)" userId="e2d9917c-f3dd-4083-a688-e3a90de602c2" providerId="ADAL" clId="{7AECE3AF-5704-4967-BD45-876FBB82BAF3}" dt="2026-08-15T15:39:45.256" v="10690" actId="1076"/>
          <ac:picMkLst>
            <pc:docMk/>
            <pc:sldMk cId="147965727" sldId="412"/>
            <ac:picMk id="14" creationId="{603D2DC8-935B-BDBC-F5D1-9C9EE446DBD6}"/>
          </ac:picMkLst>
        </pc:picChg>
        <pc:picChg chg="add mod">
          <ac:chgData name="Peethala Rajiv Roy (PED/Hosur/TVSMotor)" userId="e2d9917c-f3dd-4083-a688-e3a90de602c2" providerId="ADAL" clId="{7AECE3AF-5704-4967-BD45-876FBB82BAF3}" dt="2026-08-15T15:39:28.184" v="10687" actId="208"/>
          <ac:picMkLst>
            <pc:docMk/>
            <pc:sldMk cId="147965727" sldId="412"/>
            <ac:picMk id="16" creationId="{D73C0518-E716-55E9-5CB6-746E38E5DE5F}"/>
          </ac:picMkLst>
        </pc:picChg>
        <pc:picChg chg="add mod">
          <ac:chgData name="Peethala Rajiv Roy (PED/Hosur/TVSMotor)" userId="e2d9917c-f3dd-4083-a688-e3a90de602c2" providerId="ADAL" clId="{7AECE3AF-5704-4967-BD45-876FBB82BAF3}" dt="2026-08-15T15:40:20.534" v="10695" actId="208"/>
          <ac:picMkLst>
            <pc:docMk/>
            <pc:sldMk cId="147965727" sldId="412"/>
            <ac:picMk id="18" creationId="{55382F52-67DA-76CD-0149-165F416D610A}"/>
          </ac:picMkLst>
        </pc:picChg>
        <pc:cxnChg chg="add mod">
          <ac:chgData name="Peethala Rajiv Roy (PED/Hosur/TVSMotor)" userId="e2d9917c-f3dd-4083-a688-e3a90de602c2" providerId="ADAL" clId="{7AECE3AF-5704-4967-BD45-876FBB82BAF3}" dt="2026-08-15T15:40:30.932" v="10697" actId="1076"/>
          <ac:cxnSpMkLst>
            <pc:docMk/>
            <pc:sldMk cId="147965727" sldId="412"/>
            <ac:cxnSpMk id="19" creationId="{2086FD8D-2FCD-6D85-8B0F-BE390F0381F6}"/>
          </ac:cxnSpMkLst>
        </pc:cxnChg>
        <pc:cxnChg chg="add mod">
          <ac:chgData name="Peethala Rajiv Roy (PED/Hosur/TVSMotor)" userId="e2d9917c-f3dd-4083-a688-e3a90de602c2" providerId="ADAL" clId="{7AECE3AF-5704-4967-BD45-876FBB82BAF3}" dt="2026-08-15T15:40:36.877" v="10698" actId="1076"/>
          <ac:cxnSpMkLst>
            <pc:docMk/>
            <pc:sldMk cId="147965727" sldId="412"/>
            <ac:cxnSpMk id="21" creationId="{9094B9C8-578C-1B49-2F0E-1E64C53E46D7}"/>
          </ac:cxnSpMkLst>
        </pc:cxnChg>
      </pc:sldChg>
      <pc:sldChg chg="addSp delSp modSp add mod">
        <pc:chgData name="Peethala Rajiv Roy (PED/Hosur/TVSMotor)" userId="e2d9917c-f3dd-4083-a688-e3a90de602c2" providerId="ADAL" clId="{7AECE3AF-5704-4967-BD45-876FBB82BAF3}" dt="2026-08-15T15:57:58.606" v="10831" actId="1076"/>
        <pc:sldMkLst>
          <pc:docMk/>
          <pc:sldMk cId="3613542793" sldId="413"/>
        </pc:sldMkLst>
        <pc:spChg chg="mod">
          <ac:chgData name="Peethala Rajiv Roy (PED/Hosur/TVSMotor)" userId="e2d9917c-f3dd-4083-a688-e3a90de602c2" providerId="ADAL" clId="{7AECE3AF-5704-4967-BD45-876FBB82BAF3}" dt="2026-08-15T15:57:58.606" v="10831" actId="1076"/>
          <ac:spMkLst>
            <pc:docMk/>
            <pc:sldMk cId="3613542793" sldId="413"/>
            <ac:spMk id="8" creationId="{E6B2EB2D-CB91-CEFB-72A9-CE8066B91D86}"/>
          </ac:spMkLst>
        </pc:spChg>
        <pc:spChg chg="del">
          <ac:chgData name="Peethala Rajiv Roy (PED/Hosur/TVSMotor)" userId="e2d9917c-f3dd-4083-a688-e3a90de602c2" providerId="ADAL" clId="{7AECE3AF-5704-4967-BD45-876FBB82BAF3}" dt="2026-08-15T05:47:21.122" v="5284" actId="478"/>
          <ac:spMkLst>
            <pc:docMk/>
            <pc:sldMk cId="3613542793" sldId="413"/>
            <ac:spMk id="11" creationId="{2E922F4B-AE9B-98C8-D153-183C9A7E20D3}"/>
          </ac:spMkLst>
        </pc:spChg>
        <pc:spChg chg="mod">
          <ac:chgData name="Peethala Rajiv Roy (PED/Hosur/TVSMotor)" userId="e2d9917c-f3dd-4083-a688-e3a90de602c2" providerId="ADAL" clId="{7AECE3AF-5704-4967-BD45-876FBB82BAF3}" dt="2026-08-15T15:57:23.473" v="10828" actId="1076"/>
          <ac:spMkLst>
            <pc:docMk/>
            <pc:sldMk cId="3613542793" sldId="413"/>
            <ac:spMk id="13" creationId="{F44853A5-080B-75C8-4753-31DD91E71BBE}"/>
          </ac:spMkLst>
        </pc:spChg>
        <pc:spChg chg="mod">
          <ac:chgData name="Peethala Rajiv Roy (PED/Hosur/TVSMotor)" userId="e2d9917c-f3dd-4083-a688-e3a90de602c2" providerId="ADAL" clId="{7AECE3AF-5704-4967-BD45-876FBB82BAF3}" dt="2026-08-15T05:49:26.625" v="5303" actId="20577"/>
          <ac:spMkLst>
            <pc:docMk/>
            <pc:sldMk cId="3613542793" sldId="413"/>
            <ac:spMk id="22" creationId="{8C327272-22BA-2A89-50C3-A82B776837B4}"/>
          </ac:spMkLst>
        </pc:spChg>
        <pc:spChg chg="add mod">
          <ac:chgData name="Peethala Rajiv Roy (PED/Hosur/TVSMotor)" userId="e2d9917c-f3dd-4083-a688-e3a90de602c2" providerId="ADAL" clId="{7AECE3AF-5704-4967-BD45-876FBB82BAF3}" dt="2026-08-15T15:57:23.473" v="10828" actId="1076"/>
          <ac:spMkLst>
            <pc:docMk/>
            <pc:sldMk cId="3613542793" sldId="413"/>
            <ac:spMk id="24" creationId="{8EE4166E-E1A1-1E7A-9B11-AE3B6ED19A22}"/>
          </ac:spMkLst>
        </pc:spChg>
        <pc:spChg chg="add mod">
          <ac:chgData name="Peethala Rajiv Roy (PED/Hosur/TVSMotor)" userId="e2d9917c-f3dd-4083-a688-e3a90de602c2" providerId="ADAL" clId="{7AECE3AF-5704-4967-BD45-876FBB82BAF3}" dt="2026-08-15T15:57:23.473" v="10828" actId="1076"/>
          <ac:spMkLst>
            <pc:docMk/>
            <pc:sldMk cId="3613542793" sldId="413"/>
            <ac:spMk id="26" creationId="{A15A8D9F-33CF-24EA-8BAD-60203B76BC0C}"/>
          </ac:spMkLst>
        </pc:spChg>
        <pc:picChg chg="del">
          <ac:chgData name="Peethala Rajiv Roy (PED/Hosur/TVSMotor)" userId="e2d9917c-f3dd-4083-a688-e3a90de602c2" providerId="ADAL" clId="{7AECE3AF-5704-4967-BD45-876FBB82BAF3}" dt="2026-08-15T05:47:18.359" v="5283" actId="478"/>
          <ac:picMkLst>
            <pc:docMk/>
            <pc:sldMk cId="3613542793" sldId="413"/>
            <ac:picMk id="3" creationId="{28F393D2-32E6-051F-2863-D2E923018DC7}"/>
          </ac:picMkLst>
        </pc:picChg>
        <pc:picChg chg="del">
          <ac:chgData name="Peethala Rajiv Roy (PED/Hosur/TVSMotor)" userId="e2d9917c-f3dd-4083-a688-e3a90de602c2" providerId="ADAL" clId="{7AECE3AF-5704-4967-BD45-876FBB82BAF3}" dt="2026-08-15T05:46:25.292" v="5278" actId="478"/>
          <ac:picMkLst>
            <pc:docMk/>
            <pc:sldMk cId="3613542793" sldId="413"/>
            <ac:picMk id="6" creationId="{BE685EA6-FD01-054C-64B6-119F9FF8793F}"/>
          </ac:picMkLst>
        </pc:picChg>
        <pc:picChg chg="add del mod">
          <ac:chgData name="Peethala Rajiv Roy (PED/Hosur/TVSMotor)" userId="e2d9917c-f3dd-4083-a688-e3a90de602c2" providerId="ADAL" clId="{7AECE3AF-5704-4967-BD45-876FBB82BAF3}" dt="2026-08-15T05:49:29.701" v="5304" actId="478"/>
          <ac:picMkLst>
            <pc:docMk/>
            <pc:sldMk cId="3613542793" sldId="413"/>
            <ac:picMk id="7" creationId="{C63F4012-480F-3F6E-E0E1-BA49BFCB66D4}"/>
          </ac:picMkLst>
        </pc:picChg>
        <pc:picChg chg="del">
          <ac:chgData name="Peethala Rajiv Roy (PED/Hosur/TVSMotor)" userId="e2d9917c-f3dd-4083-a688-e3a90de602c2" providerId="ADAL" clId="{7AECE3AF-5704-4967-BD45-876FBB82BAF3}" dt="2026-08-15T05:48:20.423" v="5292" actId="478"/>
          <ac:picMkLst>
            <pc:docMk/>
            <pc:sldMk cId="3613542793" sldId="413"/>
            <ac:picMk id="9" creationId="{80D4DC2F-10FD-B0C9-4507-70578388C304}"/>
          </ac:picMkLst>
        </pc:picChg>
        <pc:picChg chg="add del mod">
          <ac:chgData name="Peethala Rajiv Roy (PED/Hosur/TVSMotor)" userId="e2d9917c-f3dd-4083-a688-e3a90de602c2" providerId="ADAL" clId="{7AECE3AF-5704-4967-BD45-876FBB82BAF3}" dt="2026-08-15T05:50:08.736" v="5306" actId="478"/>
          <ac:picMkLst>
            <pc:docMk/>
            <pc:sldMk cId="3613542793" sldId="413"/>
            <ac:picMk id="12" creationId="{64BE8D2D-2A3A-AAF3-68A8-EA168CB17A09}"/>
          </ac:picMkLst>
        </pc:picChg>
        <pc:picChg chg="add del mod">
          <ac:chgData name="Peethala Rajiv Roy (PED/Hosur/TVSMotor)" userId="e2d9917c-f3dd-4083-a688-e3a90de602c2" providerId="ADAL" clId="{7AECE3AF-5704-4967-BD45-876FBB82BAF3}" dt="2026-08-15T05:50:10.783" v="5307" actId="478"/>
          <ac:picMkLst>
            <pc:docMk/>
            <pc:sldMk cId="3613542793" sldId="413"/>
            <ac:picMk id="15" creationId="{33DC90C7-E6B4-A568-1027-D7F6A7894F1A}"/>
          </ac:picMkLst>
        </pc:picChg>
        <pc:picChg chg="add del">
          <ac:chgData name="Peethala Rajiv Roy (PED/Hosur/TVSMotor)" userId="e2d9917c-f3dd-4083-a688-e3a90de602c2" providerId="ADAL" clId="{7AECE3AF-5704-4967-BD45-876FBB82BAF3}" dt="2026-08-15T15:56:09.747" v="10821" actId="478"/>
          <ac:picMkLst>
            <pc:docMk/>
            <pc:sldMk cId="3613542793" sldId="413"/>
            <ac:picMk id="17" creationId="{B2748D04-07FF-708F-3EE9-C7F70666B43B}"/>
          </ac:picMkLst>
        </pc:picChg>
        <pc:picChg chg="add mod">
          <ac:chgData name="Peethala Rajiv Roy (PED/Hosur/TVSMotor)" userId="e2d9917c-f3dd-4083-a688-e3a90de602c2" providerId="ADAL" clId="{7AECE3AF-5704-4967-BD45-876FBB82BAF3}" dt="2026-08-15T15:57:23.473" v="10828" actId="1076"/>
          <ac:picMkLst>
            <pc:docMk/>
            <pc:sldMk cId="3613542793" sldId="413"/>
            <ac:picMk id="19" creationId="{A28BAF4A-7E6F-4715-C681-03203375E25A}"/>
          </ac:picMkLst>
        </pc:picChg>
        <pc:picChg chg="add del mod">
          <ac:chgData name="Peethala Rajiv Roy (PED/Hosur/TVSMotor)" userId="e2d9917c-f3dd-4083-a688-e3a90de602c2" providerId="ADAL" clId="{7AECE3AF-5704-4967-BD45-876FBB82BAF3}" dt="2026-08-15T15:55:26.691" v="10811" actId="478"/>
          <ac:picMkLst>
            <pc:docMk/>
            <pc:sldMk cId="3613542793" sldId="413"/>
            <ac:picMk id="21" creationId="{C0508DE5-3642-1093-729E-48D5A0ACAD3B}"/>
          </ac:picMkLst>
        </pc:picChg>
        <pc:picChg chg="add mod">
          <ac:chgData name="Peethala Rajiv Roy (PED/Hosur/TVSMotor)" userId="e2d9917c-f3dd-4083-a688-e3a90de602c2" providerId="ADAL" clId="{7AECE3AF-5704-4967-BD45-876FBB82BAF3}" dt="2026-08-15T15:57:13.628" v="10827" actId="1076"/>
          <ac:picMkLst>
            <pc:docMk/>
            <pc:sldMk cId="3613542793" sldId="413"/>
            <ac:picMk id="28" creationId="{75432B00-38DE-1CED-6B90-65F2252DFDE4}"/>
          </ac:picMkLst>
        </pc:picChg>
        <pc:picChg chg="add">
          <ac:chgData name="Peethala Rajiv Roy (PED/Hosur/TVSMotor)" userId="e2d9917c-f3dd-4083-a688-e3a90de602c2" providerId="ADAL" clId="{7AECE3AF-5704-4967-BD45-876FBB82BAF3}" dt="2026-08-15T15:57:52.852" v="10830" actId="22"/>
          <ac:picMkLst>
            <pc:docMk/>
            <pc:sldMk cId="3613542793" sldId="413"/>
            <ac:picMk id="30" creationId="{E05BBB6F-1D6D-AE71-FD0B-49BB294A7B91}"/>
          </ac:picMkLst>
        </pc:picChg>
        <pc:cxnChg chg="add mod">
          <ac:chgData name="Peethala Rajiv Roy (PED/Hosur/TVSMotor)" userId="e2d9917c-f3dd-4083-a688-e3a90de602c2" providerId="ADAL" clId="{7AECE3AF-5704-4967-BD45-876FBB82BAF3}" dt="2026-08-15T15:57:23.473" v="10828" actId="1076"/>
          <ac:cxnSpMkLst>
            <pc:docMk/>
            <pc:sldMk cId="3613542793" sldId="413"/>
            <ac:cxnSpMk id="23" creationId="{5A5C100E-C38E-5592-A197-0846772F04FF}"/>
          </ac:cxnSpMkLst>
        </pc:cxnChg>
        <pc:cxnChg chg="add mod">
          <ac:chgData name="Peethala Rajiv Roy (PED/Hosur/TVSMotor)" userId="e2d9917c-f3dd-4083-a688-e3a90de602c2" providerId="ADAL" clId="{7AECE3AF-5704-4967-BD45-876FBB82BAF3}" dt="2026-08-15T15:57:23.473" v="10828" actId="1076"/>
          <ac:cxnSpMkLst>
            <pc:docMk/>
            <pc:sldMk cId="3613542793" sldId="413"/>
            <ac:cxnSpMk id="25" creationId="{623FEA8F-CFC0-5464-EF64-5C4D0259A8D5}"/>
          </ac:cxnSpMkLst>
        </pc:cxnChg>
      </pc:sldChg>
      <pc:sldChg chg="addSp modSp add mod">
        <pc:chgData name="Peethala Rajiv Roy (PED/Hosur/TVSMotor)" userId="e2d9917c-f3dd-4083-a688-e3a90de602c2" providerId="ADAL" clId="{7AECE3AF-5704-4967-BD45-876FBB82BAF3}" dt="2026-08-15T15:58:23.530" v="10833" actId="1076"/>
        <pc:sldMkLst>
          <pc:docMk/>
          <pc:sldMk cId="1100658923" sldId="414"/>
        </pc:sldMkLst>
        <pc:spChg chg="add mod">
          <ac:chgData name="Peethala Rajiv Roy (PED/Hosur/TVSMotor)" userId="e2d9917c-f3dd-4083-a688-e3a90de602c2" providerId="ADAL" clId="{7AECE3AF-5704-4967-BD45-876FBB82BAF3}" dt="2026-08-15T15:58:23.530" v="10833" actId="1076"/>
          <ac:spMkLst>
            <pc:docMk/>
            <pc:sldMk cId="1100658923" sldId="414"/>
            <ac:spMk id="3" creationId="{94B4BA70-2362-2A9C-B902-ADAB1C3BB0BA}"/>
          </ac:spMkLst>
        </pc:spChg>
        <pc:spChg chg="add mod">
          <ac:chgData name="Peethala Rajiv Roy (PED/Hosur/TVSMotor)" userId="e2d9917c-f3dd-4083-a688-e3a90de602c2" providerId="ADAL" clId="{7AECE3AF-5704-4967-BD45-876FBB82BAF3}" dt="2026-08-15T15:58:23.530" v="10833" actId="1076"/>
          <ac:spMkLst>
            <pc:docMk/>
            <pc:sldMk cId="1100658923" sldId="414"/>
            <ac:spMk id="9" creationId="{DDE51615-EF7D-D10B-B172-470A017EDC51}"/>
          </ac:spMkLst>
        </pc:spChg>
        <pc:cxnChg chg="add mod">
          <ac:chgData name="Peethala Rajiv Roy (PED/Hosur/TVSMotor)" userId="e2d9917c-f3dd-4083-a688-e3a90de602c2" providerId="ADAL" clId="{7AECE3AF-5704-4967-BD45-876FBB82BAF3}" dt="2026-08-15T15:58:23.530" v="10833" actId="1076"/>
          <ac:cxnSpMkLst>
            <pc:docMk/>
            <pc:sldMk cId="1100658923" sldId="414"/>
            <ac:cxnSpMk id="2" creationId="{B5384AFE-C602-4772-9383-87297F6479FE}"/>
          </ac:cxnSpMkLst>
        </pc:cxnChg>
        <pc:cxnChg chg="add mod">
          <ac:chgData name="Peethala Rajiv Roy (PED/Hosur/TVSMotor)" userId="e2d9917c-f3dd-4083-a688-e3a90de602c2" providerId="ADAL" clId="{7AECE3AF-5704-4967-BD45-876FBB82BAF3}" dt="2026-08-15T15:58:23.530" v="10833" actId="1076"/>
          <ac:cxnSpMkLst>
            <pc:docMk/>
            <pc:sldMk cId="1100658923" sldId="414"/>
            <ac:cxnSpMk id="6" creationId="{FF87EAA5-4851-FEA2-C759-643A2D577E47}"/>
          </ac:cxnSpMkLst>
        </pc:cxnChg>
      </pc:sldChg>
      <pc:sldChg chg="addSp delSp modSp add mod">
        <pc:chgData name="Peethala Rajiv Roy (PED/Hosur/TVSMotor)" userId="e2d9917c-f3dd-4083-a688-e3a90de602c2" providerId="ADAL" clId="{7AECE3AF-5704-4967-BD45-876FBB82BAF3}" dt="2026-08-15T15:58:47.352" v="10836" actId="1076"/>
        <pc:sldMkLst>
          <pc:docMk/>
          <pc:sldMk cId="375082249" sldId="415"/>
        </pc:sldMkLst>
        <pc:spChg chg="mod">
          <ac:chgData name="Peethala Rajiv Roy (PED/Hosur/TVSMotor)" userId="e2d9917c-f3dd-4083-a688-e3a90de602c2" providerId="ADAL" clId="{7AECE3AF-5704-4967-BD45-876FBB82BAF3}" dt="2026-08-15T05:54:35.843" v="5385" actId="1036"/>
          <ac:spMkLst>
            <pc:docMk/>
            <pc:sldMk cId="375082249" sldId="415"/>
            <ac:spMk id="13" creationId="{B302CCD9-25EC-54D4-77F7-E90E49254AFE}"/>
          </ac:spMkLst>
        </pc:spChg>
        <pc:spChg chg="add mod">
          <ac:chgData name="Peethala Rajiv Roy (PED/Hosur/TVSMotor)" userId="e2d9917c-f3dd-4083-a688-e3a90de602c2" providerId="ADAL" clId="{7AECE3AF-5704-4967-BD45-876FBB82BAF3}" dt="2026-08-15T15:58:41.198" v="10835" actId="1076"/>
          <ac:spMkLst>
            <pc:docMk/>
            <pc:sldMk cId="375082249" sldId="415"/>
            <ac:spMk id="16" creationId="{65AD0597-F6FF-2420-010D-43FB6AA802DD}"/>
          </ac:spMkLst>
        </pc:spChg>
        <pc:spChg chg="add mod">
          <ac:chgData name="Peethala Rajiv Roy (PED/Hosur/TVSMotor)" userId="e2d9917c-f3dd-4083-a688-e3a90de602c2" providerId="ADAL" clId="{7AECE3AF-5704-4967-BD45-876FBB82BAF3}" dt="2026-08-15T15:58:47.352" v="10836" actId="1076"/>
          <ac:spMkLst>
            <pc:docMk/>
            <pc:sldMk cId="375082249" sldId="415"/>
            <ac:spMk id="18" creationId="{E7403E31-2956-AA65-41E1-FD3FF5EC5552}"/>
          </ac:spMkLst>
        </pc:spChg>
        <pc:spChg chg="mod">
          <ac:chgData name="Peethala Rajiv Roy (PED/Hosur/TVSMotor)" userId="e2d9917c-f3dd-4083-a688-e3a90de602c2" providerId="ADAL" clId="{7AECE3AF-5704-4967-BD45-876FBB82BAF3}" dt="2026-08-15T05:52:38.060" v="5358" actId="20577"/>
          <ac:spMkLst>
            <pc:docMk/>
            <pc:sldMk cId="375082249" sldId="415"/>
            <ac:spMk id="22" creationId="{C7822428-D883-C96D-507D-7BCED747BA70}"/>
          </ac:spMkLst>
        </pc:spChg>
        <pc:picChg chg="add mod">
          <ac:chgData name="Peethala Rajiv Roy (PED/Hosur/TVSMotor)" userId="e2d9917c-f3dd-4083-a688-e3a90de602c2" providerId="ADAL" clId="{7AECE3AF-5704-4967-BD45-876FBB82BAF3}" dt="2026-08-15T05:53:17.401" v="5363" actId="208"/>
          <ac:picMkLst>
            <pc:docMk/>
            <pc:sldMk cId="375082249" sldId="415"/>
            <ac:picMk id="3" creationId="{76184FE1-E684-87CD-A7C7-F530BD8BB77F}"/>
          </ac:picMkLst>
        </pc:picChg>
        <pc:picChg chg="del">
          <ac:chgData name="Peethala Rajiv Roy (PED/Hosur/TVSMotor)" userId="e2d9917c-f3dd-4083-a688-e3a90de602c2" providerId="ADAL" clId="{7AECE3AF-5704-4967-BD45-876FBB82BAF3}" dt="2026-08-15T05:52:41.511" v="5359" actId="478"/>
          <ac:picMkLst>
            <pc:docMk/>
            <pc:sldMk cId="375082249" sldId="415"/>
            <ac:picMk id="7" creationId="{AC6C356E-9273-5268-2CFF-4AF718C2B18A}"/>
          </ac:picMkLst>
        </pc:picChg>
        <pc:picChg chg="add mod">
          <ac:chgData name="Peethala Rajiv Roy (PED/Hosur/TVSMotor)" userId="e2d9917c-f3dd-4083-a688-e3a90de602c2" providerId="ADAL" clId="{7AECE3AF-5704-4967-BD45-876FBB82BAF3}" dt="2026-08-15T05:54:35.843" v="5385" actId="1036"/>
          <ac:picMkLst>
            <pc:docMk/>
            <pc:sldMk cId="375082249" sldId="415"/>
            <ac:picMk id="9" creationId="{B2DA21F2-5589-DEF1-3E0F-8D3F68BEFB39}"/>
          </ac:picMkLst>
        </pc:picChg>
        <pc:picChg chg="add mod">
          <ac:chgData name="Peethala Rajiv Roy (PED/Hosur/TVSMotor)" userId="e2d9917c-f3dd-4083-a688-e3a90de602c2" providerId="ADAL" clId="{7AECE3AF-5704-4967-BD45-876FBB82BAF3}" dt="2026-08-15T05:55:26.065" v="5390" actId="208"/>
          <ac:picMkLst>
            <pc:docMk/>
            <pc:sldMk cId="375082249" sldId="415"/>
            <ac:picMk id="11" creationId="{B1C784A6-F37C-06F5-3505-B96F113A08B6}"/>
          </ac:picMkLst>
        </pc:picChg>
        <pc:picChg chg="del">
          <ac:chgData name="Peethala Rajiv Roy (PED/Hosur/TVSMotor)" userId="e2d9917c-f3dd-4083-a688-e3a90de602c2" providerId="ADAL" clId="{7AECE3AF-5704-4967-BD45-876FBB82BAF3}" dt="2026-08-15T05:53:22.315" v="5364" actId="478"/>
          <ac:picMkLst>
            <pc:docMk/>
            <pc:sldMk cId="375082249" sldId="415"/>
            <ac:picMk id="12" creationId="{77519EDC-62C2-CE18-90BD-C8424D99B551}"/>
          </ac:picMkLst>
        </pc:picChg>
        <pc:picChg chg="del">
          <ac:chgData name="Peethala Rajiv Roy (PED/Hosur/TVSMotor)" userId="e2d9917c-f3dd-4083-a688-e3a90de602c2" providerId="ADAL" clId="{7AECE3AF-5704-4967-BD45-876FBB82BAF3}" dt="2026-08-15T05:54:37.526" v="5386" actId="478"/>
          <ac:picMkLst>
            <pc:docMk/>
            <pc:sldMk cId="375082249" sldId="415"/>
            <ac:picMk id="15" creationId="{90FADF83-3FB4-21AF-CF18-554B66FECEF5}"/>
          </ac:picMkLst>
        </pc:picChg>
        <pc:cxnChg chg="add mod">
          <ac:chgData name="Peethala Rajiv Roy (PED/Hosur/TVSMotor)" userId="e2d9917c-f3dd-4083-a688-e3a90de602c2" providerId="ADAL" clId="{7AECE3AF-5704-4967-BD45-876FBB82BAF3}" dt="2026-08-15T15:58:41.198" v="10835" actId="1076"/>
          <ac:cxnSpMkLst>
            <pc:docMk/>
            <pc:sldMk cId="375082249" sldId="415"/>
            <ac:cxnSpMk id="14" creationId="{E8AA1008-EFF5-F455-270A-FED3B1BEBF9B}"/>
          </ac:cxnSpMkLst>
        </pc:cxnChg>
        <pc:cxnChg chg="add mod">
          <ac:chgData name="Peethala Rajiv Roy (PED/Hosur/TVSMotor)" userId="e2d9917c-f3dd-4083-a688-e3a90de602c2" providerId="ADAL" clId="{7AECE3AF-5704-4967-BD45-876FBB82BAF3}" dt="2026-08-15T15:58:47.352" v="10836" actId="1076"/>
          <ac:cxnSpMkLst>
            <pc:docMk/>
            <pc:sldMk cId="375082249" sldId="415"/>
            <ac:cxnSpMk id="17" creationId="{022BB7EA-E5C2-643B-E295-60DCC4DC14C6}"/>
          </ac:cxnSpMkLst>
        </pc:cxnChg>
      </pc:sldChg>
      <pc:sldChg chg="addSp delSp modSp add mod">
        <pc:chgData name="Peethala Rajiv Roy (PED/Hosur/TVSMotor)" userId="e2d9917c-f3dd-4083-a688-e3a90de602c2" providerId="ADAL" clId="{7AECE3AF-5704-4967-BD45-876FBB82BAF3}" dt="2026-08-15T05:59:05.365" v="5457" actId="1076"/>
        <pc:sldMkLst>
          <pc:docMk/>
          <pc:sldMk cId="2871368548" sldId="416"/>
        </pc:sldMkLst>
        <pc:spChg chg="del">
          <ac:chgData name="Peethala Rajiv Roy (PED/Hosur/TVSMotor)" userId="e2d9917c-f3dd-4083-a688-e3a90de602c2" providerId="ADAL" clId="{7AECE3AF-5704-4967-BD45-876FBB82BAF3}" dt="2026-08-15T05:56:08.928" v="5419" actId="478"/>
          <ac:spMkLst>
            <pc:docMk/>
            <pc:sldMk cId="2871368548" sldId="416"/>
            <ac:spMk id="8" creationId="{9AECA528-BB07-C8C6-D251-70169BB88DF4}"/>
          </ac:spMkLst>
        </pc:spChg>
        <pc:spChg chg="add mod">
          <ac:chgData name="Peethala Rajiv Roy (PED/Hosur/TVSMotor)" userId="e2d9917c-f3dd-4083-a688-e3a90de602c2" providerId="ADAL" clId="{7AECE3AF-5704-4967-BD45-876FBB82BAF3}" dt="2026-08-15T05:58:51.542" v="5452" actId="20577"/>
          <ac:spMkLst>
            <pc:docMk/>
            <pc:sldMk cId="2871368548" sldId="416"/>
            <ac:spMk id="14" creationId="{DD11AC5F-A8FB-AAAF-8842-5DFA3A958639}"/>
          </ac:spMkLst>
        </pc:spChg>
        <pc:spChg chg="add del">
          <ac:chgData name="Peethala Rajiv Roy (PED/Hosur/TVSMotor)" userId="e2d9917c-f3dd-4083-a688-e3a90de602c2" providerId="ADAL" clId="{7AECE3AF-5704-4967-BD45-876FBB82BAF3}" dt="2026-08-15T05:58:56.260" v="5454" actId="22"/>
          <ac:spMkLst>
            <pc:docMk/>
            <pc:sldMk cId="2871368548" sldId="416"/>
            <ac:spMk id="16" creationId="{EFE05F5F-FA86-9AB2-614C-8AEA23FC5310}"/>
          </ac:spMkLst>
        </pc:spChg>
        <pc:spChg chg="mod">
          <ac:chgData name="Peethala Rajiv Roy (PED/Hosur/TVSMotor)" userId="e2d9917c-f3dd-4083-a688-e3a90de602c2" providerId="ADAL" clId="{7AECE3AF-5704-4967-BD45-876FBB82BAF3}" dt="2026-08-15T05:56:03.173" v="5417" actId="20577"/>
          <ac:spMkLst>
            <pc:docMk/>
            <pc:sldMk cId="2871368548" sldId="416"/>
            <ac:spMk id="22" creationId="{450FDBB3-E49F-5F55-2BBD-16D5A51682AC}"/>
          </ac:spMkLst>
        </pc:spChg>
        <pc:picChg chg="del">
          <ac:chgData name="Peethala Rajiv Roy (PED/Hosur/TVSMotor)" userId="e2d9917c-f3dd-4083-a688-e3a90de602c2" providerId="ADAL" clId="{7AECE3AF-5704-4967-BD45-876FBB82BAF3}" dt="2026-08-15T05:56:06.707" v="5418" actId="478"/>
          <ac:picMkLst>
            <pc:docMk/>
            <pc:sldMk cId="2871368548" sldId="416"/>
            <ac:picMk id="3" creationId="{22699D0C-A3F2-BC5B-DBBD-40D16FE8247B}"/>
          </ac:picMkLst>
        </pc:picChg>
        <pc:picChg chg="add mod">
          <ac:chgData name="Peethala Rajiv Roy (PED/Hosur/TVSMotor)" userId="e2d9917c-f3dd-4083-a688-e3a90de602c2" providerId="ADAL" clId="{7AECE3AF-5704-4967-BD45-876FBB82BAF3}" dt="2026-08-15T05:56:43.345" v="5425" actId="208"/>
          <ac:picMkLst>
            <pc:docMk/>
            <pc:sldMk cId="2871368548" sldId="416"/>
            <ac:picMk id="6" creationId="{1C74FAA5-9006-D2D1-7DEB-4457D49CA151}"/>
          </ac:picMkLst>
        </pc:picChg>
        <pc:picChg chg="del">
          <ac:chgData name="Peethala Rajiv Roy (PED/Hosur/TVSMotor)" userId="e2d9917c-f3dd-4083-a688-e3a90de602c2" providerId="ADAL" clId="{7AECE3AF-5704-4967-BD45-876FBB82BAF3}" dt="2026-08-15T05:56:50.118" v="5426" actId="478"/>
          <ac:picMkLst>
            <pc:docMk/>
            <pc:sldMk cId="2871368548" sldId="416"/>
            <ac:picMk id="9" creationId="{891D42BD-560B-924A-9049-98B6237B375F}"/>
          </ac:picMkLst>
        </pc:picChg>
        <pc:picChg chg="add mod">
          <ac:chgData name="Peethala Rajiv Roy (PED/Hosur/TVSMotor)" userId="e2d9917c-f3dd-4083-a688-e3a90de602c2" providerId="ADAL" clId="{7AECE3AF-5704-4967-BD45-876FBB82BAF3}" dt="2026-08-15T05:57:27.414" v="5430" actId="208"/>
          <ac:picMkLst>
            <pc:docMk/>
            <pc:sldMk cId="2871368548" sldId="416"/>
            <ac:picMk id="10" creationId="{B74645D4-E09F-C156-E7CB-205ACB7B6CA3}"/>
          </ac:picMkLst>
        </pc:picChg>
        <pc:picChg chg="del mod">
          <ac:chgData name="Peethala Rajiv Roy (PED/Hosur/TVSMotor)" userId="e2d9917c-f3dd-4083-a688-e3a90de602c2" providerId="ADAL" clId="{7AECE3AF-5704-4967-BD45-876FBB82BAF3}" dt="2026-08-15T05:56:10.190" v="5421" actId="478"/>
          <ac:picMkLst>
            <pc:docMk/>
            <pc:sldMk cId="2871368548" sldId="416"/>
            <ac:picMk id="11" creationId="{0BDC9945-CD5D-8D60-2ADE-A67CA5134135}"/>
          </ac:picMkLst>
        </pc:picChg>
        <pc:picChg chg="add mod">
          <ac:chgData name="Peethala Rajiv Roy (PED/Hosur/TVSMotor)" userId="e2d9917c-f3dd-4083-a688-e3a90de602c2" providerId="ADAL" clId="{7AECE3AF-5704-4967-BD45-876FBB82BAF3}" dt="2026-08-15T05:59:05.365" v="5457" actId="1076"/>
          <ac:picMkLst>
            <pc:docMk/>
            <pc:sldMk cId="2871368548" sldId="416"/>
            <ac:picMk id="18" creationId="{6BF94A5C-0D66-C200-A7FA-3E824573DAE0}"/>
          </ac:picMkLst>
        </pc:picChg>
      </pc:sldChg>
      <pc:sldChg chg="addSp delSp modSp add mod">
        <pc:chgData name="Peethala Rajiv Roy (PED/Hosur/TVSMotor)" userId="e2d9917c-f3dd-4083-a688-e3a90de602c2" providerId="ADAL" clId="{7AECE3AF-5704-4967-BD45-876FBB82BAF3}" dt="2026-08-15T06:00:48.412" v="5476" actId="1076"/>
        <pc:sldMkLst>
          <pc:docMk/>
          <pc:sldMk cId="3954065178" sldId="417"/>
        </pc:sldMkLst>
        <pc:spChg chg="mod">
          <ac:chgData name="Peethala Rajiv Roy (PED/Hosur/TVSMotor)" userId="e2d9917c-f3dd-4083-a688-e3a90de602c2" providerId="ADAL" clId="{7AECE3AF-5704-4967-BD45-876FBB82BAF3}" dt="2026-08-15T05:59:33.817" v="5466" actId="20577"/>
          <ac:spMkLst>
            <pc:docMk/>
            <pc:sldMk cId="3954065178" sldId="417"/>
            <ac:spMk id="22" creationId="{5DA001DE-3B2E-1953-3842-76B535DF890F}"/>
          </ac:spMkLst>
        </pc:spChg>
        <pc:picChg chg="add mod">
          <ac:chgData name="Peethala Rajiv Roy (PED/Hosur/TVSMotor)" userId="e2d9917c-f3dd-4083-a688-e3a90de602c2" providerId="ADAL" clId="{7AECE3AF-5704-4967-BD45-876FBB82BAF3}" dt="2026-08-15T06:00:06.753" v="5470" actId="208"/>
          <ac:picMkLst>
            <pc:docMk/>
            <pc:sldMk cId="3954065178" sldId="417"/>
            <ac:picMk id="3" creationId="{169FF585-E990-2039-E0C0-44F69E02CA52}"/>
          </ac:picMkLst>
        </pc:picChg>
        <pc:picChg chg="del">
          <ac:chgData name="Peethala Rajiv Roy (PED/Hosur/TVSMotor)" userId="e2d9917c-f3dd-4083-a688-e3a90de602c2" providerId="ADAL" clId="{7AECE3AF-5704-4967-BD45-876FBB82BAF3}" dt="2026-08-15T05:59:28.060" v="5460" actId="478"/>
          <ac:picMkLst>
            <pc:docMk/>
            <pc:sldMk cId="3954065178" sldId="417"/>
            <ac:picMk id="6" creationId="{5627CD2C-9898-D9C3-A7A8-2CAC982B8275}"/>
          </ac:picMkLst>
        </pc:picChg>
        <pc:picChg chg="add mod">
          <ac:chgData name="Peethala Rajiv Roy (PED/Hosur/TVSMotor)" userId="e2d9917c-f3dd-4083-a688-e3a90de602c2" providerId="ADAL" clId="{7AECE3AF-5704-4967-BD45-876FBB82BAF3}" dt="2026-08-15T06:00:48.412" v="5476" actId="1076"/>
          <ac:picMkLst>
            <pc:docMk/>
            <pc:sldMk cId="3954065178" sldId="417"/>
            <ac:picMk id="8" creationId="{68FFEF1D-81DE-30D9-D6C0-994E832A4AB8}"/>
          </ac:picMkLst>
        </pc:picChg>
        <pc:picChg chg="del">
          <ac:chgData name="Peethala Rajiv Roy (PED/Hosur/TVSMotor)" userId="e2d9917c-f3dd-4083-a688-e3a90de602c2" providerId="ADAL" clId="{7AECE3AF-5704-4967-BD45-876FBB82BAF3}" dt="2026-08-15T05:59:26.703" v="5459" actId="478"/>
          <ac:picMkLst>
            <pc:docMk/>
            <pc:sldMk cId="3954065178" sldId="417"/>
            <ac:picMk id="10" creationId="{A531C69C-B04F-7D78-BA1C-827F939062B2}"/>
          </ac:picMkLst>
        </pc:picChg>
      </pc:sldChg>
      <pc:sldChg chg="addSp delSp modSp add mod">
        <pc:chgData name="Peethala Rajiv Roy (PED/Hosur/TVSMotor)" userId="e2d9917c-f3dd-4083-a688-e3a90de602c2" providerId="ADAL" clId="{7AECE3AF-5704-4967-BD45-876FBB82BAF3}" dt="2026-08-15T06:02:51.864" v="5495" actId="1076"/>
        <pc:sldMkLst>
          <pc:docMk/>
          <pc:sldMk cId="1508629187" sldId="418"/>
        </pc:sldMkLst>
        <pc:spChg chg="mod">
          <ac:chgData name="Peethala Rajiv Roy (PED/Hosur/TVSMotor)" userId="e2d9917c-f3dd-4083-a688-e3a90de602c2" providerId="ADAL" clId="{7AECE3AF-5704-4967-BD45-876FBB82BAF3}" dt="2026-08-15T06:02:51.864" v="5495" actId="1076"/>
          <ac:spMkLst>
            <pc:docMk/>
            <pc:sldMk cId="1508629187" sldId="418"/>
            <ac:spMk id="13" creationId="{CEBFE144-3680-331B-27E9-8A8C50A56568}"/>
          </ac:spMkLst>
        </pc:spChg>
        <pc:spChg chg="mod">
          <ac:chgData name="Peethala Rajiv Roy (PED/Hosur/TVSMotor)" userId="e2d9917c-f3dd-4083-a688-e3a90de602c2" providerId="ADAL" clId="{7AECE3AF-5704-4967-BD45-876FBB82BAF3}" dt="2026-08-15T06:01:15.389" v="5485" actId="20577"/>
          <ac:spMkLst>
            <pc:docMk/>
            <pc:sldMk cId="1508629187" sldId="418"/>
            <ac:spMk id="22" creationId="{11E8B8DA-BE93-992D-36D7-49736BB13227}"/>
          </ac:spMkLst>
        </pc:spChg>
        <pc:picChg chg="del">
          <ac:chgData name="Peethala Rajiv Roy (PED/Hosur/TVSMotor)" userId="e2d9917c-f3dd-4083-a688-e3a90de602c2" providerId="ADAL" clId="{7AECE3AF-5704-4967-BD45-876FBB82BAF3}" dt="2026-08-15T06:01:09.691" v="5479" actId="478"/>
          <ac:picMkLst>
            <pc:docMk/>
            <pc:sldMk cId="1508629187" sldId="418"/>
            <ac:picMk id="3" creationId="{F0709220-F990-371A-0A98-E5D4F006A3CE}"/>
          </ac:picMkLst>
        </pc:picChg>
        <pc:picChg chg="add mod">
          <ac:chgData name="Peethala Rajiv Roy (PED/Hosur/TVSMotor)" userId="e2d9917c-f3dd-4083-a688-e3a90de602c2" providerId="ADAL" clId="{7AECE3AF-5704-4967-BD45-876FBB82BAF3}" dt="2026-08-15T06:02:07.587" v="5490" actId="14100"/>
          <ac:picMkLst>
            <pc:docMk/>
            <pc:sldMk cId="1508629187" sldId="418"/>
            <ac:picMk id="6" creationId="{E3AA5091-EA2B-0F5B-36A6-5BBCFBCF78E6}"/>
          </ac:picMkLst>
        </pc:picChg>
        <pc:picChg chg="del">
          <ac:chgData name="Peethala Rajiv Roy (PED/Hosur/TVSMotor)" userId="e2d9917c-f3dd-4083-a688-e3a90de602c2" providerId="ADAL" clId="{7AECE3AF-5704-4967-BD45-876FBB82BAF3}" dt="2026-08-15T06:01:07.989" v="5478" actId="478"/>
          <ac:picMkLst>
            <pc:docMk/>
            <pc:sldMk cId="1508629187" sldId="418"/>
            <ac:picMk id="8" creationId="{58C29C84-A4D9-042D-75C4-B64A7E39C135}"/>
          </ac:picMkLst>
        </pc:picChg>
        <pc:picChg chg="add mod">
          <ac:chgData name="Peethala Rajiv Roy (PED/Hosur/TVSMotor)" userId="e2d9917c-f3dd-4083-a688-e3a90de602c2" providerId="ADAL" clId="{7AECE3AF-5704-4967-BD45-876FBB82BAF3}" dt="2026-08-15T06:02:51.864" v="5495" actId="1076"/>
          <ac:picMkLst>
            <pc:docMk/>
            <pc:sldMk cId="1508629187" sldId="418"/>
            <ac:picMk id="9" creationId="{7E82B581-1037-1CF7-9DC3-5028C3710DDA}"/>
          </ac:picMkLst>
        </pc:picChg>
      </pc:sldChg>
      <pc:sldChg chg="addSp delSp modSp add mod">
        <pc:chgData name="Peethala Rajiv Roy (PED/Hosur/TVSMotor)" userId="e2d9917c-f3dd-4083-a688-e3a90de602c2" providerId="ADAL" clId="{7AECE3AF-5704-4967-BD45-876FBB82BAF3}" dt="2026-08-15T15:59:28.156" v="10839" actId="1076"/>
        <pc:sldMkLst>
          <pc:docMk/>
          <pc:sldMk cId="3467635709" sldId="419"/>
        </pc:sldMkLst>
        <pc:spChg chg="add mod">
          <ac:chgData name="Peethala Rajiv Roy (PED/Hosur/TVSMotor)" userId="e2d9917c-f3dd-4083-a688-e3a90de602c2" providerId="ADAL" clId="{7AECE3AF-5704-4967-BD45-876FBB82BAF3}" dt="2026-08-15T15:59:24.331" v="10838" actId="1076"/>
          <ac:spMkLst>
            <pc:docMk/>
            <pc:sldMk cId="3467635709" sldId="419"/>
            <ac:spMk id="11" creationId="{882C03B2-9E24-C303-A7DD-59D4E4F1E02B}"/>
          </ac:spMkLst>
        </pc:spChg>
        <pc:spChg chg="del">
          <ac:chgData name="Peethala Rajiv Roy (PED/Hosur/TVSMotor)" userId="e2d9917c-f3dd-4083-a688-e3a90de602c2" providerId="ADAL" clId="{7AECE3AF-5704-4967-BD45-876FBB82BAF3}" dt="2026-08-15T06:03:15.881" v="5498" actId="478"/>
          <ac:spMkLst>
            <pc:docMk/>
            <pc:sldMk cId="3467635709" sldId="419"/>
            <ac:spMk id="14" creationId="{B0ED23B0-6C66-8543-A435-8B0974D4F0F7}"/>
          </ac:spMkLst>
        </pc:spChg>
        <pc:spChg chg="add mod">
          <ac:chgData name="Peethala Rajiv Roy (PED/Hosur/TVSMotor)" userId="e2d9917c-f3dd-4083-a688-e3a90de602c2" providerId="ADAL" clId="{7AECE3AF-5704-4967-BD45-876FBB82BAF3}" dt="2026-08-15T15:59:28.156" v="10839" actId="1076"/>
          <ac:spMkLst>
            <pc:docMk/>
            <pc:sldMk cId="3467635709" sldId="419"/>
            <ac:spMk id="15" creationId="{E5D163B6-3D62-6B3A-C75E-C3C3F32B4BA7}"/>
          </ac:spMkLst>
        </pc:spChg>
        <pc:spChg chg="mod">
          <ac:chgData name="Peethala Rajiv Roy (PED/Hosur/TVSMotor)" userId="e2d9917c-f3dd-4083-a688-e3a90de602c2" providerId="ADAL" clId="{7AECE3AF-5704-4967-BD45-876FBB82BAF3}" dt="2026-08-15T06:03:26.036" v="5540" actId="20577"/>
          <ac:spMkLst>
            <pc:docMk/>
            <pc:sldMk cId="3467635709" sldId="419"/>
            <ac:spMk id="22" creationId="{D91B8419-AE95-FDE2-8D9A-E4F0FE31FD9E}"/>
          </ac:spMkLst>
        </pc:spChg>
        <pc:picChg chg="add mod">
          <ac:chgData name="Peethala Rajiv Roy (PED/Hosur/TVSMotor)" userId="e2d9917c-f3dd-4083-a688-e3a90de602c2" providerId="ADAL" clId="{7AECE3AF-5704-4967-BD45-876FBB82BAF3}" dt="2026-08-15T06:04:01.503" v="5545" actId="208"/>
          <ac:picMkLst>
            <pc:docMk/>
            <pc:sldMk cId="3467635709" sldId="419"/>
            <ac:picMk id="3" creationId="{85F1EA6F-B28F-A05E-BCFB-19CA1F3DF316}"/>
          </ac:picMkLst>
        </pc:picChg>
        <pc:picChg chg="del">
          <ac:chgData name="Peethala Rajiv Roy (PED/Hosur/TVSMotor)" userId="e2d9917c-f3dd-4083-a688-e3a90de602c2" providerId="ADAL" clId="{7AECE3AF-5704-4967-BD45-876FBB82BAF3}" dt="2026-08-15T06:03:28.493" v="5541" actId="478"/>
          <ac:picMkLst>
            <pc:docMk/>
            <pc:sldMk cId="3467635709" sldId="419"/>
            <ac:picMk id="6" creationId="{AF20D4E0-E275-3F42-5BD4-933B2B972DBA}"/>
          </ac:picMkLst>
        </pc:picChg>
        <pc:picChg chg="add mod">
          <ac:chgData name="Peethala Rajiv Roy (PED/Hosur/TVSMotor)" userId="e2d9917c-f3dd-4083-a688-e3a90de602c2" providerId="ADAL" clId="{7AECE3AF-5704-4967-BD45-876FBB82BAF3}" dt="2026-08-15T06:04:58.584" v="5550" actId="208"/>
          <ac:picMkLst>
            <pc:docMk/>
            <pc:sldMk cId="3467635709" sldId="419"/>
            <ac:picMk id="8" creationId="{C08AB316-C829-CD6B-B5AF-C4B3563204DF}"/>
          </ac:picMkLst>
        </pc:picChg>
        <pc:picChg chg="del">
          <ac:chgData name="Peethala Rajiv Roy (PED/Hosur/TVSMotor)" userId="e2d9917c-f3dd-4083-a688-e3a90de602c2" providerId="ADAL" clId="{7AECE3AF-5704-4967-BD45-876FBB82BAF3}" dt="2026-08-15T06:04:28.417" v="5546" actId="478"/>
          <ac:picMkLst>
            <pc:docMk/>
            <pc:sldMk cId="3467635709" sldId="419"/>
            <ac:picMk id="9" creationId="{3C13AA4F-1A88-A134-E5C5-4F75E0BCE893}"/>
          </ac:picMkLst>
        </pc:picChg>
        <pc:picChg chg="del">
          <ac:chgData name="Peethala Rajiv Roy (PED/Hosur/TVSMotor)" userId="e2d9917c-f3dd-4083-a688-e3a90de602c2" providerId="ADAL" clId="{7AECE3AF-5704-4967-BD45-876FBB82BAF3}" dt="2026-08-15T06:03:12.456" v="5497" actId="478"/>
          <ac:picMkLst>
            <pc:docMk/>
            <pc:sldMk cId="3467635709" sldId="419"/>
            <ac:picMk id="18" creationId="{AF818D54-BCEA-A06F-F5F3-E238E2B622E4}"/>
          </ac:picMkLst>
        </pc:picChg>
        <pc:cxnChg chg="add mod">
          <ac:chgData name="Peethala Rajiv Roy (PED/Hosur/TVSMotor)" userId="e2d9917c-f3dd-4083-a688-e3a90de602c2" providerId="ADAL" clId="{7AECE3AF-5704-4967-BD45-876FBB82BAF3}" dt="2026-08-15T15:59:24.331" v="10838" actId="1076"/>
          <ac:cxnSpMkLst>
            <pc:docMk/>
            <pc:sldMk cId="3467635709" sldId="419"/>
            <ac:cxnSpMk id="10" creationId="{A51E0F03-C8AE-22DE-3970-5BDD045D8A61}"/>
          </ac:cxnSpMkLst>
        </pc:cxnChg>
        <pc:cxnChg chg="add mod">
          <ac:chgData name="Peethala Rajiv Roy (PED/Hosur/TVSMotor)" userId="e2d9917c-f3dd-4083-a688-e3a90de602c2" providerId="ADAL" clId="{7AECE3AF-5704-4967-BD45-876FBB82BAF3}" dt="2026-08-15T15:59:28.156" v="10839" actId="1076"/>
          <ac:cxnSpMkLst>
            <pc:docMk/>
            <pc:sldMk cId="3467635709" sldId="419"/>
            <ac:cxnSpMk id="12" creationId="{49DC6C33-8D2A-CBAB-C2FC-4C47C7667A7A}"/>
          </ac:cxnSpMkLst>
        </pc:cxnChg>
      </pc:sldChg>
      <pc:sldChg chg="addSp delSp modSp new mod">
        <pc:chgData name="Peethala Rajiv Roy (PED/Hosur/TVSMotor)" userId="e2d9917c-f3dd-4083-a688-e3a90de602c2" providerId="ADAL" clId="{7AECE3AF-5704-4967-BD45-876FBB82BAF3}" dt="2026-08-15T06:22:00.658" v="5593" actId="1076"/>
        <pc:sldMkLst>
          <pc:docMk/>
          <pc:sldMk cId="1052544580" sldId="420"/>
        </pc:sldMkLst>
        <pc:spChg chg="mod">
          <ac:chgData name="Peethala Rajiv Roy (PED/Hosur/TVSMotor)" userId="e2d9917c-f3dd-4083-a688-e3a90de602c2" providerId="ADAL" clId="{7AECE3AF-5704-4967-BD45-876FBB82BAF3}" dt="2026-08-15T06:07:34.999" v="5577" actId="20577"/>
          <ac:spMkLst>
            <pc:docMk/>
            <pc:sldMk cId="1052544580" sldId="420"/>
            <ac:spMk id="2" creationId="{03B123C5-7CF0-675C-A210-18547E2B0294}"/>
          </ac:spMkLst>
        </pc:spChg>
        <pc:spChg chg="del">
          <ac:chgData name="Peethala Rajiv Roy (PED/Hosur/TVSMotor)" userId="e2d9917c-f3dd-4083-a688-e3a90de602c2" providerId="ADAL" clId="{7AECE3AF-5704-4967-BD45-876FBB82BAF3}" dt="2026-08-15T06:07:41.004" v="5578" actId="478"/>
          <ac:spMkLst>
            <pc:docMk/>
            <pc:sldMk cId="1052544580" sldId="420"/>
            <ac:spMk id="3" creationId="{06E361BE-22A4-3810-1225-DC65D2E7F2FA}"/>
          </ac:spMkLst>
        </pc:spChg>
        <pc:picChg chg="add mod">
          <ac:chgData name="Peethala Rajiv Roy (PED/Hosur/TVSMotor)" userId="e2d9917c-f3dd-4083-a688-e3a90de602c2" providerId="ADAL" clId="{7AECE3AF-5704-4967-BD45-876FBB82BAF3}" dt="2026-08-15T06:21:54.019" v="5591" actId="1076"/>
          <ac:picMkLst>
            <pc:docMk/>
            <pc:sldMk cId="1052544580" sldId="420"/>
            <ac:picMk id="6" creationId="{4E67AA15-27C6-7CE1-32F0-B0C9466861C7}"/>
          </ac:picMkLst>
        </pc:picChg>
        <pc:picChg chg="add mod">
          <ac:chgData name="Peethala Rajiv Roy (PED/Hosur/TVSMotor)" userId="e2d9917c-f3dd-4083-a688-e3a90de602c2" providerId="ADAL" clId="{7AECE3AF-5704-4967-BD45-876FBB82BAF3}" dt="2026-08-15T06:21:57.801" v="5592" actId="1076"/>
          <ac:picMkLst>
            <pc:docMk/>
            <pc:sldMk cId="1052544580" sldId="420"/>
            <ac:picMk id="8" creationId="{570AA9DB-2D8E-4D78-0419-BFCB81618B23}"/>
          </ac:picMkLst>
        </pc:picChg>
        <pc:picChg chg="add del mod">
          <ac:chgData name="Peethala Rajiv Roy (PED/Hosur/TVSMotor)" userId="e2d9917c-f3dd-4083-a688-e3a90de602c2" providerId="ADAL" clId="{7AECE3AF-5704-4967-BD45-876FBB82BAF3}" dt="2026-08-15T06:11:53.015" v="5586" actId="478"/>
          <ac:picMkLst>
            <pc:docMk/>
            <pc:sldMk cId="1052544580" sldId="420"/>
            <ac:picMk id="10" creationId="{F6B63AE5-EF89-A5E6-46E5-5204514D1D21}"/>
          </ac:picMkLst>
        </pc:picChg>
        <pc:picChg chg="add del mod">
          <ac:chgData name="Peethala Rajiv Roy (PED/Hosur/TVSMotor)" userId="e2d9917c-f3dd-4083-a688-e3a90de602c2" providerId="ADAL" clId="{7AECE3AF-5704-4967-BD45-876FBB82BAF3}" dt="2026-08-15T06:11:59.077" v="5588" actId="478"/>
          <ac:picMkLst>
            <pc:docMk/>
            <pc:sldMk cId="1052544580" sldId="420"/>
            <ac:picMk id="12" creationId="{06BD015C-E406-D7E6-DAD9-A5CF56DE1261}"/>
          </ac:picMkLst>
        </pc:picChg>
        <pc:picChg chg="add mod">
          <ac:chgData name="Peethala Rajiv Roy (PED/Hosur/TVSMotor)" userId="e2d9917c-f3dd-4083-a688-e3a90de602c2" providerId="ADAL" clId="{7AECE3AF-5704-4967-BD45-876FBB82BAF3}" dt="2026-08-15T06:22:00.658" v="5593" actId="1076"/>
          <ac:picMkLst>
            <pc:docMk/>
            <pc:sldMk cId="1052544580" sldId="420"/>
            <ac:picMk id="14" creationId="{EA35A117-6504-4699-4E1B-F851D7DDB62F}"/>
          </ac:picMkLst>
        </pc:picChg>
      </pc:sldChg>
      <pc:sldChg chg="new del">
        <pc:chgData name="Peethala Rajiv Roy (PED/Hosur/TVSMotor)" userId="e2d9917c-f3dd-4083-a688-e3a90de602c2" providerId="ADAL" clId="{7AECE3AF-5704-4967-BD45-876FBB82BAF3}" dt="2026-08-15T08:38:29.207" v="6092" actId="47"/>
        <pc:sldMkLst>
          <pc:docMk/>
          <pc:sldMk cId="3706579684" sldId="421"/>
        </pc:sldMkLst>
      </pc:sldChg>
      <pc:sldChg chg="addSp delSp modSp add mod ord">
        <pc:chgData name="Peethala Rajiv Roy (PED/Hosur/TVSMotor)" userId="e2d9917c-f3dd-4083-a688-e3a90de602c2" providerId="ADAL" clId="{7AECE3AF-5704-4967-BD45-876FBB82BAF3}" dt="2026-08-15T06:59:07.668" v="5859" actId="1076"/>
        <pc:sldMkLst>
          <pc:docMk/>
          <pc:sldMk cId="142473597" sldId="422"/>
        </pc:sldMkLst>
        <pc:spChg chg="del">
          <ac:chgData name="Peethala Rajiv Roy (PED/Hosur/TVSMotor)" userId="e2d9917c-f3dd-4083-a688-e3a90de602c2" providerId="ADAL" clId="{7AECE3AF-5704-4967-BD45-876FBB82BAF3}" dt="2026-08-15T06:56:08.771" v="5803" actId="478"/>
          <ac:spMkLst>
            <pc:docMk/>
            <pc:sldMk cId="142473597" sldId="422"/>
            <ac:spMk id="8" creationId="{FD01ED9F-2CD4-12A0-088E-4F59AEE256B0}"/>
          </ac:spMkLst>
        </pc:spChg>
        <pc:spChg chg="mod">
          <ac:chgData name="Peethala Rajiv Roy (PED/Hosur/TVSMotor)" userId="e2d9917c-f3dd-4083-a688-e3a90de602c2" providerId="ADAL" clId="{7AECE3AF-5704-4967-BD45-876FBB82BAF3}" dt="2026-08-15T06:53:31.452" v="5798" actId="1076"/>
          <ac:spMkLst>
            <pc:docMk/>
            <pc:sldMk cId="142473597" sldId="422"/>
            <ac:spMk id="13" creationId="{9D1040B3-7D5F-B977-E48C-E7A2989B324C}"/>
          </ac:spMkLst>
        </pc:spChg>
        <pc:spChg chg="add mod">
          <ac:chgData name="Peethala Rajiv Roy (PED/Hosur/TVSMotor)" userId="e2d9917c-f3dd-4083-a688-e3a90de602c2" providerId="ADAL" clId="{7AECE3AF-5704-4967-BD45-876FBB82BAF3}" dt="2026-08-15T06:58:59.568" v="5858" actId="1076"/>
          <ac:spMkLst>
            <pc:docMk/>
            <pc:sldMk cId="142473597" sldId="422"/>
            <ac:spMk id="16" creationId="{6F1731D7-962F-14B6-C4EC-7FE7ACF6D0F8}"/>
          </ac:spMkLst>
        </pc:spChg>
        <pc:spChg chg="add mod">
          <ac:chgData name="Peethala Rajiv Roy (PED/Hosur/TVSMotor)" userId="e2d9917c-f3dd-4083-a688-e3a90de602c2" providerId="ADAL" clId="{7AECE3AF-5704-4967-BD45-876FBB82BAF3}" dt="2026-08-15T06:58:55.938" v="5857" actId="1076"/>
          <ac:spMkLst>
            <pc:docMk/>
            <pc:sldMk cId="142473597" sldId="422"/>
            <ac:spMk id="18" creationId="{64602508-2A5B-D407-2352-7BAF2E3F2C9C}"/>
          </ac:spMkLst>
        </pc:spChg>
        <pc:spChg chg="add mod">
          <ac:chgData name="Peethala Rajiv Roy (PED/Hosur/TVSMotor)" userId="e2d9917c-f3dd-4083-a688-e3a90de602c2" providerId="ADAL" clId="{7AECE3AF-5704-4967-BD45-876FBB82BAF3}" dt="2026-08-15T06:59:07.668" v="5859" actId="1076"/>
          <ac:spMkLst>
            <pc:docMk/>
            <pc:sldMk cId="142473597" sldId="422"/>
            <ac:spMk id="20" creationId="{D6CCA0B0-8D05-85F5-5B6B-405602C82660}"/>
          </ac:spMkLst>
        </pc:spChg>
        <pc:spChg chg="mod">
          <ac:chgData name="Peethala Rajiv Roy (PED/Hosur/TVSMotor)" userId="e2d9917c-f3dd-4083-a688-e3a90de602c2" providerId="ADAL" clId="{7AECE3AF-5704-4967-BD45-876FBB82BAF3}" dt="2026-08-15T06:52:42.941" v="5796" actId="20577"/>
          <ac:spMkLst>
            <pc:docMk/>
            <pc:sldMk cId="142473597" sldId="422"/>
            <ac:spMk id="22" creationId="{E23B3A8D-9646-DF75-F829-0FD441896C81}"/>
          </ac:spMkLst>
        </pc:spChg>
        <pc:spChg chg="add mod">
          <ac:chgData name="Peethala Rajiv Roy (PED/Hosur/TVSMotor)" userId="e2d9917c-f3dd-4083-a688-e3a90de602c2" providerId="ADAL" clId="{7AECE3AF-5704-4967-BD45-876FBB82BAF3}" dt="2026-08-15T06:58:53.139" v="5856" actId="1076"/>
          <ac:spMkLst>
            <pc:docMk/>
            <pc:sldMk cId="142473597" sldId="422"/>
            <ac:spMk id="23" creationId="{FB6A339B-513E-CFAB-21A9-E8B66A0C0D91}"/>
          </ac:spMkLst>
        </pc:spChg>
        <pc:picChg chg="del">
          <ac:chgData name="Peethala Rajiv Roy (PED/Hosur/TVSMotor)" userId="e2d9917c-f3dd-4083-a688-e3a90de602c2" providerId="ADAL" clId="{7AECE3AF-5704-4967-BD45-876FBB82BAF3}" dt="2026-08-15T06:52:23.607" v="5741" actId="478"/>
          <ac:picMkLst>
            <pc:docMk/>
            <pc:sldMk cId="142473597" sldId="422"/>
            <ac:picMk id="3" creationId="{A3BB3B99-AFD9-95EA-7B77-A16EC1443262}"/>
          </ac:picMkLst>
        </pc:picChg>
        <pc:picChg chg="add mod">
          <ac:chgData name="Peethala Rajiv Roy (PED/Hosur/TVSMotor)" userId="e2d9917c-f3dd-4083-a688-e3a90de602c2" providerId="ADAL" clId="{7AECE3AF-5704-4967-BD45-876FBB82BAF3}" dt="2026-08-15T06:56:17.726" v="5806" actId="208"/>
          <ac:picMkLst>
            <pc:docMk/>
            <pc:sldMk cId="142473597" sldId="422"/>
            <ac:picMk id="6" creationId="{72250280-9141-1D98-70EC-1F519C132D67}"/>
          </ac:picMkLst>
        </pc:picChg>
        <pc:picChg chg="del">
          <ac:chgData name="Peethala Rajiv Roy (PED/Hosur/TVSMotor)" userId="e2d9917c-f3dd-4083-a688-e3a90de602c2" providerId="ADAL" clId="{7AECE3AF-5704-4967-BD45-876FBB82BAF3}" dt="2026-08-15T06:56:02.411" v="5800" actId="478"/>
          <ac:picMkLst>
            <pc:docMk/>
            <pc:sldMk cId="142473597" sldId="422"/>
            <ac:picMk id="9" creationId="{F1FCCF75-5FA7-ED11-9E6B-622FEF178E91}"/>
          </ac:picMkLst>
        </pc:picChg>
        <pc:picChg chg="del">
          <ac:chgData name="Peethala Rajiv Roy (PED/Hosur/TVSMotor)" userId="e2d9917c-f3dd-4083-a688-e3a90de602c2" providerId="ADAL" clId="{7AECE3AF-5704-4967-BD45-876FBB82BAF3}" dt="2026-08-15T06:53:33.521" v="5799" actId="478"/>
          <ac:picMkLst>
            <pc:docMk/>
            <pc:sldMk cId="142473597" sldId="422"/>
            <ac:picMk id="11" creationId="{33C8BF18-35A3-7BE0-0837-C7311EA084DA}"/>
          </ac:picMkLst>
        </pc:picChg>
        <pc:cxnChg chg="add">
          <ac:chgData name="Peethala Rajiv Roy (PED/Hosur/TVSMotor)" userId="e2d9917c-f3dd-4083-a688-e3a90de602c2" providerId="ADAL" clId="{7AECE3AF-5704-4967-BD45-876FBB82BAF3}" dt="2026-08-15T06:56:28.643" v="5807" actId="11529"/>
          <ac:cxnSpMkLst>
            <pc:docMk/>
            <pc:sldMk cId="142473597" sldId="422"/>
            <ac:cxnSpMk id="10" creationId="{DCDD8588-8268-9B2E-54D4-1E6CEFE24D79}"/>
          </ac:cxnSpMkLst>
        </pc:cxnChg>
        <pc:cxnChg chg="add mod">
          <ac:chgData name="Peethala Rajiv Roy (PED/Hosur/TVSMotor)" userId="e2d9917c-f3dd-4083-a688-e3a90de602c2" providerId="ADAL" clId="{7AECE3AF-5704-4967-BD45-876FBB82BAF3}" dt="2026-08-15T06:56:36.037" v="5809" actId="1076"/>
          <ac:cxnSpMkLst>
            <pc:docMk/>
            <pc:sldMk cId="142473597" sldId="422"/>
            <ac:cxnSpMk id="12" creationId="{1B3D218E-A917-ED71-FBD3-494D7404B46C}"/>
          </ac:cxnSpMkLst>
        </pc:cxnChg>
        <pc:cxnChg chg="add mod">
          <ac:chgData name="Peethala Rajiv Roy (PED/Hosur/TVSMotor)" userId="e2d9917c-f3dd-4083-a688-e3a90de602c2" providerId="ADAL" clId="{7AECE3AF-5704-4967-BD45-876FBB82BAF3}" dt="2026-08-15T06:56:42.636" v="5811" actId="1076"/>
          <ac:cxnSpMkLst>
            <pc:docMk/>
            <pc:sldMk cId="142473597" sldId="422"/>
            <ac:cxnSpMk id="14" creationId="{A1E1E9B6-152A-E0C5-87FA-EE8776AD2809}"/>
          </ac:cxnSpMkLst>
        </pc:cxnChg>
        <pc:cxnChg chg="add mod">
          <ac:chgData name="Peethala Rajiv Roy (PED/Hosur/TVSMotor)" userId="e2d9917c-f3dd-4083-a688-e3a90de602c2" providerId="ADAL" clId="{7AECE3AF-5704-4967-BD45-876FBB82BAF3}" dt="2026-08-15T06:56:46.488" v="5813" actId="1076"/>
          <ac:cxnSpMkLst>
            <pc:docMk/>
            <pc:sldMk cId="142473597" sldId="422"/>
            <ac:cxnSpMk id="15" creationId="{A463B2E1-4763-F924-3F6A-5AF9AFAA19B8}"/>
          </ac:cxnSpMkLst>
        </pc:cxnChg>
      </pc:sldChg>
      <pc:sldChg chg="addSp delSp modSp add mod">
        <pc:chgData name="Peethala Rajiv Roy (PED/Hosur/TVSMotor)" userId="e2d9917c-f3dd-4083-a688-e3a90de602c2" providerId="ADAL" clId="{7AECE3AF-5704-4967-BD45-876FBB82BAF3}" dt="2026-08-15T15:59:51.330" v="10842" actId="1076"/>
        <pc:sldMkLst>
          <pc:docMk/>
          <pc:sldMk cId="2172377791" sldId="423"/>
        </pc:sldMkLst>
        <pc:spChg chg="mod">
          <ac:chgData name="Peethala Rajiv Roy (PED/Hosur/TVSMotor)" userId="e2d9917c-f3dd-4083-a688-e3a90de602c2" providerId="ADAL" clId="{7AECE3AF-5704-4967-BD45-876FBB82BAF3}" dt="2026-08-15T07:23:25.445" v="5921" actId="1076"/>
          <ac:spMkLst>
            <pc:docMk/>
            <pc:sldMk cId="2172377791" sldId="423"/>
            <ac:spMk id="8" creationId="{EB65F0DA-FFE9-9EBF-5E94-B86F1C06759E}"/>
          </ac:spMkLst>
        </pc:spChg>
        <pc:spChg chg="add mod">
          <ac:chgData name="Peethala Rajiv Roy (PED/Hosur/TVSMotor)" userId="e2d9917c-f3dd-4083-a688-e3a90de602c2" providerId="ADAL" clId="{7AECE3AF-5704-4967-BD45-876FBB82BAF3}" dt="2026-08-15T15:59:45.882" v="10841" actId="1076"/>
          <ac:spMkLst>
            <pc:docMk/>
            <pc:sldMk cId="2172377791" sldId="423"/>
            <ac:spMk id="15" creationId="{5F8E1F5A-54B9-1056-C37B-D406D133E21B}"/>
          </ac:spMkLst>
        </pc:spChg>
        <pc:spChg chg="add mod">
          <ac:chgData name="Peethala Rajiv Roy (PED/Hosur/TVSMotor)" userId="e2d9917c-f3dd-4083-a688-e3a90de602c2" providerId="ADAL" clId="{7AECE3AF-5704-4967-BD45-876FBB82BAF3}" dt="2026-08-15T15:59:51.330" v="10842" actId="1076"/>
          <ac:spMkLst>
            <pc:docMk/>
            <pc:sldMk cId="2172377791" sldId="423"/>
            <ac:spMk id="17" creationId="{B5B0A54A-EB16-5D2A-A17F-53F5731AD94F}"/>
          </ac:spMkLst>
        </pc:spChg>
        <pc:spChg chg="mod">
          <ac:chgData name="Peethala Rajiv Roy (PED/Hosur/TVSMotor)" userId="e2d9917c-f3dd-4083-a688-e3a90de602c2" providerId="ADAL" clId="{7AECE3AF-5704-4967-BD45-876FBB82BAF3}" dt="2026-08-15T07:20:10.497" v="5904" actId="20577"/>
          <ac:spMkLst>
            <pc:docMk/>
            <pc:sldMk cId="2172377791" sldId="423"/>
            <ac:spMk id="22" creationId="{9B758853-7BB1-E5B9-DD90-900E31666C18}"/>
          </ac:spMkLst>
        </pc:spChg>
        <pc:picChg chg="add mod">
          <ac:chgData name="Peethala Rajiv Roy (PED/Hosur/TVSMotor)" userId="e2d9917c-f3dd-4083-a688-e3a90de602c2" providerId="ADAL" clId="{7AECE3AF-5704-4967-BD45-876FBB82BAF3}" dt="2026-08-15T07:21:07.132" v="5910" actId="208"/>
          <ac:picMkLst>
            <pc:docMk/>
            <pc:sldMk cId="2172377791" sldId="423"/>
            <ac:picMk id="3" creationId="{2C0B584F-57C4-AD5D-6DAA-29C5E310C0B1}"/>
          </ac:picMkLst>
        </pc:picChg>
        <pc:picChg chg="add mod">
          <ac:chgData name="Peethala Rajiv Roy (PED/Hosur/TVSMotor)" userId="e2d9917c-f3dd-4083-a688-e3a90de602c2" providerId="ADAL" clId="{7AECE3AF-5704-4967-BD45-876FBB82BAF3}" dt="2026-08-15T07:22:07.857" v="5917" actId="1076"/>
          <ac:picMkLst>
            <pc:docMk/>
            <pc:sldMk cId="2172377791" sldId="423"/>
            <ac:picMk id="7" creationId="{14687E91-FB4D-1125-5250-0CAC506FD459}"/>
          </ac:picMkLst>
        </pc:picChg>
        <pc:picChg chg="del">
          <ac:chgData name="Peethala Rajiv Roy (PED/Hosur/TVSMotor)" userId="e2d9917c-f3dd-4083-a688-e3a90de602c2" providerId="ADAL" clId="{7AECE3AF-5704-4967-BD45-876FBB82BAF3}" dt="2026-08-15T07:21:11.253" v="5911" actId="478"/>
          <ac:picMkLst>
            <pc:docMk/>
            <pc:sldMk cId="2172377791" sldId="423"/>
            <ac:picMk id="9" creationId="{E4348448-E1F4-2555-6595-73E687DB3149}"/>
          </ac:picMkLst>
        </pc:picChg>
        <pc:picChg chg="del">
          <ac:chgData name="Peethala Rajiv Roy (PED/Hosur/TVSMotor)" userId="e2d9917c-f3dd-4083-a688-e3a90de602c2" providerId="ADAL" clId="{7AECE3AF-5704-4967-BD45-876FBB82BAF3}" dt="2026-08-15T07:22:12.010" v="5918" actId="478"/>
          <ac:picMkLst>
            <pc:docMk/>
            <pc:sldMk cId="2172377791" sldId="423"/>
            <ac:picMk id="11" creationId="{71C50538-D373-1FEE-0ECD-CD8DA594D946}"/>
          </ac:picMkLst>
        </pc:picChg>
        <pc:picChg chg="add mod">
          <ac:chgData name="Peethala Rajiv Roy (PED/Hosur/TVSMotor)" userId="e2d9917c-f3dd-4083-a688-e3a90de602c2" providerId="ADAL" clId="{7AECE3AF-5704-4967-BD45-876FBB82BAF3}" dt="2026-08-15T07:23:32.449" v="5924" actId="208"/>
          <ac:picMkLst>
            <pc:docMk/>
            <pc:sldMk cId="2172377791" sldId="423"/>
            <ac:picMk id="12" creationId="{43F4B3D5-C871-36D9-FE2E-703F0621E978}"/>
          </ac:picMkLst>
        </pc:picChg>
        <pc:cxnChg chg="add mod">
          <ac:chgData name="Peethala Rajiv Roy (PED/Hosur/TVSMotor)" userId="e2d9917c-f3dd-4083-a688-e3a90de602c2" providerId="ADAL" clId="{7AECE3AF-5704-4967-BD45-876FBB82BAF3}" dt="2026-08-15T15:59:45.882" v="10841" actId="1076"/>
          <ac:cxnSpMkLst>
            <pc:docMk/>
            <pc:sldMk cId="2172377791" sldId="423"/>
            <ac:cxnSpMk id="14" creationId="{208E8443-2AC9-2FD7-FECC-D49B25E99676}"/>
          </ac:cxnSpMkLst>
        </pc:cxnChg>
        <pc:cxnChg chg="add mod">
          <ac:chgData name="Peethala Rajiv Roy (PED/Hosur/TVSMotor)" userId="e2d9917c-f3dd-4083-a688-e3a90de602c2" providerId="ADAL" clId="{7AECE3AF-5704-4967-BD45-876FBB82BAF3}" dt="2026-08-15T15:59:51.330" v="10842" actId="1076"/>
          <ac:cxnSpMkLst>
            <pc:docMk/>
            <pc:sldMk cId="2172377791" sldId="423"/>
            <ac:cxnSpMk id="16" creationId="{EAFDD9B3-A743-5955-2D1D-6BFCAE12A4AB}"/>
          </ac:cxnSpMkLst>
        </pc:cxnChg>
      </pc:sldChg>
      <pc:sldChg chg="addSp delSp modSp add mod">
        <pc:chgData name="Peethala Rajiv Roy (PED/Hosur/TVSMotor)" userId="e2d9917c-f3dd-4083-a688-e3a90de602c2" providerId="ADAL" clId="{7AECE3AF-5704-4967-BD45-876FBB82BAF3}" dt="2026-08-15T16:00:10.088" v="10845" actId="1076"/>
        <pc:sldMkLst>
          <pc:docMk/>
          <pc:sldMk cId="1936581338" sldId="424"/>
        </pc:sldMkLst>
        <pc:spChg chg="add mod">
          <ac:chgData name="Peethala Rajiv Roy (PED/Hosur/TVSMotor)" userId="e2d9917c-f3dd-4083-a688-e3a90de602c2" providerId="ADAL" clId="{7AECE3AF-5704-4967-BD45-876FBB82BAF3}" dt="2026-08-15T16:00:10.088" v="10845" actId="1076"/>
          <ac:spMkLst>
            <pc:docMk/>
            <pc:sldMk cId="1936581338" sldId="424"/>
            <ac:spMk id="16" creationId="{5D336BBB-CB57-7DE8-D7C4-613E5767DE27}"/>
          </ac:spMkLst>
        </pc:spChg>
        <pc:spChg chg="add mod">
          <ac:chgData name="Peethala Rajiv Roy (PED/Hosur/TVSMotor)" userId="e2d9917c-f3dd-4083-a688-e3a90de602c2" providerId="ADAL" clId="{7AECE3AF-5704-4967-BD45-876FBB82BAF3}" dt="2026-08-15T16:00:01.704" v="10844" actId="1076"/>
          <ac:spMkLst>
            <pc:docMk/>
            <pc:sldMk cId="1936581338" sldId="424"/>
            <ac:spMk id="18" creationId="{26D052F3-FF44-469A-6A2F-5100E2B40641}"/>
          </ac:spMkLst>
        </pc:spChg>
        <pc:spChg chg="mod">
          <ac:chgData name="Peethala Rajiv Roy (PED/Hosur/TVSMotor)" userId="e2d9917c-f3dd-4083-a688-e3a90de602c2" providerId="ADAL" clId="{7AECE3AF-5704-4967-BD45-876FBB82BAF3}" dt="2026-08-15T07:24:09.860" v="5949" actId="20577"/>
          <ac:spMkLst>
            <pc:docMk/>
            <pc:sldMk cId="1936581338" sldId="424"/>
            <ac:spMk id="22" creationId="{07E3FF75-0299-7363-FB8E-78B1E0F29FBF}"/>
          </ac:spMkLst>
        </pc:spChg>
        <pc:picChg chg="del">
          <ac:chgData name="Peethala Rajiv Roy (PED/Hosur/TVSMotor)" userId="e2d9917c-f3dd-4083-a688-e3a90de602c2" providerId="ADAL" clId="{7AECE3AF-5704-4967-BD45-876FBB82BAF3}" dt="2026-08-15T07:26:21.394" v="5950" actId="478"/>
          <ac:picMkLst>
            <pc:docMk/>
            <pc:sldMk cId="1936581338" sldId="424"/>
            <ac:picMk id="3" creationId="{8655A831-4DD1-678A-27B7-85040BA6B7CC}"/>
          </ac:picMkLst>
        </pc:picChg>
        <pc:picChg chg="add mod">
          <ac:chgData name="Peethala Rajiv Roy (PED/Hosur/TVSMotor)" userId="e2d9917c-f3dd-4083-a688-e3a90de602c2" providerId="ADAL" clId="{7AECE3AF-5704-4967-BD45-876FBB82BAF3}" dt="2026-08-15T07:26:31.501" v="5954" actId="208"/>
          <ac:picMkLst>
            <pc:docMk/>
            <pc:sldMk cId="1936581338" sldId="424"/>
            <ac:picMk id="6" creationId="{75D2F2E0-59B2-B8C1-BF7B-39C650340383}"/>
          </ac:picMkLst>
        </pc:picChg>
        <pc:picChg chg="del">
          <ac:chgData name="Peethala Rajiv Roy (PED/Hosur/TVSMotor)" userId="e2d9917c-f3dd-4083-a688-e3a90de602c2" providerId="ADAL" clId="{7AECE3AF-5704-4967-BD45-876FBB82BAF3}" dt="2026-08-15T07:27:05.252" v="5955" actId="478"/>
          <ac:picMkLst>
            <pc:docMk/>
            <pc:sldMk cId="1936581338" sldId="424"/>
            <ac:picMk id="7" creationId="{31B11AA9-3ED3-168C-EC05-3515F039E7B5}"/>
          </ac:picMkLst>
        </pc:picChg>
        <pc:picChg chg="add mod">
          <ac:chgData name="Peethala Rajiv Roy (PED/Hosur/TVSMotor)" userId="e2d9917c-f3dd-4083-a688-e3a90de602c2" providerId="ADAL" clId="{7AECE3AF-5704-4967-BD45-876FBB82BAF3}" dt="2026-08-15T07:27:13.642" v="5959" actId="208"/>
          <ac:picMkLst>
            <pc:docMk/>
            <pc:sldMk cId="1936581338" sldId="424"/>
            <ac:picMk id="10" creationId="{58CFB09B-94C4-74EB-0085-C145266642C0}"/>
          </ac:picMkLst>
        </pc:picChg>
        <pc:picChg chg="del">
          <ac:chgData name="Peethala Rajiv Roy (PED/Hosur/TVSMotor)" userId="e2d9917c-f3dd-4083-a688-e3a90de602c2" providerId="ADAL" clId="{7AECE3AF-5704-4967-BD45-876FBB82BAF3}" dt="2026-08-15T07:27:16.150" v="5960" actId="478"/>
          <ac:picMkLst>
            <pc:docMk/>
            <pc:sldMk cId="1936581338" sldId="424"/>
            <ac:picMk id="12" creationId="{B3774ED7-4FC4-94D6-42FE-451EE31DB5B1}"/>
          </ac:picMkLst>
        </pc:picChg>
        <pc:picChg chg="add mod">
          <ac:chgData name="Peethala Rajiv Roy (PED/Hosur/TVSMotor)" userId="e2d9917c-f3dd-4083-a688-e3a90de602c2" providerId="ADAL" clId="{7AECE3AF-5704-4967-BD45-876FBB82BAF3}" dt="2026-08-15T07:27:46.231" v="5964" actId="208"/>
          <ac:picMkLst>
            <pc:docMk/>
            <pc:sldMk cId="1936581338" sldId="424"/>
            <ac:picMk id="14" creationId="{88D49DD2-21F8-95A0-D7B8-801CEF6E8C81}"/>
          </ac:picMkLst>
        </pc:picChg>
        <pc:cxnChg chg="add mod">
          <ac:chgData name="Peethala Rajiv Roy (PED/Hosur/TVSMotor)" userId="e2d9917c-f3dd-4083-a688-e3a90de602c2" providerId="ADAL" clId="{7AECE3AF-5704-4967-BD45-876FBB82BAF3}" dt="2026-08-15T16:00:10.088" v="10845" actId="1076"/>
          <ac:cxnSpMkLst>
            <pc:docMk/>
            <pc:sldMk cId="1936581338" sldId="424"/>
            <ac:cxnSpMk id="15" creationId="{26B748FE-DCB8-6C08-0F51-E4FCECDADA7D}"/>
          </ac:cxnSpMkLst>
        </pc:cxnChg>
        <pc:cxnChg chg="add mod">
          <ac:chgData name="Peethala Rajiv Roy (PED/Hosur/TVSMotor)" userId="e2d9917c-f3dd-4083-a688-e3a90de602c2" providerId="ADAL" clId="{7AECE3AF-5704-4967-BD45-876FBB82BAF3}" dt="2026-08-15T16:00:01.704" v="10844" actId="1076"/>
          <ac:cxnSpMkLst>
            <pc:docMk/>
            <pc:sldMk cId="1936581338" sldId="424"/>
            <ac:cxnSpMk id="17" creationId="{082CE0E5-7C2C-F5F3-1C54-CB58006B2C31}"/>
          </ac:cxnSpMkLst>
        </pc:cxnChg>
      </pc:sldChg>
      <pc:sldChg chg="addSp delSp modSp add mod">
        <pc:chgData name="Peethala Rajiv Roy (PED/Hosur/TVSMotor)" userId="e2d9917c-f3dd-4083-a688-e3a90de602c2" providerId="ADAL" clId="{7AECE3AF-5704-4967-BD45-876FBB82BAF3}" dt="2026-08-15T16:00:58.484" v="10848" actId="1076"/>
        <pc:sldMkLst>
          <pc:docMk/>
          <pc:sldMk cId="1644405740" sldId="425"/>
        </pc:sldMkLst>
        <pc:spChg chg="mod">
          <ac:chgData name="Peethala Rajiv Roy (PED/Hosur/TVSMotor)" userId="e2d9917c-f3dd-4083-a688-e3a90de602c2" providerId="ADAL" clId="{7AECE3AF-5704-4967-BD45-876FBB82BAF3}" dt="2026-08-15T07:30:40.821" v="6009" actId="1076"/>
          <ac:spMkLst>
            <pc:docMk/>
            <pc:sldMk cId="1644405740" sldId="425"/>
            <ac:spMk id="8" creationId="{627A2708-D561-E360-78CF-A32BDA1B6319}"/>
          </ac:spMkLst>
        </pc:spChg>
        <pc:spChg chg="add mod">
          <ac:chgData name="Peethala Rajiv Roy (PED/Hosur/TVSMotor)" userId="e2d9917c-f3dd-4083-a688-e3a90de602c2" providerId="ADAL" clId="{7AECE3AF-5704-4967-BD45-876FBB82BAF3}" dt="2026-08-15T16:00:51.859" v="10847" actId="1076"/>
          <ac:spMkLst>
            <pc:docMk/>
            <pc:sldMk cId="1644405740" sldId="425"/>
            <ac:spMk id="16" creationId="{36581F61-06D3-B55E-8667-C6291D07319A}"/>
          </ac:spMkLst>
        </pc:spChg>
        <pc:spChg chg="add mod">
          <ac:chgData name="Peethala Rajiv Roy (PED/Hosur/TVSMotor)" userId="e2d9917c-f3dd-4083-a688-e3a90de602c2" providerId="ADAL" clId="{7AECE3AF-5704-4967-BD45-876FBB82BAF3}" dt="2026-08-15T16:00:58.484" v="10848" actId="1076"/>
          <ac:spMkLst>
            <pc:docMk/>
            <pc:sldMk cId="1644405740" sldId="425"/>
            <ac:spMk id="18" creationId="{F830DFCA-5DBE-B93A-4250-118326EE2AD6}"/>
          </ac:spMkLst>
        </pc:spChg>
        <pc:spChg chg="mod">
          <ac:chgData name="Peethala Rajiv Roy (PED/Hosur/TVSMotor)" userId="e2d9917c-f3dd-4083-a688-e3a90de602c2" providerId="ADAL" clId="{7AECE3AF-5704-4967-BD45-876FBB82BAF3}" dt="2026-08-15T07:28:30.968" v="5997" actId="20577"/>
          <ac:spMkLst>
            <pc:docMk/>
            <pc:sldMk cId="1644405740" sldId="425"/>
            <ac:spMk id="22" creationId="{AFCA4059-BFC0-AE19-057B-318007774E15}"/>
          </ac:spMkLst>
        </pc:spChg>
        <pc:picChg chg="add mod">
          <ac:chgData name="Peethala Rajiv Roy (PED/Hosur/TVSMotor)" userId="e2d9917c-f3dd-4083-a688-e3a90de602c2" providerId="ADAL" clId="{7AECE3AF-5704-4967-BD45-876FBB82BAF3}" dt="2026-08-15T07:29:49.052" v="6002" actId="208"/>
          <ac:picMkLst>
            <pc:docMk/>
            <pc:sldMk cId="1644405740" sldId="425"/>
            <ac:picMk id="3" creationId="{3497797F-3E2B-A7DF-E852-AE20BE887992}"/>
          </ac:picMkLst>
        </pc:picChg>
        <pc:picChg chg="del">
          <ac:chgData name="Peethala Rajiv Roy (PED/Hosur/TVSMotor)" userId="e2d9917c-f3dd-4083-a688-e3a90de602c2" providerId="ADAL" clId="{7AECE3AF-5704-4967-BD45-876FBB82BAF3}" dt="2026-08-15T07:28:34.540" v="5998" actId="478"/>
          <ac:picMkLst>
            <pc:docMk/>
            <pc:sldMk cId="1644405740" sldId="425"/>
            <ac:picMk id="6" creationId="{19CA29A7-EA33-8BAD-B66D-97A32B8A200B}"/>
          </ac:picMkLst>
        </pc:picChg>
        <pc:picChg chg="add mod">
          <ac:chgData name="Peethala Rajiv Roy (PED/Hosur/TVSMotor)" userId="e2d9917c-f3dd-4083-a688-e3a90de602c2" providerId="ADAL" clId="{7AECE3AF-5704-4967-BD45-876FBB82BAF3}" dt="2026-08-15T07:30:30.902" v="6007" actId="208"/>
          <ac:picMkLst>
            <pc:docMk/>
            <pc:sldMk cId="1644405740" sldId="425"/>
            <ac:picMk id="9" creationId="{582B8AD0-AEC4-8DE2-A59F-D4ABB9B80E18}"/>
          </ac:picMkLst>
        </pc:picChg>
        <pc:picChg chg="del">
          <ac:chgData name="Peethala Rajiv Roy (PED/Hosur/TVSMotor)" userId="e2d9917c-f3dd-4083-a688-e3a90de602c2" providerId="ADAL" clId="{7AECE3AF-5704-4967-BD45-876FBB82BAF3}" dt="2026-08-15T07:29:52.454" v="6003" actId="478"/>
          <ac:picMkLst>
            <pc:docMk/>
            <pc:sldMk cId="1644405740" sldId="425"/>
            <ac:picMk id="10" creationId="{B546F925-D42C-DED4-C23F-F29AD0972B3F}"/>
          </ac:picMkLst>
        </pc:picChg>
        <pc:picChg chg="add mod">
          <ac:chgData name="Peethala Rajiv Roy (PED/Hosur/TVSMotor)" userId="e2d9917c-f3dd-4083-a688-e3a90de602c2" providerId="ADAL" clId="{7AECE3AF-5704-4967-BD45-876FBB82BAF3}" dt="2026-08-15T07:35:39.807" v="6014" actId="1076"/>
          <ac:picMkLst>
            <pc:docMk/>
            <pc:sldMk cId="1644405740" sldId="425"/>
            <ac:picMk id="12" creationId="{17B35A80-C180-A6CF-9AAE-8D2C59A28FA2}"/>
          </ac:picMkLst>
        </pc:picChg>
        <pc:picChg chg="del">
          <ac:chgData name="Peethala Rajiv Roy (PED/Hosur/TVSMotor)" userId="e2d9917c-f3dd-4083-a688-e3a90de602c2" providerId="ADAL" clId="{7AECE3AF-5704-4967-BD45-876FBB82BAF3}" dt="2026-08-15T07:30:35.346" v="6008" actId="478"/>
          <ac:picMkLst>
            <pc:docMk/>
            <pc:sldMk cId="1644405740" sldId="425"/>
            <ac:picMk id="14" creationId="{2A674952-FD83-E14F-7565-6B2232A16D1B}"/>
          </ac:picMkLst>
        </pc:picChg>
        <pc:cxnChg chg="add mod">
          <ac:chgData name="Peethala Rajiv Roy (PED/Hosur/TVSMotor)" userId="e2d9917c-f3dd-4083-a688-e3a90de602c2" providerId="ADAL" clId="{7AECE3AF-5704-4967-BD45-876FBB82BAF3}" dt="2026-08-15T16:00:51.859" v="10847" actId="1076"/>
          <ac:cxnSpMkLst>
            <pc:docMk/>
            <pc:sldMk cId="1644405740" sldId="425"/>
            <ac:cxnSpMk id="15" creationId="{EFB4A5DE-DC17-4ECA-EB17-5D3A6A2A7D9D}"/>
          </ac:cxnSpMkLst>
        </pc:cxnChg>
        <pc:cxnChg chg="add mod">
          <ac:chgData name="Peethala Rajiv Roy (PED/Hosur/TVSMotor)" userId="e2d9917c-f3dd-4083-a688-e3a90de602c2" providerId="ADAL" clId="{7AECE3AF-5704-4967-BD45-876FBB82BAF3}" dt="2026-08-15T16:00:58.484" v="10848" actId="1076"/>
          <ac:cxnSpMkLst>
            <pc:docMk/>
            <pc:sldMk cId="1644405740" sldId="425"/>
            <ac:cxnSpMk id="17" creationId="{D1870AE4-687A-07AE-921F-774B1291FF1F}"/>
          </ac:cxnSpMkLst>
        </pc:cxnChg>
      </pc:sldChg>
      <pc:sldChg chg="addSp delSp modSp add mod">
        <pc:chgData name="Peethala Rajiv Roy (PED/Hosur/TVSMotor)" userId="e2d9917c-f3dd-4083-a688-e3a90de602c2" providerId="ADAL" clId="{7AECE3AF-5704-4967-BD45-876FBB82BAF3}" dt="2026-08-15T16:01:18.401" v="10851" actId="1076"/>
        <pc:sldMkLst>
          <pc:docMk/>
          <pc:sldMk cId="74344008" sldId="426"/>
        </pc:sldMkLst>
        <pc:spChg chg="add mod">
          <ac:chgData name="Peethala Rajiv Roy (PED/Hosur/TVSMotor)" userId="e2d9917c-f3dd-4083-a688-e3a90de602c2" providerId="ADAL" clId="{7AECE3AF-5704-4967-BD45-876FBB82BAF3}" dt="2026-08-15T16:01:13.196" v="10850" actId="1076"/>
          <ac:spMkLst>
            <pc:docMk/>
            <pc:sldMk cId="74344008" sldId="426"/>
            <ac:spMk id="16" creationId="{3996C316-B52A-01D2-68B3-638398974CC2}"/>
          </ac:spMkLst>
        </pc:spChg>
        <pc:spChg chg="add mod">
          <ac:chgData name="Peethala Rajiv Roy (PED/Hosur/TVSMotor)" userId="e2d9917c-f3dd-4083-a688-e3a90de602c2" providerId="ADAL" clId="{7AECE3AF-5704-4967-BD45-876FBB82BAF3}" dt="2026-08-15T16:01:18.401" v="10851" actId="1076"/>
          <ac:spMkLst>
            <pc:docMk/>
            <pc:sldMk cId="74344008" sldId="426"/>
            <ac:spMk id="18" creationId="{35FA38E3-12FF-58DE-9BD3-DD0F785A66D3}"/>
          </ac:spMkLst>
        </pc:spChg>
        <pc:spChg chg="mod">
          <ac:chgData name="Peethala Rajiv Roy (PED/Hosur/TVSMotor)" userId="e2d9917c-f3dd-4083-a688-e3a90de602c2" providerId="ADAL" clId="{7AECE3AF-5704-4967-BD45-876FBB82BAF3}" dt="2026-08-15T07:36:11.358" v="6045" actId="20577"/>
          <ac:spMkLst>
            <pc:docMk/>
            <pc:sldMk cId="74344008" sldId="426"/>
            <ac:spMk id="22" creationId="{4C36A34E-8E61-5EA7-67AC-04158AD770DF}"/>
          </ac:spMkLst>
        </pc:spChg>
        <pc:picChg chg="del">
          <ac:chgData name="Peethala Rajiv Roy (PED/Hosur/TVSMotor)" userId="e2d9917c-f3dd-4083-a688-e3a90de602c2" providerId="ADAL" clId="{7AECE3AF-5704-4967-BD45-876FBB82BAF3}" dt="2026-08-15T07:36:51.691" v="6046" actId="478"/>
          <ac:picMkLst>
            <pc:docMk/>
            <pc:sldMk cId="74344008" sldId="426"/>
            <ac:picMk id="3" creationId="{935BEACF-9D08-954A-D1F1-1B2046028B1B}"/>
          </ac:picMkLst>
        </pc:picChg>
        <pc:picChg chg="add mod">
          <ac:chgData name="Peethala Rajiv Roy (PED/Hosur/TVSMotor)" userId="e2d9917c-f3dd-4083-a688-e3a90de602c2" providerId="ADAL" clId="{7AECE3AF-5704-4967-BD45-876FBB82BAF3}" dt="2026-08-15T07:37:03.611" v="6051" actId="208"/>
          <ac:picMkLst>
            <pc:docMk/>
            <pc:sldMk cId="74344008" sldId="426"/>
            <ac:picMk id="6" creationId="{C5214AC4-C4A6-A96F-33B5-6D8B5D465B82}"/>
          </ac:picMkLst>
        </pc:picChg>
        <pc:picChg chg="del">
          <ac:chgData name="Peethala Rajiv Roy (PED/Hosur/TVSMotor)" userId="e2d9917c-f3dd-4083-a688-e3a90de602c2" providerId="ADAL" clId="{7AECE3AF-5704-4967-BD45-876FBB82BAF3}" dt="2026-08-15T07:37:06.387" v="6052" actId="478"/>
          <ac:picMkLst>
            <pc:docMk/>
            <pc:sldMk cId="74344008" sldId="426"/>
            <ac:picMk id="9" creationId="{760A1C9D-E302-31DF-7C86-AF94DFE6DD26}"/>
          </ac:picMkLst>
        </pc:picChg>
        <pc:picChg chg="add mod">
          <ac:chgData name="Peethala Rajiv Roy (PED/Hosur/TVSMotor)" userId="e2d9917c-f3dd-4083-a688-e3a90de602c2" providerId="ADAL" clId="{7AECE3AF-5704-4967-BD45-876FBB82BAF3}" dt="2026-08-15T07:37:46.720" v="6058" actId="1076"/>
          <ac:picMkLst>
            <pc:docMk/>
            <pc:sldMk cId="74344008" sldId="426"/>
            <ac:picMk id="10" creationId="{D781A665-91B2-8B57-3952-4D43B1E73011}"/>
          </ac:picMkLst>
        </pc:picChg>
        <pc:picChg chg="del">
          <ac:chgData name="Peethala Rajiv Roy (PED/Hosur/TVSMotor)" userId="e2d9917c-f3dd-4083-a688-e3a90de602c2" providerId="ADAL" clId="{7AECE3AF-5704-4967-BD45-876FBB82BAF3}" dt="2026-08-15T07:37:08.069" v="6053" actId="478"/>
          <ac:picMkLst>
            <pc:docMk/>
            <pc:sldMk cId="74344008" sldId="426"/>
            <ac:picMk id="12" creationId="{5DA7BE8B-5D95-5000-91E5-E8C245BB64E8}"/>
          </ac:picMkLst>
        </pc:picChg>
        <pc:picChg chg="add mod">
          <ac:chgData name="Peethala Rajiv Roy (PED/Hosur/TVSMotor)" userId="e2d9917c-f3dd-4083-a688-e3a90de602c2" providerId="ADAL" clId="{7AECE3AF-5704-4967-BD45-876FBB82BAF3}" dt="2026-08-15T07:38:52.141" v="6062" actId="208"/>
          <ac:picMkLst>
            <pc:docMk/>
            <pc:sldMk cId="74344008" sldId="426"/>
            <ac:picMk id="14" creationId="{6DF80B2B-F00E-8DE7-AF29-A327F98D59A3}"/>
          </ac:picMkLst>
        </pc:picChg>
        <pc:cxnChg chg="add mod">
          <ac:chgData name="Peethala Rajiv Roy (PED/Hosur/TVSMotor)" userId="e2d9917c-f3dd-4083-a688-e3a90de602c2" providerId="ADAL" clId="{7AECE3AF-5704-4967-BD45-876FBB82BAF3}" dt="2026-08-15T16:01:13.196" v="10850" actId="1076"/>
          <ac:cxnSpMkLst>
            <pc:docMk/>
            <pc:sldMk cId="74344008" sldId="426"/>
            <ac:cxnSpMk id="15" creationId="{35BE4CEF-1801-5BC3-634E-3400BEB9B62E}"/>
          </ac:cxnSpMkLst>
        </pc:cxnChg>
        <pc:cxnChg chg="add mod">
          <ac:chgData name="Peethala Rajiv Roy (PED/Hosur/TVSMotor)" userId="e2d9917c-f3dd-4083-a688-e3a90de602c2" providerId="ADAL" clId="{7AECE3AF-5704-4967-BD45-876FBB82BAF3}" dt="2026-08-15T16:01:18.401" v="10851" actId="1076"/>
          <ac:cxnSpMkLst>
            <pc:docMk/>
            <pc:sldMk cId="74344008" sldId="426"/>
            <ac:cxnSpMk id="17" creationId="{0E70BF9A-6971-AD50-1461-2774DABACD1C}"/>
          </ac:cxnSpMkLst>
        </pc:cxnChg>
      </pc:sldChg>
      <pc:sldChg chg="addSp delSp modSp add mod">
        <pc:chgData name="Peethala Rajiv Roy (PED/Hosur/TVSMotor)" userId="e2d9917c-f3dd-4083-a688-e3a90de602c2" providerId="ADAL" clId="{7AECE3AF-5704-4967-BD45-876FBB82BAF3}" dt="2026-08-15T16:01:36.358" v="10854" actId="1076"/>
        <pc:sldMkLst>
          <pc:docMk/>
          <pc:sldMk cId="969076517" sldId="427"/>
        </pc:sldMkLst>
        <pc:spChg chg="mod">
          <ac:chgData name="Peethala Rajiv Roy (PED/Hosur/TVSMotor)" userId="e2d9917c-f3dd-4083-a688-e3a90de602c2" providerId="ADAL" clId="{7AECE3AF-5704-4967-BD45-876FBB82BAF3}" dt="2026-08-15T08:37:02.331" v="6087" actId="1076"/>
          <ac:spMkLst>
            <pc:docMk/>
            <pc:sldMk cId="969076517" sldId="427"/>
            <ac:spMk id="8" creationId="{EFA2DC0C-BC84-F444-BA92-E913B261B396}"/>
          </ac:spMkLst>
        </pc:spChg>
        <pc:spChg chg="add mod">
          <ac:chgData name="Peethala Rajiv Roy (PED/Hosur/TVSMotor)" userId="e2d9917c-f3dd-4083-a688-e3a90de602c2" providerId="ADAL" clId="{7AECE3AF-5704-4967-BD45-876FBB82BAF3}" dt="2026-08-15T16:01:32.344" v="10853" actId="1076"/>
          <ac:spMkLst>
            <pc:docMk/>
            <pc:sldMk cId="969076517" sldId="427"/>
            <ac:spMk id="16" creationId="{FF28FBA7-FBD7-5204-B6BC-D041E062B843}"/>
          </ac:spMkLst>
        </pc:spChg>
        <pc:spChg chg="add mod">
          <ac:chgData name="Peethala Rajiv Roy (PED/Hosur/TVSMotor)" userId="e2d9917c-f3dd-4083-a688-e3a90de602c2" providerId="ADAL" clId="{7AECE3AF-5704-4967-BD45-876FBB82BAF3}" dt="2026-08-15T16:01:36.358" v="10854" actId="1076"/>
          <ac:spMkLst>
            <pc:docMk/>
            <pc:sldMk cId="969076517" sldId="427"/>
            <ac:spMk id="18" creationId="{969F6EB7-0793-0534-BFDE-C20AFEF423F0}"/>
          </ac:spMkLst>
        </pc:spChg>
        <pc:spChg chg="mod">
          <ac:chgData name="Peethala Rajiv Roy (PED/Hosur/TVSMotor)" userId="e2d9917c-f3dd-4083-a688-e3a90de602c2" providerId="ADAL" clId="{7AECE3AF-5704-4967-BD45-876FBB82BAF3}" dt="2026-08-15T08:34:52.748" v="6074" actId="20577"/>
          <ac:spMkLst>
            <pc:docMk/>
            <pc:sldMk cId="969076517" sldId="427"/>
            <ac:spMk id="22" creationId="{1914985E-7426-4A12-0AC8-1E01B874C7CF}"/>
          </ac:spMkLst>
        </pc:spChg>
        <pc:picChg chg="add mod">
          <ac:chgData name="Peethala Rajiv Roy (PED/Hosur/TVSMotor)" userId="e2d9917c-f3dd-4083-a688-e3a90de602c2" providerId="ADAL" clId="{7AECE3AF-5704-4967-BD45-876FBB82BAF3}" dt="2026-08-15T08:35:58.730" v="6079" actId="208"/>
          <ac:picMkLst>
            <pc:docMk/>
            <pc:sldMk cId="969076517" sldId="427"/>
            <ac:picMk id="3" creationId="{600EAB34-6E29-D50F-924F-07ACF7931502}"/>
          </ac:picMkLst>
        </pc:picChg>
        <pc:picChg chg="del">
          <ac:chgData name="Peethala Rajiv Roy (PED/Hosur/TVSMotor)" userId="e2d9917c-f3dd-4083-a688-e3a90de602c2" providerId="ADAL" clId="{7AECE3AF-5704-4967-BD45-876FBB82BAF3}" dt="2026-08-15T08:35:50.671" v="6075" actId="478"/>
          <ac:picMkLst>
            <pc:docMk/>
            <pc:sldMk cId="969076517" sldId="427"/>
            <ac:picMk id="6" creationId="{CE4A0BA3-53D6-C881-A206-B85E819DE16E}"/>
          </ac:picMkLst>
        </pc:picChg>
        <pc:picChg chg="add mod">
          <ac:chgData name="Peethala Rajiv Roy (PED/Hosur/TVSMotor)" userId="e2d9917c-f3dd-4083-a688-e3a90de602c2" providerId="ADAL" clId="{7AECE3AF-5704-4967-BD45-876FBB82BAF3}" dt="2026-08-15T08:36:53.262" v="6085" actId="208"/>
          <ac:picMkLst>
            <pc:docMk/>
            <pc:sldMk cId="969076517" sldId="427"/>
            <ac:picMk id="9" creationId="{982350A3-9225-3127-0C1D-61CA8A8B4835}"/>
          </ac:picMkLst>
        </pc:picChg>
        <pc:picChg chg="del">
          <ac:chgData name="Peethala Rajiv Roy (PED/Hosur/TVSMotor)" userId="e2d9917c-f3dd-4083-a688-e3a90de602c2" providerId="ADAL" clId="{7AECE3AF-5704-4967-BD45-876FBB82BAF3}" dt="2026-08-15T08:36:01.431" v="6080" actId="478"/>
          <ac:picMkLst>
            <pc:docMk/>
            <pc:sldMk cId="969076517" sldId="427"/>
            <ac:picMk id="10" creationId="{0BD03220-ED53-BD13-1D12-8A43BB59A249}"/>
          </ac:picMkLst>
        </pc:picChg>
        <pc:picChg chg="add mod">
          <ac:chgData name="Peethala Rajiv Roy (PED/Hosur/TVSMotor)" userId="e2d9917c-f3dd-4083-a688-e3a90de602c2" providerId="ADAL" clId="{7AECE3AF-5704-4967-BD45-876FBB82BAF3}" dt="2026-08-15T08:38:22.887" v="6091" actId="208"/>
          <ac:picMkLst>
            <pc:docMk/>
            <pc:sldMk cId="969076517" sldId="427"/>
            <ac:picMk id="12" creationId="{126A60AF-B009-1E60-441F-845F221F1FB6}"/>
          </ac:picMkLst>
        </pc:picChg>
        <pc:picChg chg="del">
          <ac:chgData name="Peethala Rajiv Roy (PED/Hosur/TVSMotor)" userId="e2d9917c-f3dd-4083-a688-e3a90de602c2" providerId="ADAL" clId="{7AECE3AF-5704-4967-BD45-876FBB82BAF3}" dt="2026-08-15T08:36:58.589" v="6086" actId="478"/>
          <ac:picMkLst>
            <pc:docMk/>
            <pc:sldMk cId="969076517" sldId="427"/>
            <ac:picMk id="14" creationId="{14D71FEF-46CC-DFF6-2622-09D26453B644}"/>
          </ac:picMkLst>
        </pc:picChg>
        <pc:cxnChg chg="add mod">
          <ac:chgData name="Peethala Rajiv Roy (PED/Hosur/TVSMotor)" userId="e2d9917c-f3dd-4083-a688-e3a90de602c2" providerId="ADAL" clId="{7AECE3AF-5704-4967-BD45-876FBB82BAF3}" dt="2026-08-15T16:01:32.344" v="10853" actId="1076"/>
          <ac:cxnSpMkLst>
            <pc:docMk/>
            <pc:sldMk cId="969076517" sldId="427"/>
            <ac:cxnSpMk id="15" creationId="{45F3E878-CE70-AAB3-8FD2-C2BFAE151E5F}"/>
          </ac:cxnSpMkLst>
        </pc:cxnChg>
        <pc:cxnChg chg="add mod">
          <ac:chgData name="Peethala Rajiv Roy (PED/Hosur/TVSMotor)" userId="e2d9917c-f3dd-4083-a688-e3a90de602c2" providerId="ADAL" clId="{7AECE3AF-5704-4967-BD45-876FBB82BAF3}" dt="2026-08-15T16:01:36.358" v="10854" actId="1076"/>
          <ac:cxnSpMkLst>
            <pc:docMk/>
            <pc:sldMk cId="969076517" sldId="427"/>
            <ac:cxnSpMk id="17" creationId="{648D8363-8A19-845E-8D81-3E2DDE45DFA5}"/>
          </ac:cxnSpMkLst>
        </pc:cxnChg>
      </pc:sldChg>
      <pc:sldChg chg="addSp delSp modSp add mod">
        <pc:chgData name="Peethala Rajiv Roy (PED/Hosur/TVSMotor)" userId="e2d9917c-f3dd-4083-a688-e3a90de602c2" providerId="ADAL" clId="{7AECE3AF-5704-4967-BD45-876FBB82BAF3}" dt="2026-08-15T16:02:03.680" v="10857" actId="1076"/>
        <pc:sldMkLst>
          <pc:docMk/>
          <pc:sldMk cId="643222006" sldId="428"/>
        </pc:sldMkLst>
        <pc:spChg chg="add mod">
          <ac:chgData name="Peethala Rajiv Roy (PED/Hosur/TVSMotor)" userId="e2d9917c-f3dd-4083-a688-e3a90de602c2" providerId="ADAL" clId="{7AECE3AF-5704-4967-BD45-876FBB82BAF3}" dt="2026-08-15T16:01:57.694" v="10856" actId="1076"/>
          <ac:spMkLst>
            <pc:docMk/>
            <pc:sldMk cId="643222006" sldId="428"/>
            <ac:spMk id="16" creationId="{5F749E70-F867-688E-608D-F28F3059AA21}"/>
          </ac:spMkLst>
        </pc:spChg>
        <pc:spChg chg="add mod">
          <ac:chgData name="Peethala Rajiv Roy (PED/Hosur/TVSMotor)" userId="e2d9917c-f3dd-4083-a688-e3a90de602c2" providerId="ADAL" clId="{7AECE3AF-5704-4967-BD45-876FBB82BAF3}" dt="2026-08-15T16:02:03.680" v="10857" actId="1076"/>
          <ac:spMkLst>
            <pc:docMk/>
            <pc:sldMk cId="643222006" sldId="428"/>
            <ac:spMk id="18" creationId="{58F16763-23FD-3F72-0608-BFEC3E604DED}"/>
          </ac:spMkLst>
        </pc:spChg>
        <pc:spChg chg="mod">
          <ac:chgData name="Peethala Rajiv Roy (PED/Hosur/TVSMotor)" userId="e2d9917c-f3dd-4083-a688-e3a90de602c2" providerId="ADAL" clId="{7AECE3AF-5704-4967-BD45-876FBB82BAF3}" dt="2026-08-15T08:40:05.372" v="6120" actId="20577"/>
          <ac:spMkLst>
            <pc:docMk/>
            <pc:sldMk cId="643222006" sldId="428"/>
            <ac:spMk id="22" creationId="{2C391503-258D-CCE9-EBF1-5D71CEFE7DD1}"/>
          </ac:spMkLst>
        </pc:spChg>
        <pc:picChg chg="del">
          <ac:chgData name="Peethala Rajiv Roy (PED/Hosur/TVSMotor)" userId="e2d9917c-f3dd-4083-a688-e3a90de602c2" providerId="ADAL" clId="{7AECE3AF-5704-4967-BD45-876FBB82BAF3}" dt="2026-08-15T08:39:40.760" v="6094" actId="478"/>
          <ac:picMkLst>
            <pc:docMk/>
            <pc:sldMk cId="643222006" sldId="428"/>
            <ac:picMk id="3" creationId="{7F189296-D623-DBC4-1760-CFEDFEA9EF68}"/>
          </ac:picMkLst>
        </pc:picChg>
        <pc:picChg chg="add mod">
          <ac:chgData name="Peethala Rajiv Roy (PED/Hosur/TVSMotor)" userId="e2d9917c-f3dd-4083-a688-e3a90de602c2" providerId="ADAL" clId="{7AECE3AF-5704-4967-BD45-876FBB82BAF3}" dt="2026-08-15T08:39:50.092" v="6099" actId="208"/>
          <ac:picMkLst>
            <pc:docMk/>
            <pc:sldMk cId="643222006" sldId="428"/>
            <ac:picMk id="6" creationId="{3976AB06-9ED5-F996-D637-FF1282CEDA0F}"/>
          </ac:picMkLst>
        </pc:picChg>
        <pc:picChg chg="del">
          <ac:chgData name="Peethala Rajiv Roy (PED/Hosur/TVSMotor)" userId="e2d9917c-f3dd-4083-a688-e3a90de602c2" providerId="ADAL" clId="{7AECE3AF-5704-4967-BD45-876FBB82BAF3}" dt="2026-08-15T08:40:12.009" v="6121" actId="478"/>
          <ac:picMkLst>
            <pc:docMk/>
            <pc:sldMk cId="643222006" sldId="428"/>
            <ac:picMk id="9" creationId="{16D5E129-F23E-0BD7-D13D-21B6BCBDFBB4}"/>
          </ac:picMkLst>
        </pc:picChg>
        <pc:picChg chg="add mod">
          <ac:chgData name="Peethala Rajiv Roy (PED/Hosur/TVSMotor)" userId="e2d9917c-f3dd-4083-a688-e3a90de602c2" providerId="ADAL" clId="{7AECE3AF-5704-4967-BD45-876FBB82BAF3}" dt="2026-08-15T08:40:41.174" v="6126" actId="208"/>
          <ac:picMkLst>
            <pc:docMk/>
            <pc:sldMk cId="643222006" sldId="428"/>
            <ac:picMk id="10" creationId="{73E0219B-BC91-870A-B02E-198EDADACA9E}"/>
          </ac:picMkLst>
        </pc:picChg>
        <pc:picChg chg="del mod">
          <ac:chgData name="Peethala Rajiv Roy (PED/Hosur/TVSMotor)" userId="e2d9917c-f3dd-4083-a688-e3a90de602c2" providerId="ADAL" clId="{7AECE3AF-5704-4967-BD45-876FBB82BAF3}" dt="2026-08-15T08:40:45.416" v="6128" actId="478"/>
          <ac:picMkLst>
            <pc:docMk/>
            <pc:sldMk cId="643222006" sldId="428"/>
            <ac:picMk id="12" creationId="{B8D634ED-9002-A28C-61FC-8C14385FE1FF}"/>
          </ac:picMkLst>
        </pc:picChg>
        <pc:picChg chg="add mod">
          <ac:chgData name="Peethala Rajiv Roy (PED/Hosur/TVSMotor)" userId="e2d9917c-f3dd-4083-a688-e3a90de602c2" providerId="ADAL" clId="{7AECE3AF-5704-4967-BD45-876FBB82BAF3}" dt="2026-08-15T08:41:38.632" v="6132" actId="208"/>
          <ac:picMkLst>
            <pc:docMk/>
            <pc:sldMk cId="643222006" sldId="428"/>
            <ac:picMk id="14" creationId="{A9D6658D-7845-DD58-0548-F934B9EA51AE}"/>
          </ac:picMkLst>
        </pc:picChg>
        <pc:cxnChg chg="add mod">
          <ac:chgData name="Peethala Rajiv Roy (PED/Hosur/TVSMotor)" userId="e2d9917c-f3dd-4083-a688-e3a90de602c2" providerId="ADAL" clId="{7AECE3AF-5704-4967-BD45-876FBB82BAF3}" dt="2026-08-15T16:01:57.694" v="10856" actId="1076"/>
          <ac:cxnSpMkLst>
            <pc:docMk/>
            <pc:sldMk cId="643222006" sldId="428"/>
            <ac:cxnSpMk id="15" creationId="{14172AEA-D3D7-65EC-09B3-F78706173F0D}"/>
          </ac:cxnSpMkLst>
        </pc:cxnChg>
        <pc:cxnChg chg="add mod">
          <ac:chgData name="Peethala Rajiv Roy (PED/Hosur/TVSMotor)" userId="e2d9917c-f3dd-4083-a688-e3a90de602c2" providerId="ADAL" clId="{7AECE3AF-5704-4967-BD45-876FBB82BAF3}" dt="2026-08-15T16:02:03.680" v="10857" actId="1076"/>
          <ac:cxnSpMkLst>
            <pc:docMk/>
            <pc:sldMk cId="643222006" sldId="428"/>
            <ac:cxnSpMk id="17" creationId="{85B49FCA-911F-093D-145C-C24CBE3160E2}"/>
          </ac:cxnSpMkLst>
        </pc:cxnChg>
      </pc:sldChg>
      <pc:sldChg chg="addSp delSp modSp add mod">
        <pc:chgData name="Peethala Rajiv Roy (PED/Hosur/TVSMotor)" userId="e2d9917c-f3dd-4083-a688-e3a90de602c2" providerId="ADAL" clId="{7AECE3AF-5704-4967-BD45-876FBB82BAF3}" dt="2026-08-15T16:02:16.421" v="10860" actId="1076"/>
        <pc:sldMkLst>
          <pc:docMk/>
          <pc:sldMk cId="3860916338" sldId="429"/>
        </pc:sldMkLst>
        <pc:spChg chg="add mod">
          <ac:chgData name="Peethala Rajiv Roy (PED/Hosur/TVSMotor)" userId="e2d9917c-f3dd-4083-a688-e3a90de602c2" providerId="ADAL" clId="{7AECE3AF-5704-4967-BD45-876FBB82BAF3}" dt="2026-08-15T16:02:12.066" v="10859" actId="1076"/>
          <ac:spMkLst>
            <pc:docMk/>
            <pc:sldMk cId="3860916338" sldId="429"/>
            <ac:spMk id="16" creationId="{CA7C83D0-E410-4CA0-ED11-29E3889EAA8B}"/>
          </ac:spMkLst>
        </pc:spChg>
        <pc:spChg chg="add mod">
          <ac:chgData name="Peethala Rajiv Roy (PED/Hosur/TVSMotor)" userId="e2d9917c-f3dd-4083-a688-e3a90de602c2" providerId="ADAL" clId="{7AECE3AF-5704-4967-BD45-876FBB82BAF3}" dt="2026-08-15T16:02:16.421" v="10860" actId="1076"/>
          <ac:spMkLst>
            <pc:docMk/>
            <pc:sldMk cId="3860916338" sldId="429"/>
            <ac:spMk id="18" creationId="{89E1E86F-72DC-AEAE-5B98-88F267A5C3D1}"/>
          </ac:spMkLst>
        </pc:spChg>
        <pc:spChg chg="mod">
          <ac:chgData name="Peethala Rajiv Roy (PED/Hosur/TVSMotor)" userId="e2d9917c-f3dd-4083-a688-e3a90de602c2" providerId="ADAL" clId="{7AECE3AF-5704-4967-BD45-876FBB82BAF3}" dt="2026-08-15T08:42:17.536" v="6176" actId="20577"/>
          <ac:spMkLst>
            <pc:docMk/>
            <pc:sldMk cId="3860916338" sldId="429"/>
            <ac:spMk id="22" creationId="{F7E5A00A-F3B3-2EEA-B5CD-17226EFDDD8B}"/>
          </ac:spMkLst>
        </pc:spChg>
        <pc:picChg chg="add mod">
          <ac:chgData name="Peethala Rajiv Roy (PED/Hosur/TVSMotor)" userId="e2d9917c-f3dd-4083-a688-e3a90de602c2" providerId="ADAL" clId="{7AECE3AF-5704-4967-BD45-876FBB82BAF3}" dt="2026-08-15T08:42:59.963" v="6181" actId="208"/>
          <ac:picMkLst>
            <pc:docMk/>
            <pc:sldMk cId="3860916338" sldId="429"/>
            <ac:picMk id="3" creationId="{F27807D8-E8CE-3387-2FFB-C716C38F1EF6}"/>
          </ac:picMkLst>
        </pc:picChg>
        <pc:picChg chg="del">
          <ac:chgData name="Peethala Rajiv Roy (PED/Hosur/TVSMotor)" userId="e2d9917c-f3dd-4083-a688-e3a90de602c2" providerId="ADAL" clId="{7AECE3AF-5704-4967-BD45-876FBB82BAF3}" dt="2026-08-15T08:42:20.285" v="6177" actId="478"/>
          <ac:picMkLst>
            <pc:docMk/>
            <pc:sldMk cId="3860916338" sldId="429"/>
            <ac:picMk id="6" creationId="{B912B4CC-6F1D-E055-60CF-B077967D3C67}"/>
          </ac:picMkLst>
        </pc:picChg>
        <pc:picChg chg="add mod">
          <ac:chgData name="Peethala Rajiv Roy (PED/Hosur/TVSMotor)" userId="e2d9917c-f3dd-4083-a688-e3a90de602c2" providerId="ADAL" clId="{7AECE3AF-5704-4967-BD45-876FBB82BAF3}" dt="2026-08-15T08:43:43.825" v="6186" actId="208"/>
          <ac:picMkLst>
            <pc:docMk/>
            <pc:sldMk cId="3860916338" sldId="429"/>
            <ac:picMk id="9" creationId="{BABCDA20-12C6-5BA9-36F8-2FDD9C804839}"/>
          </ac:picMkLst>
        </pc:picChg>
        <pc:picChg chg="del">
          <ac:chgData name="Peethala Rajiv Roy (PED/Hosur/TVSMotor)" userId="e2d9917c-f3dd-4083-a688-e3a90de602c2" providerId="ADAL" clId="{7AECE3AF-5704-4967-BD45-876FBB82BAF3}" dt="2026-08-15T08:43:01.847" v="6182" actId="478"/>
          <ac:picMkLst>
            <pc:docMk/>
            <pc:sldMk cId="3860916338" sldId="429"/>
            <ac:picMk id="10" creationId="{959CB5A4-67E4-CB90-B9CA-1107811755AF}"/>
          </ac:picMkLst>
        </pc:picChg>
        <pc:picChg chg="add mod">
          <ac:chgData name="Peethala Rajiv Roy (PED/Hosur/TVSMotor)" userId="e2d9917c-f3dd-4083-a688-e3a90de602c2" providerId="ADAL" clId="{7AECE3AF-5704-4967-BD45-876FBB82BAF3}" dt="2026-08-15T08:45:05.756" v="6192" actId="1076"/>
          <ac:picMkLst>
            <pc:docMk/>
            <pc:sldMk cId="3860916338" sldId="429"/>
            <ac:picMk id="12" creationId="{0228EAEF-0955-EE0C-7709-AC1083436FDA}"/>
          </ac:picMkLst>
        </pc:picChg>
        <pc:picChg chg="del">
          <ac:chgData name="Peethala Rajiv Roy (PED/Hosur/TVSMotor)" userId="e2d9917c-f3dd-4083-a688-e3a90de602c2" providerId="ADAL" clId="{7AECE3AF-5704-4967-BD45-876FBB82BAF3}" dt="2026-08-15T08:43:48.914" v="6187" actId="478"/>
          <ac:picMkLst>
            <pc:docMk/>
            <pc:sldMk cId="3860916338" sldId="429"/>
            <ac:picMk id="14" creationId="{1625B129-D535-807A-3161-8A2454D5A91D}"/>
          </ac:picMkLst>
        </pc:picChg>
        <pc:cxnChg chg="add mod">
          <ac:chgData name="Peethala Rajiv Roy (PED/Hosur/TVSMotor)" userId="e2d9917c-f3dd-4083-a688-e3a90de602c2" providerId="ADAL" clId="{7AECE3AF-5704-4967-BD45-876FBB82BAF3}" dt="2026-08-15T16:02:12.066" v="10859" actId="1076"/>
          <ac:cxnSpMkLst>
            <pc:docMk/>
            <pc:sldMk cId="3860916338" sldId="429"/>
            <ac:cxnSpMk id="15" creationId="{7E80CC9F-368F-B816-F8DD-F03FA766C804}"/>
          </ac:cxnSpMkLst>
        </pc:cxnChg>
        <pc:cxnChg chg="add mod">
          <ac:chgData name="Peethala Rajiv Roy (PED/Hosur/TVSMotor)" userId="e2d9917c-f3dd-4083-a688-e3a90de602c2" providerId="ADAL" clId="{7AECE3AF-5704-4967-BD45-876FBB82BAF3}" dt="2026-08-15T16:02:16.421" v="10860" actId="1076"/>
          <ac:cxnSpMkLst>
            <pc:docMk/>
            <pc:sldMk cId="3860916338" sldId="429"/>
            <ac:cxnSpMk id="17" creationId="{DDBD5CDA-0C1C-7BF6-01AF-312C4F6A7AFB}"/>
          </ac:cxnSpMkLst>
        </pc:cxnChg>
      </pc:sldChg>
      <pc:sldChg chg="addSp delSp modSp add mod">
        <pc:chgData name="Peethala Rajiv Roy (PED/Hosur/TVSMotor)" userId="e2d9917c-f3dd-4083-a688-e3a90de602c2" providerId="ADAL" clId="{7AECE3AF-5704-4967-BD45-876FBB82BAF3}" dt="2026-08-15T16:02:32.841" v="10862" actId="1076"/>
        <pc:sldMkLst>
          <pc:docMk/>
          <pc:sldMk cId="2598457256" sldId="430"/>
        </pc:sldMkLst>
        <pc:spChg chg="add mod">
          <ac:chgData name="Peethala Rajiv Roy (PED/Hosur/TVSMotor)" userId="e2d9917c-f3dd-4083-a688-e3a90de602c2" providerId="ADAL" clId="{7AECE3AF-5704-4967-BD45-876FBB82BAF3}" dt="2026-08-15T16:02:32.841" v="10862" actId="1076"/>
          <ac:spMkLst>
            <pc:docMk/>
            <pc:sldMk cId="2598457256" sldId="430"/>
            <ac:spMk id="16" creationId="{8A9F3CD5-A306-C7EE-5FA8-00A792202CCE}"/>
          </ac:spMkLst>
        </pc:spChg>
        <pc:spChg chg="add mod">
          <ac:chgData name="Peethala Rajiv Roy (PED/Hosur/TVSMotor)" userId="e2d9917c-f3dd-4083-a688-e3a90de602c2" providerId="ADAL" clId="{7AECE3AF-5704-4967-BD45-876FBB82BAF3}" dt="2026-08-15T16:02:32.841" v="10862" actId="1076"/>
          <ac:spMkLst>
            <pc:docMk/>
            <pc:sldMk cId="2598457256" sldId="430"/>
            <ac:spMk id="18" creationId="{099E08C9-760B-8850-C4A5-82C73D9A7182}"/>
          </ac:spMkLst>
        </pc:spChg>
        <pc:spChg chg="mod">
          <ac:chgData name="Peethala Rajiv Roy (PED/Hosur/TVSMotor)" userId="e2d9917c-f3dd-4083-a688-e3a90de602c2" providerId="ADAL" clId="{7AECE3AF-5704-4967-BD45-876FBB82BAF3}" dt="2026-08-15T08:45:27.761" v="6212" actId="20577"/>
          <ac:spMkLst>
            <pc:docMk/>
            <pc:sldMk cId="2598457256" sldId="430"/>
            <ac:spMk id="22" creationId="{14F378C2-22D4-DE2E-733E-D59CF218D090}"/>
          </ac:spMkLst>
        </pc:spChg>
        <pc:picChg chg="del">
          <ac:chgData name="Peethala Rajiv Roy (PED/Hosur/TVSMotor)" userId="e2d9917c-f3dd-4083-a688-e3a90de602c2" providerId="ADAL" clId="{7AECE3AF-5704-4967-BD45-876FBB82BAF3}" dt="2026-08-15T08:46:12.391" v="6213" actId="478"/>
          <ac:picMkLst>
            <pc:docMk/>
            <pc:sldMk cId="2598457256" sldId="430"/>
            <ac:picMk id="3" creationId="{F044F21B-4959-83A5-4C9B-EA000C653040}"/>
          </ac:picMkLst>
        </pc:picChg>
        <pc:picChg chg="add mod">
          <ac:chgData name="Peethala Rajiv Roy (PED/Hosur/TVSMotor)" userId="e2d9917c-f3dd-4083-a688-e3a90de602c2" providerId="ADAL" clId="{7AECE3AF-5704-4967-BD45-876FBB82BAF3}" dt="2026-08-15T08:46:20.997" v="6218" actId="208"/>
          <ac:picMkLst>
            <pc:docMk/>
            <pc:sldMk cId="2598457256" sldId="430"/>
            <ac:picMk id="6" creationId="{E6D650C6-2B69-3379-9C1A-DB0DA7DB311D}"/>
          </ac:picMkLst>
        </pc:picChg>
        <pc:picChg chg="del">
          <ac:chgData name="Peethala Rajiv Roy (PED/Hosur/TVSMotor)" userId="e2d9917c-f3dd-4083-a688-e3a90de602c2" providerId="ADAL" clId="{7AECE3AF-5704-4967-BD45-876FBB82BAF3}" dt="2026-08-15T08:46:28.659" v="6219" actId="478"/>
          <ac:picMkLst>
            <pc:docMk/>
            <pc:sldMk cId="2598457256" sldId="430"/>
            <ac:picMk id="9" creationId="{99DE7E44-10B2-9741-6234-0E93B5CF70C0}"/>
          </ac:picMkLst>
        </pc:picChg>
        <pc:picChg chg="add mod">
          <ac:chgData name="Peethala Rajiv Roy (PED/Hosur/TVSMotor)" userId="e2d9917c-f3dd-4083-a688-e3a90de602c2" providerId="ADAL" clId="{7AECE3AF-5704-4967-BD45-876FBB82BAF3}" dt="2026-08-15T08:47:01.905" v="6223" actId="208"/>
          <ac:picMkLst>
            <pc:docMk/>
            <pc:sldMk cId="2598457256" sldId="430"/>
            <ac:picMk id="10" creationId="{398F4280-0165-9A1C-956A-65E6D8578AE8}"/>
          </ac:picMkLst>
        </pc:picChg>
        <pc:picChg chg="del">
          <ac:chgData name="Peethala Rajiv Roy (PED/Hosur/TVSMotor)" userId="e2d9917c-f3dd-4083-a688-e3a90de602c2" providerId="ADAL" clId="{7AECE3AF-5704-4967-BD45-876FBB82BAF3}" dt="2026-08-15T08:47:40.896" v="6224" actId="478"/>
          <ac:picMkLst>
            <pc:docMk/>
            <pc:sldMk cId="2598457256" sldId="430"/>
            <ac:picMk id="12" creationId="{FF133E6E-F3DF-3F62-E43E-C231F1533B61}"/>
          </ac:picMkLst>
        </pc:picChg>
        <pc:picChg chg="add mod">
          <ac:chgData name="Peethala Rajiv Roy (PED/Hosur/TVSMotor)" userId="e2d9917c-f3dd-4083-a688-e3a90de602c2" providerId="ADAL" clId="{7AECE3AF-5704-4967-BD45-876FBB82BAF3}" dt="2026-08-15T08:47:58.467" v="6229" actId="1076"/>
          <ac:picMkLst>
            <pc:docMk/>
            <pc:sldMk cId="2598457256" sldId="430"/>
            <ac:picMk id="14" creationId="{54FE8774-D4D6-6538-1DAB-1FE2224EAE89}"/>
          </ac:picMkLst>
        </pc:picChg>
        <pc:cxnChg chg="add mod">
          <ac:chgData name="Peethala Rajiv Roy (PED/Hosur/TVSMotor)" userId="e2d9917c-f3dd-4083-a688-e3a90de602c2" providerId="ADAL" clId="{7AECE3AF-5704-4967-BD45-876FBB82BAF3}" dt="2026-08-15T16:02:32.841" v="10862" actId="1076"/>
          <ac:cxnSpMkLst>
            <pc:docMk/>
            <pc:sldMk cId="2598457256" sldId="430"/>
            <ac:cxnSpMk id="15" creationId="{80E9D456-EB04-7D76-B213-722301E31ED3}"/>
          </ac:cxnSpMkLst>
        </pc:cxnChg>
        <pc:cxnChg chg="add mod">
          <ac:chgData name="Peethala Rajiv Roy (PED/Hosur/TVSMotor)" userId="e2d9917c-f3dd-4083-a688-e3a90de602c2" providerId="ADAL" clId="{7AECE3AF-5704-4967-BD45-876FBB82BAF3}" dt="2026-08-15T16:02:32.841" v="10862" actId="1076"/>
          <ac:cxnSpMkLst>
            <pc:docMk/>
            <pc:sldMk cId="2598457256" sldId="430"/>
            <ac:cxnSpMk id="17" creationId="{A1D1F5F4-E72A-C098-F19E-8AFBD9D5AC1D}"/>
          </ac:cxnSpMkLst>
        </pc:cxnChg>
      </pc:sldChg>
      <pc:sldChg chg="addSp delSp modSp add mod">
        <pc:chgData name="Peethala Rajiv Roy (PED/Hosur/TVSMotor)" userId="e2d9917c-f3dd-4083-a688-e3a90de602c2" providerId="ADAL" clId="{7AECE3AF-5704-4967-BD45-876FBB82BAF3}" dt="2026-08-15T16:02:45.052" v="10865" actId="1076"/>
        <pc:sldMkLst>
          <pc:docMk/>
          <pc:sldMk cId="2319690958" sldId="431"/>
        </pc:sldMkLst>
        <pc:spChg chg="del">
          <ac:chgData name="Peethala Rajiv Roy (PED/Hosur/TVSMotor)" userId="e2d9917c-f3dd-4083-a688-e3a90de602c2" providerId="ADAL" clId="{7AECE3AF-5704-4967-BD45-876FBB82BAF3}" dt="2026-08-15T08:49:47.266" v="6262" actId="478"/>
          <ac:spMkLst>
            <pc:docMk/>
            <pc:sldMk cId="2319690958" sldId="431"/>
            <ac:spMk id="8" creationId="{2FBA15B1-8E81-B9D6-716D-8DF02DDF4B47}"/>
          </ac:spMkLst>
        </pc:spChg>
        <pc:spChg chg="add mod">
          <ac:chgData name="Peethala Rajiv Roy (PED/Hosur/TVSMotor)" userId="e2d9917c-f3dd-4083-a688-e3a90de602c2" providerId="ADAL" clId="{7AECE3AF-5704-4967-BD45-876FBB82BAF3}" dt="2026-08-15T16:02:40.665" v="10864" actId="1076"/>
          <ac:spMkLst>
            <pc:docMk/>
            <pc:sldMk cId="2319690958" sldId="431"/>
            <ac:spMk id="12" creationId="{53BDF448-FCA1-2A42-4484-16CE79FC7717}"/>
          </ac:spMkLst>
        </pc:spChg>
        <pc:spChg chg="add mod">
          <ac:chgData name="Peethala Rajiv Roy (PED/Hosur/TVSMotor)" userId="e2d9917c-f3dd-4083-a688-e3a90de602c2" providerId="ADAL" clId="{7AECE3AF-5704-4967-BD45-876FBB82BAF3}" dt="2026-08-15T16:02:45.052" v="10865" actId="1076"/>
          <ac:spMkLst>
            <pc:docMk/>
            <pc:sldMk cId="2319690958" sldId="431"/>
            <ac:spMk id="16" creationId="{8C286DBE-A051-6591-A555-6ACAB79ED027}"/>
          </ac:spMkLst>
        </pc:spChg>
        <pc:spChg chg="mod">
          <ac:chgData name="Peethala Rajiv Roy (PED/Hosur/TVSMotor)" userId="e2d9917c-f3dd-4083-a688-e3a90de602c2" providerId="ADAL" clId="{7AECE3AF-5704-4967-BD45-876FBB82BAF3}" dt="2026-08-15T08:48:23.644" v="6250" actId="20577"/>
          <ac:spMkLst>
            <pc:docMk/>
            <pc:sldMk cId="2319690958" sldId="431"/>
            <ac:spMk id="22" creationId="{6B3D0242-61F6-9BAE-D050-5862342D7897}"/>
          </ac:spMkLst>
        </pc:spChg>
        <pc:picChg chg="add mod">
          <ac:chgData name="Peethala Rajiv Roy (PED/Hosur/TVSMotor)" userId="e2d9917c-f3dd-4083-a688-e3a90de602c2" providerId="ADAL" clId="{7AECE3AF-5704-4967-BD45-876FBB82BAF3}" dt="2026-08-15T08:49:10.138" v="6255" actId="208"/>
          <ac:picMkLst>
            <pc:docMk/>
            <pc:sldMk cId="2319690958" sldId="431"/>
            <ac:picMk id="3" creationId="{9B3C4E6D-2AD9-63C6-C000-B924DDCBCC66}"/>
          </ac:picMkLst>
        </pc:picChg>
        <pc:picChg chg="del">
          <ac:chgData name="Peethala Rajiv Roy (PED/Hosur/TVSMotor)" userId="e2d9917c-f3dd-4083-a688-e3a90de602c2" providerId="ADAL" clId="{7AECE3AF-5704-4967-BD45-876FBB82BAF3}" dt="2026-08-15T08:48:59.712" v="6251" actId="478"/>
          <ac:picMkLst>
            <pc:docMk/>
            <pc:sldMk cId="2319690958" sldId="431"/>
            <ac:picMk id="6" creationId="{00F4927E-E511-0A76-46EB-B38D417DC399}"/>
          </ac:picMkLst>
        </pc:picChg>
        <pc:picChg chg="add mod">
          <ac:chgData name="Peethala Rajiv Roy (PED/Hosur/TVSMotor)" userId="e2d9917c-f3dd-4083-a688-e3a90de602c2" providerId="ADAL" clId="{7AECE3AF-5704-4967-BD45-876FBB82BAF3}" dt="2026-08-15T08:49:50.350" v="6263" actId="208"/>
          <ac:picMkLst>
            <pc:docMk/>
            <pc:sldMk cId="2319690958" sldId="431"/>
            <ac:picMk id="9" creationId="{D0B2B50C-FB5B-B43A-DE2E-A133B1B9394B}"/>
          </ac:picMkLst>
        </pc:picChg>
        <pc:picChg chg="del">
          <ac:chgData name="Peethala Rajiv Roy (PED/Hosur/TVSMotor)" userId="e2d9917c-f3dd-4083-a688-e3a90de602c2" providerId="ADAL" clId="{7AECE3AF-5704-4967-BD45-876FBB82BAF3}" dt="2026-08-15T08:49:12.294" v="6256" actId="478"/>
          <ac:picMkLst>
            <pc:docMk/>
            <pc:sldMk cId="2319690958" sldId="431"/>
            <ac:picMk id="10" creationId="{C0496C0B-4DDA-F46E-0A6C-357C1E9E9E64}"/>
          </ac:picMkLst>
        </pc:picChg>
        <pc:picChg chg="del">
          <ac:chgData name="Peethala Rajiv Roy (PED/Hosur/TVSMotor)" userId="e2d9917c-f3dd-4083-a688-e3a90de602c2" providerId="ADAL" clId="{7AECE3AF-5704-4967-BD45-876FBB82BAF3}" dt="2026-08-15T08:49:45.251" v="6261" actId="478"/>
          <ac:picMkLst>
            <pc:docMk/>
            <pc:sldMk cId="2319690958" sldId="431"/>
            <ac:picMk id="14" creationId="{79C40B2C-500B-4ECC-54D0-BA45412C0BA4}"/>
          </ac:picMkLst>
        </pc:picChg>
        <pc:cxnChg chg="add mod">
          <ac:chgData name="Peethala Rajiv Roy (PED/Hosur/TVSMotor)" userId="e2d9917c-f3dd-4083-a688-e3a90de602c2" providerId="ADAL" clId="{7AECE3AF-5704-4967-BD45-876FBB82BAF3}" dt="2026-08-15T16:02:40.665" v="10864" actId="1076"/>
          <ac:cxnSpMkLst>
            <pc:docMk/>
            <pc:sldMk cId="2319690958" sldId="431"/>
            <ac:cxnSpMk id="11" creationId="{F4867A5F-F709-292A-07CF-0CB2D600821F}"/>
          </ac:cxnSpMkLst>
        </pc:cxnChg>
        <pc:cxnChg chg="add mod">
          <ac:chgData name="Peethala Rajiv Roy (PED/Hosur/TVSMotor)" userId="e2d9917c-f3dd-4083-a688-e3a90de602c2" providerId="ADAL" clId="{7AECE3AF-5704-4967-BD45-876FBB82BAF3}" dt="2026-08-15T16:02:45.052" v="10865" actId="1076"/>
          <ac:cxnSpMkLst>
            <pc:docMk/>
            <pc:sldMk cId="2319690958" sldId="431"/>
            <ac:cxnSpMk id="15" creationId="{D11030C9-24C0-71CA-91C2-62461005B562}"/>
          </ac:cxnSpMkLst>
        </pc:cxnChg>
      </pc:sldChg>
      <pc:sldChg chg="addSp delSp modSp add mod">
        <pc:chgData name="Peethala Rajiv Roy (PED/Hosur/TVSMotor)" userId="e2d9917c-f3dd-4083-a688-e3a90de602c2" providerId="ADAL" clId="{7AECE3AF-5704-4967-BD45-876FBB82BAF3}" dt="2026-08-15T16:02:54.536" v="10867" actId="1076"/>
        <pc:sldMkLst>
          <pc:docMk/>
          <pc:sldMk cId="660544132" sldId="432"/>
        </pc:sldMkLst>
        <pc:spChg chg="add mod">
          <ac:chgData name="Peethala Rajiv Roy (PED/Hosur/TVSMotor)" userId="e2d9917c-f3dd-4083-a688-e3a90de602c2" providerId="ADAL" clId="{7AECE3AF-5704-4967-BD45-876FBB82BAF3}" dt="2026-08-15T16:02:54.536" v="10867" actId="1076"/>
          <ac:spMkLst>
            <pc:docMk/>
            <pc:sldMk cId="660544132" sldId="432"/>
            <ac:spMk id="15" creationId="{2B1AEAB5-DC65-89C4-ED46-DE1631FEF5FD}"/>
          </ac:spMkLst>
        </pc:spChg>
        <pc:spChg chg="add mod">
          <ac:chgData name="Peethala Rajiv Roy (PED/Hosur/TVSMotor)" userId="e2d9917c-f3dd-4083-a688-e3a90de602c2" providerId="ADAL" clId="{7AECE3AF-5704-4967-BD45-876FBB82BAF3}" dt="2026-08-15T16:02:54.536" v="10867" actId="1076"/>
          <ac:spMkLst>
            <pc:docMk/>
            <pc:sldMk cId="660544132" sldId="432"/>
            <ac:spMk id="17" creationId="{5FDDA142-57C0-1916-198F-D489E6E9E06F}"/>
          </ac:spMkLst>
        </pc:spChg>
        <pc:spChg chg="mod">
          <ac:chgData name="Peethala Rajiv Roy (PED/Hosur/TVSMotor)" userId="e2d9917c-f3dd-4083-a688-e3a90de602c2" providerId="ADAL" clId="{7AECE3AF-5704-4967-BD45-876FBB82BAF3}" dt="2026-08-15T08:50:07.355" v="6290" actId="20577"/>
          <ac:spMkLst>
            <pc:docMk/>
            <pc:sldMk cId="660544132" sldId="432"/>
            <ac:spMk id="22" creationId="{E7AE388D-83A1-6D11-F7AF-A3517F8F3D80}"/>
          </ac:spMkLst>
        </pc:spChg>
        <pc:picChg chg="del">
          <ac:chgData name="Peethala Rajiv Roy (PED/Hosur/TVSMotor)" userId="e2d9917c-f3dd-4083-a688-e3a90de602c2" providerId="ADAL" clId="{7AECE3AF-5704-4967-BD45-876FBB82BAF3}" dt="2026-08-15T08:50:09.972" v="6291" actId="478"/>
          <ac:picMkLst>
            <pc:docMk/>
            <pc:sldMk cId="660544132" sldId="432"/>
            <ac:picMk id="3" creationId="{2191095C-30F8-7131-1214-13967AAF686B}"/>
          </ac:picMkLst>
        </pc:picChg>
        <pc:picChg chg="add mod">
          <ac:chgData name="Peethala Rajiv Roy (PED/Hosur/TVSMotor)" userId="e2d9917c-f3dd-4083-a688-e3a90de602c2" providerId="ADAL" clId="{7AECE3AF-5704-4967-BD45-876FBB82BAF3}" dt="2026-08-15T08:50:47.916" v="6295" actId="208"/>
          <ac:picMkLst>
            <pc:docMk/>
            <pc:sldMk cId="660544132" sldId="432"/>
            <ac:picMk id="6" creationId="{E08D8FEE-85B1-1DAB-9E26-72090B62F081}"/>
          </ac:picMkLst>
        </pc:picChg>
        <pc:picChg chg="add mod">
          <ac:chgData name="Peethala Rajiv Roy (PED/Hosur/TVSMotor)" userId="e2d9917c-f3dd-4083-a688-e3a90de602c2" providerId="ADAL" clId="{7AECE3AF-5704-4967-BD45-876FBB82BAF3}" dt="2026-08-15T08:51:29.988" v="6299" actId="208"/>
          <ac:picMkLst>
            <pc:docMk/>
            <pc:sldMk cId="660544132" sldId="432"/>
            <ac:picMk id="9" creationId="{D19F7838-2D8D-547D-629D-39CE15A72EFA}"/>
          </ac:picMkLst>
        </pc:picChg>
        <pc:picChg chg="add mod">
          <ac:chgData name="Peethala Rajiv Roy (PED/Hosur/TVSMotor)" userId="e2d9917c-f3dd-4083-a688-e3a90de602c2" providerId="ADAL" clId="{7AECE3AF-5704-4967-BD45-876FBB82BAF3}" dt="2026-08-15T08:52:18.697" v="6304" actId="208"/>
          <ac:picMkLst>
            <pc:docMk/>
            <pc:sldMk cId="660544132" sldId="432"/>
            <ac:picMk id="11" creationId="{F81B5C1D-808D-2B53-51E8-5373E8B1ABD0}"/>
          </ac:picMkLst>
        </pc:picChg>
        <pc:picChg chg="del">
          <ac:chgData name="Peethala Rajiv Roy (PED/Hosur/TVSMotor)" userId="e2d9917c-f3dd-4083-a688-e3a90de602c2" providerId="ADAL" clId="{7AECE3AF-5704-4967-BD45-876FBB82BAF3}" dt="2026-08-15T08:51:33.888" v="6300" actId="478"/>
          <ac:picMkLst>
            <pc:docMk/>
            <pc:sldMk cId="660544132" sldId="432"/>
            <ac:picMk id="14" creationId="{0E926AB7-0639-80E8-6F58-265F5B913824}"/>
          </ac:picMkLst>
        </pc:picChg>
        <pc:cxnChg chg="add mod">
          <ac:chgData name="Peethala Rajiv Roy (PED/Hosur/TVSMotor)" userId="e2d9917c-f3dd-4083-a688-e3a90de602c2" providerId="ADAL" clId="{7AECE3AF-5704-4967-BD45-876FBB82BAF3}" dt="2026-08-15T16:02:54.536" v="10867" actId="1076"/>
          <ac:cxnSpMkLst>
            <pc:docMk/>
            <pc:sldMk cId="660544132" sldId="432"/>
            <ac:cxnSpMk id="12" creationId="{4121834F-51EB-D84B-FE21-EE68A4D4C655}"/>
          </ac:cxnSpMkLst>
        </pc:cxnChg>
        <pc:cxnChg chg="add mod">
          <ac:chgData name="Peethala Rajiv Roy (PED/Hosur/TVSMotor)" userId="e2d9917c-f3dd-4083-a688-e3a90de602c2" providerId="ADAL" clId="{7AECE3AF-5704-4967-BD45-876FBB82BAF3}" dt="2026-08-15T16:02:54.536" v="10867" actId="1076"/>
          <ac:cxnSpMkLst>
            <pc:docMk/>
            <pc:sldMk cId="660544132" sldId="432"/>
            <ac:cxnSpMk id="16" creationId="{50951A5A-80DC-BD14-718A-F212956C4999}"/>
          </ac:cxnSpMkLst>
        </pc:cxnChg>
      </pc:sldChg>
      <pc:sldChg chg="addSp delSp modSp add mod">
        <pc:chgData name="Peethala Rajiv Roy (PED/Hosur/TVSMotor)" userId="e2d9917c-f3dd-4083-a688-e3a90de602c2" providerId="ADAL" clId="{7AECE3AF-5704-4967-BD45-876FBB82BAF3}" dt="2026-08-15T09:23:03.801" v="7635" actId="207"/>
        <pc:sldMkLst>
          <pc:docMk/>
          <pc:sldMk cId="518393786" sldId="433"/>
        </pc:sldMkLst>
        <pc:spChg chg="add mod">
          <ac:chgData name="Peethala Rajiv Roy (PED/Hosur/TVSMotor)" userId="e2d9917c-f3dd-4083-a688-e3a90de602c2" providerId="ADAL" clId="{7AECE3AF-5704-4967-BD45-876FBB82BAF3}" dt="2026-08-15T09:22:57.921" v="7634" actId="207"/>
          <ac:spMkLst>
            <pc:docMk/>
            <pc:sldMk cId="518393786" sldId="433"/>
            <ac:spMk id="6" creationId="{0116953C-D29A-5E99-C84A-9FC6D7220F4A}"/>
          </ac:spMkLst>
        </pc:spChg>
        <pc:spChg chg="del">
          <ac:chgData name="Peethala Rajiv Roy (PED/Hosur/TVSMotor)" userId="e2d9917c-f3dd-4083-a688-e3a90de602c2" providerId="ADAL" clId="{7AECE3AF-5704-4967-BD45-876FBB82BAF3}" dt="2026-08-15T09:22:32.870" v="7625" actId="478"/>
          <ac:spMkLst>
            <pc:docMk/>
            <pc:sldMk cId="518393786" sldId="433"/>
            <ac:spMk id="7" creationId="{8B42D3E8-49B6-AED7-D478-076ABB002DED}"/>
          </ac:spMkLst>
        </pc:spChg>
        <pc:spChg chg="del">
          <ac:chgData name="Peethala Rajiv Roy (PED/Hosur/TVSMotor)" userId="e2d9917c-f3dd-4083-a688-e3a90de602c2" providerId="ADAL" clId="{7AECE3AF-5704-4967-BD45-876FBB82BAF3}" dt="2026-08-15T09:22:32.870" v="7625" actId="478"/>
          <ac:spMkLst>
            <pc:docMk/>
            <pc:sldMk cId="518393786" sldId="433"/>
            <ac:spMk id="11" creationId="{5032427B-7850-E3D8-9280-87225B301B0E}"/>
          </ac:spMkLst>
        </pc:spChg>
        <pc:spChg chg="del">
          <ac:chgData name="Peethala Rajiv Roy (PED/Hosur/TVSMotor)" userId="e2d9917c-f3dd-4083-a688-e3a90de602c2" providerId="ADAL" clId="{7AECE3AF-5704-4967-BD45-876FBB82BAF3}" dt="2026-08-15T09:22:32.870" v="7625" actId="478"/>
          <ac:spMkLst>
            <pc:docMk/>
            <pc:sldMk cId="518393786" sldId="433"/>
            <ac:spMk id="13" creationId="{5782F4A6-FCC7-EC71-34DB-82C92600BEC6}"/>
          </ac:spMkLst>
        </pc:spChg>
        <pc:spChg chg="del">
          <ac:chgData name="Peethala Rajiv Roy (PED/Hosur/TVSMotor)" userId="e2d9917c-f3dd-4083-a688-e3a90de602c2" providerId="ADAL" clId="{7AECE3AF-5704-4967-BD45-876FBB82BAF3}" dt="2026-08-15T09:22:32.870" v="7625" actId="478"/>
          <ac:spMkLst>
            <pc:docMk/>
            <pc:sldMk cId="518393786" sldId="433"/>
            <ac:spMk id="19" creationId="{B2EDC742-BF67-5908-84D2-E70370CFED00}"/>
          </ac:spMkLst>
        </pc:spChg>
        <pc:spChg chg="del">
          <ac:chgData name="Peethala Rajiv Roy (PED/Hosur/TVSMotor)" userId="e2d9917c-f3dd-4083-a688-e3a90de602c2" providerId="ADAL" clId="{7AECE3AF-5704-4967-BD45-876FBB82BAF3}" dt="2026-08-15T09:22:32.870" v="7625" actId="478"/>
          <ac:spMkLst>
            <pc:docMk/>
            <pc:sldMk cId="518393786" sldId="433"/>
            <ac:spMk id="20" creationId="{4E536F0E-14F2-1E99-DD53-6B8E0FF35344}"/>
          </ac:spMkLst>
        </pc:spChg>
        <pc:spChg chg="mod">
          <ac:chgData name="Peethala Rajiv Roy (PED/Hosur/TVSMotor)" userId="e2d9917c-f3dd-4083-a688-e3a90de602c2" providerId="ADAL" clId="{7AECE3AF-5704-4967-BD45-876FBB82BAF3}" dt="2026-08-15T09:20:25.195" v="7512" actId="20577"/>
          <ac:spMkLst>
            <pc:docMk/>
            <pc:sldMk cId="518393786" sldId="433"/>
            <ac:spMk id="23" creationId="{86B2BF7E-3254-D8CE-D366-CC8C321BC584}"/>
          </ac:spMkLst>
        </pc:spChg>
        <pc:spChg chg="mod">
          <ac:chgData name="Peethala Rajiv Roy (PED/Hosur/TVSMotor)" userId="e2d9917c-f3dd-4083-a688-e3a90de602c2" providerId="ADAL" clId="{7AECE3AF-5704-4967-BD45-876FBB82BAF3}" dt="2026-08-15T09:21:02.711" v="7536" actId="20577"/>
          <ac:spMkLst>
            <pc:docMk/>
            <pc:sldMk cId="518393786" sldId="433"/>
            <ac:spMk id="24" creationId="{1785EC55-DC89-A34A-BACC-0D99C58A2772}"/>
          </ac:spMkLst>
        </pc:spChg>
        <pc:spChg chg="mod">
          <ac:chgData name="Peethala Rajiv Roy (PED/Hosur/TVSMotor)" userId="e2d9917c-f3dd-4083-a688-e3a90de602c2" providerId="ADAL" clId="{7AECE3AF-5704-4967-BD45-876FBB82BAF3}" dt="2026-08-15T09:21:08.670" v="7545" actId="20577"/>
          <ac:spMkLst>
            <pc:docMk/>
            <pc:sldMk cId="518393786" sldId="433"/>
            <ac:spMk id="25" creationId="{496CADE8-6DE4-FDD4-EA7F-5A462D13ED7B}"/>
          </ac:spMkLst>
        </pc:spChg>
        <pc:spChg chg="mod">
          <ac:chgData name="Peethala Rajiv Roy (PED/Hosur/TVSMotor)" userId="e2d9917c-f3dd-4083-a688-e3a90de602c2" providerId="ADAL" clId="{7AECE3AF-5704-4967-BD45-876FBB82BAF3}" dt="2026-08-15T09:20:49.907" v="7528" actId="20577"/>
          <ac:spMkLst>
            <pc:docMk/>
            <pc:sldMk cId="518393786" sldId="433"/>
            <ac:spMk id="29" creationId="{B60A6F9B-0C3A-D1D3-E290-387D75D5866D}"/>
          </ac:spMkLst>
        </pc:spChg>
        <pc:spChg chg="mod">
          <ac:chgData name="Peethala Rajiv Roy (PED/Hosur/TVSMotor)" userId="e2d9917c-f3dd-4083-a688-e3a90de602c2" providerId="ADAL" clId="{7AECE3AF-5704-4967-BD45-876FBB82BAF3}" dt="2026-08-15T09:21:17.756" v="7553" actId="20577"/>
          <ac:spMkLst>
            <pc:docMk/>
            <pc:sldMk cId="518393786" sldId="433"/>
            <ac:spMk id="30" creationId="{65C411B0-AE31-7BCB-CECF-D027D464093B}"/>
          </ac:spMkLst>
        </pc:spChg>
        <pc:spChg chg="mod">
          <ac:chgData name="Peethala Rajiv Roy (PED/Hosur/TVSMotor)" userId="e2d9917c-f3dd-4083-a688-e3a90de602c2" providerId="ADAL" clId="{7AECE3AF-5704-4967-BD45-876FBB82BAF3}" dt="2026-08-15T09:21:22.659" v="7561" actId="20577"/>
          <ac:spMkLst>
            <pc:docMk/>
            <pc:sldMk cId="518393786" sldId="433"/>
            <ac:spMk id="31" creationId="{82017F3B-9E0C-D6A1-A2DE-9AF4AB243F90}"/>
          </ac:spMkLst>
        </pc:spChg>
        <pc:spChg chg="mod">
          <ac:chgData name="Peethala Rajiv Roy (PED/Hosur/TVSMotor)" userId="e2d9917c-f3dd-4083-a688-e3a90de602c2" providerId="ADAL" clId="{7AECE3AF-5704-4967-BD45-876FBB82BAF3}" dt="2026-08-15T09:22:01.615" v="7597" actId="20577"/>
          <ac:spMkLst>
            <pc:docMk/>
            <pc:sldMk cId="518393786" sldId="433"/>
            <ac:spMk id="49" creationId="{A37FDB49-0736-EC86-5708-B1D5C777AACA}"/>
          </ac:spMkLst>
        </pc:spChg>
        <pc:spChg chg="mod">
          <ac:chgData name="Peethala Rajiv Roy (PED/Hosur/TVSMotor)" userId="e2d9917c-f3dd-4083-a688-e3a90de602c2" providerId="ADAL" clId="{7AECE3AF-5704-4967-BD45-876FBB82BAF3}" dt="2026-08-15T09:22:14.180" v="7608" actId="20577"/>
          <ac:spMkLst>
            <pc:docMk/>
            <pc:sldMk cId="518393786" sldId="433"/>
            <ac:spMk id="51" creationId="{D519F66E-5249-0B82-0906-D4DBFC88FD4F}"/>
          </ac:spMkLst>
        </pc:spChg>
        <pc:spChg chg="mod">
          <ac:chgData name="Peethala Rajiv Roy (PED/Hosur/TVSMotor)" userId="e2d9917c-f3dd-4083-a688-e3a90de602c2" providerId="ADAL" clId="{7AECE3AF-5704-4967-BD45-876FBB82BAF3}" dt="2026-08-15T09:22:24.980" v="7624" actId="20577"/>
          <ac:spMkLst>
            <pc:docMk/>
            <pc:sldMk cId="518393786" sldId="433"/>
            <ac:spMk id="53" creationId="{57906FE1-CA9E-F0DB-8407-0AF435E30EA0}"/>
          </ac:spMkLst>
        </pc:spChg>
        <pc:spChg chg="del">
          <ac:chgData name="Peethala Rajiv Roy (PED/Hosur/TVSMotor)" userId="e2d9917c-f3dd-4083-a688-e3a90de602c2" providerId="ADAL" clId="{7AECE3AF-5704-4967-BD45-876FBB82BAF3}" dt="2026-08-15T09:22:39.210" v="7627" actId="478"/>
          <ac:spMkLst>
            <pc:docMk/>
            <pc:sldMk cId="518393786" sldId="433"/>
            <ac:spMk id="55" creationId="{3C78121B-C6D2-D41D-2DD6-FF58554D790D}"/>
          </ac:spMkLst>
        </pc:spChg>
        <pc:spChg chg="del">
          <ac:chgData name="Peethala Rajiv Roy (PED/Hosur/TVSMotor)" userId="e2d9917c-f3dd-4083-a688-e3a90de602c2" providerId="ADAL" clId="{7AECE3AF-5704-4967-BD45-876FBB82BAF3}" dt="2026-08-15T09:22:32.870" v="7625" actId="478"/>
          <ac:spMkLst>
            <pc:docMk/>
            <pc:sldMk cId="518393786" sldId="433"/>
            <ac:spMk id="57" creationId="{BC4CA993-6466-BCF3-5653-E380F328B8EB}"/>
          </ac:spMkLst>
        </pc:spChg>
        <pc:spChg chg="del">
          <ac:chgData name="Peethala Rajiv Roy (PED/Hosur/TVSMotor)" userId="e2d9917c-f3dd-4083-a688-e3a90de602c2" providerId="ADAL" clId="{7AECE3AF-5704-4967-BD45-876FBB82BAF3}" dt="2026-08-15T09:22:32.870" v="7625" actId="478"/>
          <ac:spMkLst>
            <pc:docMk/>
            <pc:sldMk cId="518393786" sldId="433"/>
            <ac:spMk id="69" creationId="{2FA597A2-9015-D5B4-59BE-988235A9D795}"/>
          </ac:spMkLst>
        </pc:spChg>
        <pc:spChg chg="mod">
          <ac:chgData name="Peethala Rajiv Roy (PED/Hosur/TVSMotor)" userId="e2d9917c-f3dd-4083-a688-e3a90de602c2" providerId="ADAL" clId="{7AECE3AF-5704-4967-BD45-876FBB82BAF3}" dt="2026-08-15T09:23:03.801" v="7635" actId="207"/>
          <ac:spMkLst>
            <pc:docMk/>
            <pc:sldMk cId="518393786" sldId="433"/>
            <ac:spMk id="75" creationId="{4D328C53-4FD9-3978-A6A4-FF488B740764}"/>
          </ac:spMkLst>
        </pc:spChg>
        <pc:spChg chg="mod">
          <ac:chgData name="Peethala Rajiv Roy (PED/Hosur/TVSMotor)" userId="e2d9917c-f3dd-4083-a688-e3a90de602c2" providerId="ADAL" clId="{7AECE3AF-5704-4967-BD45-876FBB82BAF3}" dt="2026-08-15T09:21:43.027" v="7578" actId="20577"/>
          <ac:spMkLst>
            <pc:docMk/>
            <pc:sldMk cId="518393786" sldId="433"/>
            <ac:spMk id="77" creationId="{7391A7E9-6837-7F3C-038C-B23583CBCEC4}"/>
          </ac:spMkLst>
        </pc:spChg>
        <pc:spChg chg="del">
          <ac:chgData name="Peethala Rajiv Roy (PED/Hosur/TVSMotor)" userId="e2d9917c-f3dd-4083-a688-e3a90de602c2" providerId="ADAL" clId="{7AECE3AF-5704-4967-BD45-876FBB82BAF3}" dt="2026-08-15T09:22:32.870" v="7625" actId="478"/>
          <ac:spMkLst>
            <pc:docMk/>
            <pc:sldMk cId="518393786" sldId="433"/>
            <ac:spMk id="83" creationId="{C7018B05-D17F-D386-1AE0-961B87CD077E}"/>
          </ac:spMkLst>
        </pc:spChg>
        <pc:spChg chg="del">
          <ac:chgData name="Peethala Rajiv Roy (PED/Hosur/TVSMotor)" userId="e2d9917c-f3dd-4083-a688-e3a90de602c2" providerId="ADAL" clId="{7AECE3AF-5704-4967-BD45-876FBB82BAF3}" dt="2026-08-15T09:22:32.870" v="7625" actId="478"/>
          <ac:spMkLst>
            <pc:docMk/>
            <pc:sldMk cId="518393786" sldId="433"/>
            <ac:spMk id="101" creationId="{D201B4C3-AB71-35D0-03EA-7856D0DB18A6}"/>
          </ac:spMkLst>
        </pc:spChg>
        <pc:spChg chg="del">
          <ac:chgData name="Peethala Rajiv Roy (PED/Hosur/TVSMotor)" userId="e2d9917c-f3dd-4083-a688-e3a90de602c2" providerId="ADAL" clId="{7AECE3AF-5704-4967-BD45-876FBB82BAF3}" dt="2026-08-15T09:22:32.870" v="7625" actId="478"/>
          <ac:spMkLst>
            <pc:docMk/>
            <pc:sldMk cId="518393786" sldId="433"/>
            <ac:spMk id="103" creationId="{ED4E87AA-D274-1028-AA9B-7A1FA93FA42D}"/>
          </ac:spMkLst>
        </pc:spChg>
        <pc:cxnChg chg="mod">
          <ac:chgData name="Peethala Rajiv Roy (PED/Hosur/TVSMotor)" userId="e2d9917c-f3dd-4083-a688-e3a90de602c2" providerId="ADAL" clId="{7AECE3AF-5704-4967-BD45-876FBB82BAF3}" dt="2026-08-15T09:22:39.210" v="7627" actId="478"/>
          <ac:cxnSpMkLst>
            <pc:docMk/>
            <pc:sldMk cId="518393786" sldId="433"/>
            <ac:cxnSpMk id="126" creationId="{F9C19EC5-367F-60E8-0BF6-6C76F121C10C}"/>
          </ac:cxnSpMkLst>
        </pc:cxnChg>
        <pc:cxnChg chg="del mod">
          <ac:chgData name="Peethala Rajiv Roy (PED/Hosur/TVSMotor)" userId="e2d9917c-f3dd-4083-a688-e3a90de602c2" providerId="ADAL" clId="{7AECE3AF-5704-4967-BD45-876FBB82BAF3}" dt="2026-08-15T09:22:36.133" v="7626" actId="478"/>
          <ac:cxnSpMkLst>
            <pc:docMk/>
            <pc:sldMk cId="518393786" sldId="433"/>
            <ac:cxnSpMk id="128" creationId="{1FA12427-4038-E468-82D1-72BF9C43AECF}"/>
          </ac:cxnSpMkLst>
        </pc:cxnChg>
      </pc:sldChg>
      <pc:sldChg chg="addSp delSp modSp add mod">
        <pc:chgData name="Peethala Rajiv Roy (PED/Hosur/TVSMotor)" userId="e2d9917c-f3dd-4083-a688-e3a90de602c2" providerId="ADAL" clId="{7AECE3AF-5704-4967-BD45-876FBB82BAF3}" dt="2026-08-15T09:46:43.187" v="7724" actId="1076"/>
        <pc:sldMkLst>
          <pc:docMk/>
          <pc:sldMk cId="3028368076" sldId="434"/>
        </pc:sldMkLst>
        <pc:spChg chg="del">
          <ac:chgData name="Peethala Rajiv Roy (PED/Hosur/TVSMotor)" userId="e2d9917c-f3dd-4083-a688-e3a90de602c2" providerId="ADAL" clId="{7AECE3AF-5704-4967-BD45-876FBB82BAF3}" dt="2026-08-15T09:46:23.353" v="7722" actId="478"/>
          <ac:spMkLst>
            <pc:docMk/>
            <pc:sldMk cId="3028368076" sldId="434"/>
            <ac:spMk id="10" creationId="{840919F4-3EA8-9644-9B40-A882CE6B7B95}"/>
          </ac:spMkLst>
        </pc:spChg>
        <pc:spChg chg="mod">
          <ac:chgData name="Peethala Rajiv Roy (PED/Hosur/TVSMotor)" userId="e2d9917c-f3dd-4083-a688-e3a90de602c2" providerId="ADAL" clId="{7AECE3AF-5704-4967-BD45-876FBB82BAF3}" dt="2026-08-15T09:46:34.836" v="7723" actId="1076"/>
          <ac:spMkLst>
            <pc:docMk/>
            <pc:sldMk cId="3028368076" sldId="434"/>
            <ac:spMk id="19" creationId="{8FFE2BD3-8C83-08A6-BC64-89876322054B}"/>
          </ac:spMkLst>
        </pc:spChg>
        <pc:spChg chg="mod">
          <ac:chgData name="Peethala Rajiv Roy (PED/Hosur/TVSMotor)" userId="e2d9917c-f3dd-4083-a688-e3a90de602c2" providerId="ADAL" clId="{7AECE3AF-5704-4967-BD45-876FBB82BAF3}" dt="2026-08-15T09:46:43.187" v="7724" actId="1076"/>
          <ac:spMkLst>
            <pc:docMk/>
            <pc:sldMk cId="3028368076" sldId="434"/>
            <ac:spMk id="21" creationId="{F1B38746-EADE-F60E-5112-4A6DDEE671E6}"/>
          </ac:spMkLst>
        </pc:spChg>
        <pc:spChg chg="mod">
          <ac:chgData name="Peethala Rajiv Roy (PED/Hosur/TVSMotor)" userId="e2d9917c-f3dd-4083-a688-e3a90de602c2" providerId="ADAL" clId="{7AECE3AF-5704-4967-BD45-876FBB82BAF3}" dt="2026-08-15T09:44:17.987" v="7713" actId="20577"/>
          <ac:spMkLst>
            <pc:docMk/>
            <pc:sldMk cId="3028368076" sldId="434"/>
            <ac:spMk id="22" creationId="{C2F6958C-068F-6D6E-A6EA-7AD0218629BF}"/>
          </ac:spMkLst>
        </pc:spChg>
        <pc:picChg chg="del mod">
          <ac:chgData name="Peethala Rajiv Roy (PED/Hosur/TVSMotor)" userId="e2d9917c-f3dd-4083-a688-e3a90de602c2" providerId="ADAL" clId="{7AECE3AF-5704-4967-BD45-876FBB82BAF3}" dt="2026-08-15T09:46:21.449" v="7721" actId="478"/>
          <ac:picMkLst>
            <pc:docMk/>
            <pc:sldMk cId="3028368076" sldId="434"/>
            <ac:picMk id="3" creationId="{8E7DBE47-D315-A87B-5815-4040B0032545}"/>
          </ac:picMkLst>
        </pc:picChg>
        <pc:picChg chg="add mod">
          <ac:chgData name="Peethala Rajiv Roy (PED/Hosur/TVSMotor)" userId="e2d9917c-f3dd-4083-a688-e3a90de602c2" providerId="ADAL" clId="{7AECE3AF-5704-4967-BD45-876FBB82BAF3}" dt="2026-08-15T09:44:12.735" v="7708" actId="208"/>
          <ac:picMkLst>
            <pc:docMk/>
            <pc:sldMk cId="3028368076" sldId="434"/>
            <ac:picMk id="6" creationId="{48B8066C-7B55-F159-95EA-A0AD1229CF39}"/>
          </ac:picMkLst>
        </pc:picChg>
        <pc:picChg chg="del mod">
          <ac:chgData name="Peethala Rajiv Roy (PED/Hosur/TVSMotor)" userId="e2d9917c-f3dd-4083-a688-e3a90de602c2" providerId="ADAL" clId="{7AECE3AF-5704-4967-BD45-876FBB82BAF3}" dt="2026-08-15T09:46:07.320" v="7715" actId="478"/>
          <ac:picMkLst>
            <pc:docMk/>
            <pc:sldMk cId="3028368076" sldId="434"/>
            <ac:picMk id="8" creationId="{7CFA2343-C8EE-A200-A5A0-190A1122E30C}"/>
          </ac:picMkLst>
        </pc:picChg>
        <pc:picChg chg="add mod">
          <ac:chgData name="Peethala Rajiv Roy (PED/Hosur/TVSMotor)" userId="e2d9917c-f3dd-4083-a688-e3a90de602c2" providerId="ADAL" clId="{7AECE3AF-5704-4967-BD45-876FBB82BAF3}" dt="2026-08-15T09:46:17.747" v="7719" actId="208"/>
          <ac:picMkLst>
            <pc:docMk/>
            <pc:sldMk cId="3028368076" sldId="434"/>
            <ac:picMk id="9" creationId="{1082DD7D-B5E5-D1A8-DDC4-CAC2CDDCFDB5}"/>
          </ac:picMkLst>
        </pc:picChg>
        <pc:picChg chg="del">
          <ac:chgData name="Peethala Rajiv Roy (PED/Hosur/TVSMotor)" userId="e2d9917c-f3dd-4083-a688-e3a90de602c2" providerId="ADAL" clId="{7AECE3AF-5704-4967-BD45-876FBB82BAF3}" dt="2026-08-15T09:43:56.394" v="7702" actId="478"/>
          <ac:picMkLst>
            <pc:docMk/>
            <pc:sldMk cId="3028368076" sldId="434"/>
            <ac:picMk id="13" creationId="{2CD3B18A-2652-8217-8322-A0BC145E0CCF}"/>
          </ac:picMkLst>
        </pc:picChg>
        <pc:cxnChg chg="mod">
          <ac:chgData name="Peethala Rajiv Roy (PED/Hosur/TVSMotor)" userId="e2d9917c-f3dd-4083-a688-e3a90de602c2" providerId="ADAL" clId="{7AECE3AF-5704-4967-BD45-876FBB82BAF3}" dt="2026-08-15T09:46:34.836" v="7723" actId="1076"/>
          <ac:cxnSpMkLst>
            <pc:docMk/>
            <pc:sldMk cId="3028368076" sldId="434"/>
            <ac:cxnSpMk id="18" creationId="{7831C8DA-61C3-B425-14A6-B76EA3C6EF9B}"/>
          </ac:cxnSpMkLst>
        </pc:cxnChg>
        <pc:cxnChg chg="mod">
          <ac:chgData name="Peethala Rajiv Roy (PED/Hosur/TVSMotor)" userId="e2d9917c-f3dd-4083-a688-e3a90de602c2" providerId="ADAL" clId="{7AECE3AF-5704-4967-BD45-876FBB82BAF3}" dt="2026-08-15T09:46:43.187" v="7724" actId="1076"/>
          <ac:cxnSpMkLst>
            <pc:docMk/>
            <pc:sldMk cId="3028368076" sldId="434"/>
            <ac:cxnSpMk id="20" creationId="{EE508495-B993-B5A6-B28B-B8455063B67A}"/>
          </ac:cxnSpMkLst>
        </pc:cxnChg>
      </pc:sldChg>
      <pc:sldChg chg="addSp delSp modSp add mod">
        <pc:chgData name="Peethala Rajiv Roy (PED/Hosur/TVSMotor)" userId="e2d9917c-f3dd-4083-a688-e3a90de602c2" providerId="ADAL" clId="{7AECE3AF-5704-4967-BD45-876FBB82BAF3}" dt="2026-08-15T09:48:28.330" v="7744" actId="1076"/>
        <pc:sldMkLst>
          <pc:docMk/>
          <pc:sldMk cId="739990365" sldId="435"/>
        </pc:sldMkLst>
        <pc:spChg chg="mod">
          <ac:chgData name="Peethala Rajiv Roy (PED/Hosur/TVSMotor)" userId="e2d9917c-f3dd-4083-a688-e3a90de602c2" providerId="ADAL" clId="{7AECE3AF-5704-4967-BD45-876FBB82BAF3}" dt="2026-08-15T09:48:28.330" v="7744" actId="1076"/>
          <ac:spMkLst>
            <pc:docMk/>
            <pc:sldMk cId="739990365" sldId="435"/>
            <ac:spMk id="19" creationId="{AD6703A2-0CB0-6BCA-29E8-E0B2A59827C3}"/>
          </ac:spMkLst>
        </pc:spChg>
        <pc:spChg chg="mod">
          <ac:chgData name="Peethala Rajiv Roy (PED/Hosur/TVSMotor)" userId="e2d9917c-f3dd-4083-a688-e3a90de602c2" providerId="ADAL" clId="{7AECE3AF-5704-4967-BD45-876FBB82BAF3}" dt="2026-08-15T09:48:28.330" v="7744" actId="1076"/>
          <ac:spMkLst>
            <pc:docMk/>
            <pc:sldMk cId="739990365" sldId="435"/>
            <ac:spMk id="21" creationId="{E3CEA72E-BCFA-FEB8-7375-8F84659D8E34}"/>
          </ac:spMkLst>
        </pc:spChg>
        <pc:spChg chg="mod">
          <ac:chgData name="Peethala Rajiv Roy (PED/Hosur/TVSMotor)" userId="e2d9917c-f3dd-4083-a688-e3a90de602c2" providerId="ADAL" clId="{7AECE3AF-5704-4967-BD45-876FBB82BAF3}" dt="2026-08-15T09:47:02.404" v="7732" actId="20577"/>
          <ac:spMkLst>
            <pc:docMk/>
            <pc:sldMk cId="739990365" sldId="435"/>
            <ac:spMk id="22" creationId="{565EECCA-EF23-484B-27B6-1412C9DAA4F7}"/>
          </ac:spMkLst>
        </pc:spChg>
        <pc:picChg chg="add mod">
          <ac:chgData name="Peethala Rajiv Roy (PED/Hosur/TVSMotor)" userId="e2d9917c-f3dd-4083-a688-e3a90de602c2" providerId="ADAL" clId="{7AECE3AF-5704-4967-BD45-876FBB82BAF3}" dt="2026-08-15T09:47:39.931" v="7738" actId="208"/>
          <ac:picMkLst>
            <pc:docMk/>
            <pc:sldMk cId="739990365" sldId="435"/>
            <ac:picMk id="3" creationId="{4A6B2A81-6A82-58F4-FB97-79ABE8AE0081}"/>
          </ac:picMkLst>
        </pc:picChg>
        <pc:picChg chg="del">
          <ac:chgData name="Peethala Rajiv Roy (PED/Hosur/TVSMotor)" userId="e2d9917c-f3dd-4083-a688-e3a90de602c2" providerId="ADAL" clId="{7AECE3AF-5704-4967-BD45-876FBB82BAF3}" dt="2026-08-15T09:47:29.156" v="7733" actId="478"/>
          <ac:picMkLst>
            <pc:docMk/>
            <pc:sldMk cId="739990365" sldId="435"/>
            <ac:picMk id="6" creationId="{E231F5D7-68A6-2DCD-A62E-6731340685F0}"/>
          </ac:picMkLst>
        </pc:picChg>
        <pc:picChg chg="add mod">
          <ac:chgData name="Peethala Rajiv Roy (PED/Hosur/TVSMotor)" userId="e2d9917c-f3dd-4083-a688-e3a90de602c2" providerId="ADAL" clId="{7AECE3AF-5704-4967-BD45-876FBB82BAF3}" dt="2026-08-15T09:48:22.134" v="7743" actId="208"/>
          <ac:picMkLst>
            <pc:docMk/>
            <pc:sldMk cId="739990365" sldId="435"/>
            <ac:picMk id="8" creationId="{ECD0B3BF-8076-5E41-F235-20CE3C962C41}"/>
          </ac:picMkLst>
        </pc:picChg>
        <pc:picChg chg="del">
          <ac:chgData name="Peethala Rajiv Roy (PED/Hosur/TVSMotor)" userId="e2d9917c-f3dd-4083-a688-e3a90de602c2" providerId="ADAL" clId="{7AECE3AF-5704-4967-BD45-876FBB82BAF3}" dt="2026-08-15T09:47:42.766" v="7739" actId="478"/>
          <ac:picMkLst>
            <pc:docMk/>
            <pc:sldMk cId="739990365" sldId="435"/>
            <ac:picMk id="9" creationId="{B2D191D1-B794-4F27-421E-7C1C6E1879AC}"/>
          </ac:picMkLst>
        </pc:picChg>
        <pc:cxnChg chg="mod">
          <ac:chgData name="Peethala Rajiv Roy (PED/Hosur/TVSMotor)" userId="e2d9917c-f3dd-4083-a688-e3a90de602c2" providerId="ADAL" clId="{7AECE3AF-5704-4967-BD45-876FBB82BAF3}" dt="2026-08-15T09:48:28.330" v="7744" actId="1076"/>
          <ac:cxnSpMkLst>
            <pc:docMk/>
            <pc:sldMk cId="739990365" sldId="435"/>
            <ac:cxnSpMk id="18" creationId="{13AB36A1-A613-3228-0F29-56D738B8A9B1}"/>
          </ac:cxnSpMkLst>
        </pc:cxnChg>
        <pc:cxnChg chg="mod">
          <ac:chgData name="Peethala Rajiv Roy (PED/Hosur/TVSMotor)" userId="e2d9917c-f3dd-4083-a688-e3a90de602c2" providerId="ADAL" clId="{7AECE3AF-5704-4967-BD45-876FBB82BAF3}" dt="2026-08-15T09:48:28.330" v="7744" actId="1076"/>
          <ac:cxnSpMkLst>
            <pc:docMk/>
            <pc:sldMk cId="739990365" sldId="435"/>
            <ac:cxnSpMk id="20" creationId="{AD96319C-1401-1611-DB6E-49EB59CED1E7}"/>
          </ac:cxnSpMkLst>
        </pc:cxnChg>
      </pc:sldChg>
      <pc:sldChg chg="addSp delSp modSp add mod">
        <pc:chgData name="Peethala Rajiv Roy (PED/Hosur/TVSMotor)" userId="e2d9917c-f3dd-4083-a688-e3a90de602c2" providerId="ADAL" clId="{7AECE3AF-5704-4967-BD45-876FBB82BAF3}" dt="2026-08-15T09:50:05.794" v="7767" actId="1038"/>
        <pc:sldMkLst>
          <pc:docMk/>
          <pc:sldMk cId="2220329927" sldId="436"/>
        </pc:sldMkLst>
        <pc:spChg chg="mod">
          <ac:chgData name="Peethala Rajiv Roy (PED/Hosur/TVSMotor)" userId="e2d9917c-f3dd-4083-a688-e3a90de602c2" providerId="ADAL" clId="{7AECE3AF-5704-4967-BD45-876FBB82BAF3}" dt="2026-08-15T09:50:05.794" v="7767" actId="1038"/>
          <ac:spMkLst>
            <pc:docMk/>
            <pc:sldMk cId="2220329927" sldId="436"/>
            <ac:spMk id="19" creationId="{7E3F9963-0451-8561-60DC-BD38B9D707B7}"/>
          </ac:spMkLst>
        </pc:spChg>
        <pc:spChg chg="mod">
          <ac:chgData name="Peethala Rajiv Roy (PED/Hosur/TVSMotor)" userId="e2d9917c-f3dd-4083-a688-e3a90de602c2" providerId="ADAL" clId="{7AECE3AF-5704-4967-BD45-876FBB82BAF3}" dt="2026-08-15T09:50:05.794" v="7767" actId="1038"/>
          <ac:spMkLst>
            <pc:docMk/>
            <pc:sldMk cId="2220329927" sldId="436"/>
            <ac:spMk id="21" creationId="{94155166-3BBD-A255-4085-A048E2173FAB}"/>
          </ac:spMkLst>
        </pc:spChg>
        <pc:spChg chg="mod">
          <ac:chgData name="Peethala Rajiv Roy (PED/Hosur/TVSMotor)" userId="e2d9917c-f3dd-4083-a688-e3a90de602c2" providerId="ADAL" clId="{7AECE3AF-5704-4967-BD45-876FBB82BAF3}" dt="2026-08-15T09:48:42.373" v="7751" actId="20577"/>
          <ac:spMkLst>
            <pc:docMk/>
            <pc:sldMk cId="2220329927" sldId="436"/>
            <ac:spMk id="22" creationId="{E8D8693B-49C1-1359-EF7F-A7BEB4859A94}"/>
          </ac:spMkLst>
        </pc:spChg>
        <pc:picChg chg="del">
          <ac:chgData name="Peethala Rajiv Roy (PED/Hosur/TVSMotor)" userId="e2d9917c-f3dd-4083-a688-e3a90de602c2" providerId="ADAL" clId="{7AECE3AF-5704-4967-BD45-876FBB82BAF3}" dt="2026-08-15T09:48:45.115" v="7752" actId="478"/>
          <ac:picMkLst>
            <pc:docMk/>
            <pc:sldMk cId="2220329927" sldId="436"/>
            <ac:picMk id="3" creationId="{281A96EF-D445-EBE1-1705-EB115CAAF3C8}"/>
          </ac:picMkLst>
        </pc:picChg>
        <pc:picChg chg="add mod">
          <ac:chgData name="Peethala Rajiv Roy (PED/Hosur/TVSMotor)" userId="e2d9917c-f3dd-4083-a688-e3a90de602c2" providerId="ADAL" clId="{7AECE3AF-5704-4967-BD45-876FBB82BAF3}" dt="2026-08-15T09:49:16.098" v="7756" actId="208"/>
          <ac:picMkLst>
            <pc:docMk/>
            <pc:sldMk cId="2220329927" sldId="436"/>
            <ac:picMk id="6" creationId="{24B67BEB-E0A9-2E4C-2EB5-8F763923DD02}"/>
          </ac:picMkLst>
        </pc:picChg>
        <pc:picChg chg="del">
          <ac:chgData name="Peethala Rajiv Roy (PED/Hosur/TVSMotor)" userId="e2d9917c-f3dd-4083-a688-e3a90de602c2" providerId="ADAL" clId="{7AECE3AF-5704-4967-BD45-876FBB82BAF3}" dt="2026-08-15T09:49:20.886" v="7757" actId="478"/>
          <ac:picMkLst>
            <pc:docMk/>
            <pc:sldMk cId="2220329927" sldId="436"/>
            <ac:picMk id="8" creationId="{2F7B05A4-A251-4F5C-8BDE-DB8D80446548}"/>
          </ac:picMkLst>
        </pc:picChg>
        <pc:picChg chg="add mod">
          <ac:chgData name="Peethala Rajiv Roy (PED/Hosur/TVSMotor)" userId="e2d9917c-f3dd-4083-a688-e3a90de602c2" providerId="ADAL" clId="{7AECE3AF-5704-4967-BD45-876FBB82BAF3}" dt="2026-08-15T09:50:02.354" v="7763" actId="14100"/>
          <ac:picMkLst>
            <pc:docMk/>
            <pc:sldMk cId="2220329927" sldId="436"/>
            <ac:picMk id="9" creationId="{53E02928-ACAA-A1AD-9862-1E21A01D9601}"/>
          </ac:picMkLst>
        </pc:picChg>
        <pc:cxnChg chg="mod">
          <ac:chgData name="Peethala Rajiv Roy (PED/Hosur/TVSMotor)" userId="e2d9917c-f3dd-4083-a688-e3a90de602c2" providerId="ADAL" clId="{7AECE3AF-5704-4967-BD45-876FBB82BAF3}" dt="2026-08-15T09:50:05.794" v="7767" actId="1038"/>
          <ac:cxnSpMkLst>
            <pc:docMk/>
            <pc:sldMk cId="2220329927" sldId="436"/>
            <ac:cxnSpMk id="18" creationId="{FCC6B9F2-A4B6-C8AB-D5A5-D6CD652677DF}"/>
          </ac:cxnSpMkLst>
        </pc:cxnChg>
        <pc:cxnChg chg="mod">
          <ac:chgData name="Peethala Rajiv Roy (PED/Hosur/TVSMotor)" userId="e2d9917c-f3dd-4083-a688-e3a90de602c2" providerId="ADAL" clId="{7AECE3AF-5704-4967-BD45-876FBB82BAF3}" dt="2026-08-15T09:50:05.794" v="7767" actId="1038"/>
          <ac:cxnSpMkLst>
            <pc:docMk/>
            <pc:sldMk cId="2220329927" sldId="436"/>
            <ac:cxnSpMk id="20" creationId="{8038A7EB-7924-323F-39B6-3B5ABC9396D7}"/>
          </ac:cxnSpMkLst>
        </pc:cxnChg>
      </pc:sldChg>
      <pc:sldChg chg="addSp delSp modSp add mod">
        <pc:chgData name="Peethala Rajiv Roy (PED/Hosur/TVSMotor)" userId="e2d9917c-f3dd-4083-a688-e3a90de602c2" providerId="ADAL" clId="{7AECE3AF-5704-4967-BD45-876FBB82BAF3}" dt="2026-08-15T09:51:43.676" v="7805" actId="1038"/>
        <pc:sldMkLst>
          <pc:docMk/>
          <pc:sldMk cId="2702174430" sldId="437"/>
        </pc:sldMkLst>
        <pc:spChg chg="mod">
          <ac:chgData name="Peethala Rajiv Roy (PED/Hosur/TVSMotor)" userId="e2d9917c-f3dd-4083-a688-e3a90de602c2" providerId="ADAL" clId="{7AECE3AF-5704-4967-BD45-876FBB82BAF3}" dt="2026-08-15T09:51:43.676" v="7805" actId="1038"/>
          <ac:spMkLst>
            <pc:docMk/>
            <pc:sldMk cId="2702174430" sldId="437"/>
            <ac:spMk id="19" creationId="{0F10A9C1-43FB-D306-3596-2A66C5573A81}"/>
          </ac:spMkLst>
        </pc:spChg>
        <pc:spChg chg="mod">
          <ac:chgData name="Peethala Rajiv Roy (PED/Hosur/TVSMotor)" userId="e2d9917c-f3dd-4083-a688-e3a90de602c2" providerId="ADAL" clId="{7AECE3AF-5704-4967-BD45-876FBB82BAF3}" dt="2026-08-15T09:51:43.676" v="7805" actId="1038"/>
          <ac:spMkLst>
            <pc:docMk/>
            <pc:sldMk cId="2702174430" sldId="437"/>
            <ac:spMk id="21" creationId="{EA4C9B93-11D5-274A-A287-C344C1CB70E6}"/>
          </ac:spMkLst>
        </pc:spChg>
        <pc:spChg chg="mod">
          <ac:chgData name="Peethala Rajiv Roy (PED/Hosur/TVSMotor)" userId="e2d9917c-f3dd-4083-a688-e3a90de602c2" providerId="ADAL" clId="{7AECE3AF-5704-4967-BD45-876FBB82BAF3}" dt="2026-08-15T09:50:19.094" v="7774" actId="20577"/>
          <ac:spMkLst>
            <pc:docMk/>
            <pc:sldMk cId="2702174430" sldId="437"/>
            <ac:spMk id="22" creationId="{3780E855-6C5F-DBCD-8E8A-D9258906752E}"/>
          </ac:spMkLst>
        </pc:spChg>
        <pc:picChg chg="add mod">
          <ac:chgData name="Peethala Rajiv Roy (PED/Hosur/TVSMotor)" userId="e2d9917c-f3dd-4083-a688-e3a90de602c2" providerId="ADAL" clId="{7AECE3AF-5704-4967-BD45-876FBB82BAF3}" dt="2026-08-15T09:51:02.964" v="7780" actId="208"/>
          <ac:picMkLst>
            <pc:docMk/>
            <pc:sldMk cId="2702174430" sldId="437"/>
            <ac:picMk id="3" creationId="{7BBD25F2-E233-1807-ACE2-14E610CF0AD9}"/>
          </ac:picMkLst>
        </pc:picChg>
        <pc:picChg chg="del">
          <ac:chgData name="Peethala Rajiv Roy (PED/Hosur/TVSMotor)" userId="e2d9917c-f3dd-4083-a688-e3a90de602c2" providerId="ADAL" clId="{7AECE3AF-5704-4967-BD45-876FBB82BAF3}" dt="2026-08-15T09:50:46.641" v="7775" actId="478"/>
          <ac:picMkLst>
            <pc:docMk/>
            <pc:sldMk cId="2702174430" sldId="437"/>
            <ac:picMk id="6" creationId="{65E7F32A-BE90-28C1-A131-6072DE131E12}"/>
          </ac:picMkLst>
        </pc:picChg>
        <pc:picChg chg="add mod">
          <ac:chgData name="Peethala Rajiv Roy (PED/Hosur/TVSMotor)" userId="e2d9917c-f3dd-4083-a688-e3a90de602c2" providerId="ADAL" clId="{7AECE3AF-5704-4967-BD45-876FBB82BAF3}" dt="2026-08-15T09:51:37.654" v="7785" actId="208"/>
          <ac:picMkLst>
            <pc:docMk/>
            <pc:sldMk cId="2702174430" sldId="437"/>
            <ac:picMk id="8" creationId="{C6FC74EA-E054-A142-1605-F9D28654714A}"/>
          </ac:picMkLst>
        </pc:picChg>
        <pc:picChg chg="del">
          <ac:chgData name="Peethala Rajiv Roy (PED/Hosur/TVSMotor)" userId="e2d9917c-f3dd-4083-a688-e3a90de602c2" providerId="ADAL" clId="{7AECE3AF-5704-4967-BD45-876FBB82BAF3}" dt="2026-08-15T09:51:05.014" v="7781" actId="478"/>
          <ac:picMkLst>
            <pc:docMk/>
            <pc:sldMk cId="2702174430" sldId="437"/>
            <ac:picMk id="9" creationId="{FBE4308E-A036-48FD-4DD6-9E95669774B0}"/>
          </ac:picMkLst>
        </pc:picChg>
        <pc:cxnChg chg="mod">
          <ac:chgData name="Peethala Rajiv Roy (PED/Hosur/TVSMotor)" userId="e2d9917c-f3dd-4083-a688-e3a90de602c2" providerId="ADAL" clId="{7AECE3AF-5704-4967-BD45-876FBB82BAF3}" dt="2026-08-15T09:51:43.676" v="7805" actId="1038"/>
          <ac:cxnSpMkLst>
            <pc:docMk/>
            <pc:sldMk cId="2702174430" sldId="437"/>
            <ac:cxnSpMk id="18" creationId="{B12A7EDD-75FE-9B1E-D266-C867CBAB4553}"/>
          </ac:cxnSpMkLst>
        </pc:cxnChg>
        <pc:cxnChg chg="mod">
          <ac:chgData name="Peethala Rajiv Roy (PED/Hosur/TVSMotor)" userId="e2d9917c-f3dd-4083-a688-e3a90de602c2" providerId="ADAL" clId="{7AECE3AF-5704-4967-BD45-876FBB82BAF3}" dt="2026-08-15T09:51:43.676" v="7805" actId="1038"/>
          <ac:cxnSpMkLst>
            <pc:docMk/>
            <pc:sldMk cId="2702174430" sldId="437"/>
            <ac:cxnSpMk id="20" creationId="{4F1C9E85-A19B-2158-A39C-BBB09BC7ACBA}"/>
          </ac:cxnSpMkLst>
        </pc:cxnChg>
      </pc:sldChg>
      <pc:sldChg chg="addSp delSp modSp add mod">
        <pc:chgData name="Peethala Rajiv Roy (PED/Hosur/TVSMotor)" userId="e2d9917c-f3dd-4083-a688-e3a90de602c2" providerId="ADAL" clId="{7AECE3AF-5704-4967-BD45-876FBB82BAF3}" dt="2026-08-15T09:57:19.593" v="7910" actId="20577"/>
        <pc:sldMkLst>
          <pc:docMk/>
          <pc:sldMk cId="3205490725" sldId="438"/>
        </pc:sldMkLst>
        <pc:spChg chg="mod">
          <ac:chgData name="Peethala Rajiv Roy (PED/Hosur/TVSMotor)" userId="e2d9917c-f3dd-4083-a688-e3a90de602c2" providerId="ADAL" clId="{7AECE3AF-5704-4967-BD45-876FBB82BAF3}" dt="2026-08-15T09:57:19.593" v="7910" actId="20577"/>
          <ac:spMkLst>
            <pc:docMk/>
            <pc:sldMk cId="3205490725" sldId="438"/>
            <ac:spMk id="22" creationId="{4D930F45-C4FC-8670-BC9D-83CF113BE136}"/>
          </ac:spMkLst>
        </pc:spChg>
        <pc:picChg chg="del">
          <ac:chgData name="Peethala Rajiv Roy (PED/Hosur/TVSMotor)" userId="e2d9917c-f3dd-4083-a688-e3a90de602c2" providerId="ADAL" clId="{7AECE3AF-5704-4967-BD45-876FBB82BAF3}" dt="2026-08-15T09:52:39.913" v="7853" actId="478"/>
          <ac:picMkLst>
            <pc:docMk/>
            <pc:sldMk cId="3205490725" sldId="438"/>
            <ac:picMk id="3" creationId="{1F544308-119B-3F60-69A5-57B0A74C0934}"/>
          </ac:picMkLst>
        </pc:picChg>
        <pc:picChg chg="add mod">
          <ac:chgData name="Peethala Rajiv Roy (PED/Hosur/TVSMotor)" userId="e2d9917c-f3dd-4083-a688-e3a90de602c2" providerId="ADAL" clId="{7AECE3AF-5704-4967-BD45-876FBB82BAF3}" dt="2026-08-15T09:53:15.851" v="7857" actId="208"/>
          <ac:picMkLst>
            <pc:docMk/>
            <pc:sldMk cId="3205490725" sldId="438"/>
            <ac:picMk id="6" creationId="{94511FAD-6381-7FC0-70CB-AF32F9A231AD}"/>
          </ac:picMkLst>
        </pc:picChg>
        <pc:picChg chg="del">
          <ac:chgData name="Peethala Rajiv Roy (PED/Hosur/TVSMotor)" userId="e2d9917c-f3dd-4083-a688-e3a90de602c2" providerId="ADAL" clId="{7AECE3AF-5704-4967-BD45-876FBB82BAF3}" dt="2026-08-15T09:53:50.536" v="7858" actId="478"/>
          <ac:picMkLst>
            <pc:docMk/>
            <pc:sldMk cId="3205490725" sldId="438"/>
            <ac:picMk id="8" creationId="{824444B7-27AC-48E6-AA14-DCF1439AF1DB}"/>
          </ac:picMkLst>
        </pc:picChg>
        <pc:picChg chg="add mod">
          <ac:chgData name="Peethala Rajiv Roy (PED/Hosur/TVSMotor)" userId="e2d9917c-f3dd-4083-a688-e3a90de602c2" providerId="ADAL" clId="{7AECE3AF-5704-4967-BD45-876FBB82BAF3}" dt="2026-08-15T09:54:02.263" v="7862" actId="208"/>
          <ac:picMkLst>
            <pc:docMk/>
            <pc:sldMk cId="3205490725" sldId="438"/>
            <ac:picMk id="9" creationId="{DE7151F5-0D1D-7EB2-8ABE-594E635873E6}"/>
          </ac:picMkLst>
        </pc:picChg>
      </pc:sldChg>
      <pc:sldChg chg="addSp delSp modSp add mod">
        <pc:chgData name="Peethala Rajiv Roy (PED/Hosur/TVSMotor)" userId="e2d9917c-f3dd-4083-a688-e3a90de602c2" providerId="ADAL" clId="{7AECE3AF-5704-4967-BD45-876FBB82BAF3}" dt="2026-08-15T09:57:11.636" v="7903" actId="20577"/>
        <pc:sldMkLst>
          <pc:docMk/>
          <pc:sldMk cId="898942112" sldId="439"/>
        </pc:sldMkLst>
        <pc:spChg chg="mod">
          <ac:chgData name="Peethala Rajiv Roy (PED/Hosur/TVSMotor)" userId="e2d9917c-f3dd-4083-a688-e3a90de602c2" providerId="ADAL" clId="{7AECE3AF-5704-4967-BD45-876FBB82BAF3}" dt="2026-08-15T09:56:38.967" v="7877" actId="1076"/>
          <ac:spMkLst>
            <pc:docMk/>
            <pc:sldMk cId="898942112" sldId="439"/>
            <ac:spMk id="19" creationId="{5D3840BE-1B8C-9866-7E0A-83404347E434}"/>
          </ac:spMkLst>
        </pc:spChg>
        <pc:spChg chg="mod">
          <ac:chgData name="Peethala Rajiv Roy (PED/Hosur/TVSMotor)" userId="e2d9917c-f3dd-4083-a688-e3a90de602c2" providerId="ADAL" clId="{7AECE3AF-5704-4967-BD45-876FBB82BAF3}" dt="2026-08-15T09:56:38.967" v="7877" actId="1076"/>
          <ac:spMkLst>
            <pc:docMk/>
            <pc:sldMk cId="898942112" sldId="439"/>
            <ac:spMk id="21" creationId="{86F1648A-C899-12FA-375F-98516A17ABA4}"/>
          </ac:spMkLst>
        </pc:spChg>
        <pc:spChg chg="mod">
          <ac:chgData name="Peethala Rajiv Roy (PED/Hosur/TVSMotor)" userId="e2d9917c-f3dd-4083-a688-e3a90de602c2" providerId="ADAL" clId="{7AECE3AF-5704-4967-BD45-876FBB82BAF3}" dt="2026-08-15T09:57:11.636" v="7903" actId="20577"/>
          <ac:spMkLst>
            <pc:docMk/>
            <pc:sldMk cId="898942112" sldId="439"/>
            <ac:spMk id="22" creationId="{887CA4D6-0998-4CEC-4CC4-09B98647FA49}"/>
          </ac:spMkLst>
        </pc:spChg>
        <pc:picChg chg="add mod">
          <ac:chgData name="Peethala Rajiv Roy (PED/Hosur/TVSMotor)" userId="e2d9917c-f3dd-4083-a688-e3a90de602c2" providerId="ADAL" clId="{7AECE3AF-5704-4967-BD45-876FBB82BAF3}" dt="2026-08-15T09:55:58.738" v="7870" actId="208"/>
          <ac:picMkLst>
            <pc:docMk/>
            <pc:sldMk cId="898942112" sldId="439"/>
            <ac:picMk id="3" creationId="{5A173306-AA79-0357-25B2-80008036D215}"/>
          </ac:picMkLst>
        </pc:picChg>
        <pc:picChg chg="del">
          <ac:chgData name="Peethala Rajiv Roy (PED/Hosur/TVSMotor)" userId="e2d9917c-f3dd-4083-a688-e3a90de602c2" providerId="ADAL" clId="{7AECE3AF-5704-4967-BD45-876FBB82BAF3}" dt="2026-08-15T09:55:11.726" v="7866" actId="478"/>
          <ac:picMkLst>
            <pc:docMk/>
            <pc:sldMk cId="898942112" sldId="439"/>
            <ac:picMk id="6" creationId="{B32338B9-7719-C404-D213-7DEDDE489DC1}"/>
          </ac:picMkLst>
        </pc:picChg>
        <pc:picChg chg="add mod">
          <ac:chgData name="Peethala Rajiv Roy (PED/Hosur/TVSMotor)" userId="e2d9917c-f3dd-4083-a688-e3a90de602c2" providerId="ADAL" clId="{7AECE3AF-5704-4967-BD45-876FBB82BAF3}" dt="2026-08-15T09:56:33.827" v="7876" actId="208"/>
          <ac:picMkLst>
            <pc:docMk/>
            <pc:sldMk cId="898942112" sldId="439"/>
            <ac:picMk id="8" creationId="{9A94EFD8-4F07-2A0E-E2C3-A6A726B9ABE3}"/>
          </ac:picMkLst>
        </pc:picChg>
        <pc:picChg chg="del">
          <ac:chgData name="Peethala Rajiv Roy (PED/Hosur/TVSMotor)" userId="e2d9917c-f3dd-4083-a688-e3a90de602c2" providerId="ADAL" clId="{7AECE3AF-5704-4967-BD45-876FBB82BAF3}" dt="2026-08-15T09:56:22.161" v="7871" actId="478"/>
          <ac:picMkLst>
            <pc:docMk/>
            <pc:sldMk cId="898942112" sldId="439"/>
            <ac:picMk id="9" creationId="{C0E55826-7678-C337-FEE5-13257BF64415}"/>
          </ac:picMkLst>
        </pc:picChg>
        <pc:cxnChg chg="mod">
          <ac:chgData name="Peethala Rajiv Roy (PED/Hosur/TVSMotor)" userId="e2d9917c-f3dd-4083-a688-e3a90de602c2" providerId="ADAL" clId="{7AECE3AF-5704-4967-BD45-876FBB82BAF3}" dt="2026-08-15T09:56:38.967" v="7877" actId="1076"/>
          <ac:cxnSpMkLst>
            <pc:docMk/>
            <pc:sldMk cId="898942112" sldId="439"/>
            <ac:cxnSpMk id="18" creationId="{5D089288-9785-75C4-FF8E-574F9BFF8E08}"/>
          </ac:cxnSpMkLst>
        </pc:cxnChg>
        <pc:cxnChg chg="mod">
          <ac:chgData name="Peethala Rajiv Roy (PED/Hosur/TVSMotor)" userId="e2d9917c-f3dd-4083-a688-e3a90de602c2" providerId="ADAL" clId="{7AECE3AF-5704-4967-BD45-876FBB82BAF3}" dt="2026-08-15T09:56:38.967" v="7877" actId="1076"/>
          <ac:cxnSpMkLst>
            <pc:docMk/>
            <pc:sldMk cId="898942112" sldId="439"/>
            <ac:cxnSpMk id="20" creationId="{7B7F1D6D-B3F3-91B4-5366-D94917A989D1}"/>
          </ac:cxnSpMkLst>
        </pc:cxnChg>
      </pc:sldChg>
      <pc:sldChg chg="addSp delSp modSp add mod">
        <pc:chgData name="Peethala Rajiv Roy (PED/Hosur/TVSMotor)" userId="e2d9917c-f3dd-4083-a688-e3a90de602c2" providerId="ADAL" clId="{7AECE3AF-5704-4967-BD45-876FBB82BAF3}" dt="2026-08-15T09:58:34.097" v="7921" actId="208"/>
        <pc:sldMkLst>
          <pc:docMk/>
          <pc:sldMk cId="333203971" sldId="440"/>
        </pc:sldMkLst>
        <pc:spChg chg="mod">
          <ac:chgData name="Peethala Rajiv Roy (PED/Hosur/TVSMotor)" userId="e2d9917c-f3dd-4083-a688-e3a90de602c2" providerId="ADAL" clId="{7AECE3AF-5704-4967-BD45-876FBB82BAF3}" dt="2026-08-15T09:58:31.677" v="7920" actId="1076"/>
          <ac:spMkLst>
            <pc:docMk/>
            <pc:sldMk cId="333203971" sldId="440"/>
            <ac:spMk id="19" creationId="{3EE73466-CE4B-1D4E-E0E5-728737760B2C}"/>
          </ac:spMkLst>
        </pc:spChg>
        <pc:spChg chg="mod">
          <ac:chgData name="Peethala Rajiv Roy (PED/Hosur/TVSMotor)" userId="e2d9917c-f3dd-4083-a688-e3a90de602c2" providerId="ADAL" clId="{7AECE3AF-5704-4967-BD45-876FBB82BAF3}" dt="2026-08-15T09:58:31.677" v="7920" actId="1076"/>
          <ac:spMkLst>
            <pc:docMk/>
            <pc:sldMk cId="333203971" sldId="440"/>
            <ac:spMk id="21" creationId="{BA651DD8-DD85-8145-E553-5320011A83AC}"/>
          </ac:spMkLst>
        </pc:spChg>
        <pc:spChg chg="mod">
          <ac:chgData name="Peethala Rajiv Roy (PED/Hosur/TVSMotor)" userId="e2d9917c-f3dd-4083-a688-e3a90de602c2" providerId="ADAL" clId="{7AECE3AF-5704-4967-BD45-876FBB82BAF3}" dt="2026-08-15T09:57:04.212" v="7896" actId="20577"/>
          <ac:spMkLst>
            <pc:docMk/>
            <pc:sldMk cId="333203971" sldId="440"/>
            <ac:spMk id="22" creationId="{7323039A-3A97-DC8A-D817-E04EDD2F9793}"/>
          </ac:spMkLst>
        </pc:spChg>
        <pc:picChg chg="del">
          <ac:chgData name="Peethala Rajiv Roy (PED/Hosur/TVSMotor)" userId="e2d9917c-f3dd-4083-a688-e3a90de602c2" providerId="ADAL" clId="{7AECE3AF-5704-4967-BD45-876FBB82BAF3}" dt="2026-08-15T09:57:24.552" v="7911" actId="478"/>
          <ac:picMkLst>
            <pc:docMk/>
            <pc:sldMk cId="333203971" sldId="440"/>
            <ac:picMk id="3" creationId="{6C6D0D87-5CEB-EDC4-A40D-4C06957C8103}"/>
          </ac:picMkLst>
        </pc:picChg>
        <pc:picChg chg="add mod">
          <ac:chgData name="Peethala Rajiv Roy (PED/Hosur/TVSMotor)" userId="e2d9917c-f3dd-4083-a688-e3a90de602c2" providerId="ADAL" clId="{7AECE3AF-5704-4967-BD45-876FBB82BAF3}" dt="2026-08-15T09:57:52.585" v="7915" actId="208"/>
          <ac:picMkLst>
            <pc:docMk/>
            <pc:sldMk cId="333203971" sldId="440"/>
            <ac:picMk id="6" creationId="{C26B06B8-7865-B4AA-0264-D5304AE89398}"/>
          </ac:picMkLst>
        </pc:picChg>
        <pc:picChg chg="del">
          <ac:chgData name="Peethala Rajiv Roy (PED/Hosur/TVSMotor)" userId="e2d9917c-f3dd-4083-a688-e3a90de602c2" providerId="ADAL" clId="{7AECE3AF-5704-4967-BD45-876FBB82BAF3}" dt="2026-08-15T09:58:15.637" v="7916" actId="478"/>
          <ac:picMkLst>
            <pc:docMk/>
            <pc:sldMk cId="333203971" sldId="440"/>
            <ac:picMk id="8" creationId="{180A6AA6-9E2F-F933-ECD2-0CF051712172}"/>
          </ac:picMkLst>
        </pc:picChg>
        <pc:picChg chg="add mod">
          <ac:chgData name="Peethala Rajiv Roy (PED/Hosur/TVSMotor)" userId="e2d9917c-f3dd-4083-a688-e3a90de602c2" providerId="ADAL" clId="{7AECE3AF-5704-4967-BD45-876FBB82BAF3}" dt="2026-08-15T09:58:34.097" v="7921" actId="208"/>
          <ac:picMkLst>
            <pc:docMk/>
            <pc:sldMk cId="333203971" sldId="440"/>
            <ac:picMk id="9" creationId="{8590E652-798D-EE8C-83DD-DEA430F1CB89}"/>
          </ac:picMkLst>
        </pc:picChg>
        <pc:cxnChg chg="mod">
          <ac:chgData name="Peethala Rajiv Roy (PED/Hosur/TVSMotor)" userId="e2d9917c-f3dd-4083-a688-e3a90de602c2" providerId="ADAL" clId="{7AECE3AF-5704-4967-BD45-876FBB82BAF3}" dt="2026-08-15T09:58:31.677" v="7920" actId="1076"/>
          <ac:cxnSpMkLst>
            <pc:docMk/>
            <pc:sldMk cId="333203971" sldId="440"/>
            <ac:cxnSpMk id="18" creationId="{2009526F-8A4F-ED53-95E4-6EC42AB0E5A1}"/>
          </ac:cxnSpMkLst>
        </pc:cxnChg>
        <pc:cxnChg chg="mod">
          <ac:chgData name="Peethala Rajiv Roy (PED/Hosur/TVSMotor)" userId="e2d9917c-f3dd-4083-a688-e3a90de602c2" providerId="ADAL" clId="{7AECE3AF-5704-4967-BD45-876FBB82BAF3}" dt="2026-08-15T09:58:31.677" v="7920" actId="1076"/>
          <ac:cxnSpMkLst>
            <pc:docMk/>
            <pc:sldMk cId="333203971" sldId="440"/>
            <ac:cxnSpMk id="20" creationId="{B4EB38D6-4E93-4923-1D80-27D4F9CBBD8E}"/>
          </ac:cxnSpMkLst>
        </pc:cxnChg>
      </pc:sldChg>
      <pc:sldChg chg="addSp delSp modSp add mod">
        <pc:chgData name="Peethala Rajiv Roy (PED/Hosur/TVSMotor)" userId="e2d9917c-f3dd-4083-a688-e3a90de602c2" providerId="ADAL" clId="{7AECE3AF-5704-4967-BD45-876FBB82BAF3}" dt="2026-08-15T10:01:07.158" v="7986" actId="1076"/>
        <pc:sldMkLst>
          <pc:docMk/>
          <pc:sldMk cId="2455719248" sldId="441"/>
        </pc:sldMkLst>
        <pc:spChg chg="mod">
          <ac:chgData name="Peethala Rajiv Roy (PED/Hosur/TVSMotor)" userId="e2d9917c-f3dd-4083-a688-e3a90de602c2" providerId="ADAL" clId="{7AECE3AF-5704-4967-BD45-876FBB82BAF3}" dt="2026-08-15T10:01:07.158" v="7986" actId="1076"/>
          <ac:spMkLst>
            <pc:docMk/>
            <pc:sldMk cId="2455719248" sldId="441"/>
            <ac:spMk id="19" creationId="{4382DBA1-04ED-12AA-E769-01716BD73CEA}"/>
          </ac:spMkLst>
        </pc:spChg>
        <pc:spChg chg="mod">
          <ac:chgData name="Peethala Rajiv Roy (PED/Hosur/TVSMotor)" userId="e2d9917c-f3dd-4083-a688-e3a90de602c2" providerId="ADAL" clId="{7AECE3AF-5704-4967-BD45-876FBB82BAF3}" dt="2026-08-15T10:01:07.158" v="7986" actId="1076"/>
          <ac:spMkLst>
            <pc:docMk/>
            <pc:sldMk cId="2455719248" sldId="441"/>
            <ac:spMk id="21" creationId="{8AD83E61-20AD-B2DB-951C-33ADF143682F}"/>
          </ac:spMkLst>
        </pc:spChg>
        <pc:spChg chg="mod">
          <ac:chgData name="Peethala Rajiv Roy (PED/Hosur/TVSMotor)" userId="e2d9917c-f3dd-4083-a688-e3a90de602c2" providerId="ADAL" clId="{7AECE3AF-5704-4967-BD45-876FBB82BAF3}" dt="2026-08-15T09:59:27.574" v="7972" actId="20577"/>
          <ac:spMkLst>
            <pc:docMk/>
            <pc:sldMk cId="2455719248" sldId="441"/>
            <ac:spMk id="22" creationId="{43636D25-838C-20F2-7856-6F78B4699FFE}"/>
          </ac:spMkLst>
        </pc:spChg>
        <pc:picChg chg="add mod">
          <ac:chgData name="Peethala Rajiv Roy (PED/Hosur/TVSMotor)" userId="e2d9917c-f3dd-4083-a688-e3a90de602c2" providerId="ADAL" clId="{7AECE3AF-5704-4967-BD45-876FBB82BAF3}" dt="2026-08-15T10:00:11.916" v="7978" actId="208"/>
          <ac:picMkLst>
            <pc:docMk/>
            <pc:sldMk cId="2455719248" sldId="441"/>
            <ac:picMk id="3" creationId="{CB9D9D9F-E9EF-E1CA-B9BB-0A2A4385BB6A}"/>
          </ac:picMkLst>
        </pc:picChg>
        <pc:picChg chg="del">
          <ac:chgData name="Peethala Rajiv Roy (PED/Hosur/TVSMotor)" userId="e2d9917c-f3dd-4083-a688-e3a90de602c2" providerId="ADAL" clId="{7AECE3AF-5704-4967-BD45-876FBB82BAF3}" dt="2026-08-15T09:59:32.226" v="7973" actId="478"/>
          <ac:picMkLst>
            <pc:docMk/>
            <pc:sldMk cId="2455719248" sldId="441"/>
            <ac:picMk id="6" creationId="{27C5B419-E4C4-4B73-C494-196996AFB030}"/>
          </ac:picMkLst>
        </pc:picChg>
        <pc:picChg chg="add mod">
          <ac:chgData name="Peethala Rajiv Roy (PED/Hosur/TVSMotor)" userId="e2d9917c-f3dd-4083-a688-e3a90de602c2" providerId="ADAL" clId="{7AECE3AF-5704-4967-BD45-876FBB82BAF3}" dt="2026-08-15T10:01:00.423" v="7985" actId="208"/>
          <ac:picMkLst>
            <pc:docMk/>
            <pc:sldMk cId="2455719248" sldId="441"/>
            <ac:picMk id="8" creationId="{E9E5B2CC-2A41-BEDD-2471-2772A027B380}"/>
          </ac:picMkLst>
        </pc:picChg>
        <pc:picChg chg="del">
          <ac:chgData name="Peethala Rajiv Roy (PED/Hosur/TVSMotor)" userId="e2d9917c-f3dd-4083-a688-e3a90de602c2" providerId="ADAL" clId="{7AECE3AF-5704-4967-BD45-876FBB82BAF3}" dt="2026-08-15T10:00:15.585" v="7979" actId="478"/>
          <ac:picMkLst>
            <pc:docMk/>
            <pc:sldMk cId="2455719248" sldId="441"/>
            <ac:picMk id="9" creationId="{462C9B5A-781B-7E67-1144-F1A908035E6A}"/>
          </ac:picMkLst>
        </pc:picChg>
        <pc:cxnChg chg="mod">
          <ac:chgData name="Peethala Rajiv Roy (PED/Hosur/TVSMotor)" userId="e2d9917c-f3dd-4083-a688-e3a90de602c2" providerId="ADAL" clId="{7AECE3AF-5704-4967-BD45-876FBB82BAF3}" dt="2026-08-15T10:01:07.158" v="7986" actId="1076"/>
          <ac:cxnSpMkLst>
            <pc:docMk/>
            <pc:sldMk cId="2455719248" sldId="441"/>
            <ac:cxnSpMk id="18" creationId="{04F3BAA4-B2A2-719B-F60D-A98AFEFFCF27}"/>
          </ac:cxnSpMkLst>
        </pc:cxnChg>
        <pc:cxnChg chg="mod">
          <ac:chgData name="Peethala Rajiv Roy (PED/Hosur/TVSMotor)" userId="e2d9917c-f3dd-4083-a688-e3a90de602c2" providerId="ADAL" clId="{7AECE3AF-5704-4967-BD45-876FBB82BAF3}" dt="2026-08-15T10:01:07.158" v="7986" actId="1076"/>
          <ac:cxnSpMkLst>
            <pc:docMk/>
            <pc:sldMk cId="2455719248" sldId="441"/>
            <ac:cxnSpMk id="20" creationId="{1E451BC9-460A-F00D-A468-CB386DB10822}"/>
          </ac:cxnSpMkLst>
        </pc:cxnChg>
      </pc:sldChg>
      <pc:sldChg chg="addSp delSp modSp add mod">
        <pc:chgData name="Peethala Rajiv Roy (PED/Hosur/TVSMotor)" userId="e2d9917c-f3dd-4083-a688-e3a90de602c2" providerId="ADAL" clId="{7AECE3AF-5704-4967-BD45-876FBB82BAF3}" dt="2026-08-15T10:08:07.496" v="8086" actId="208"/>
        <pc:sldMkLst>
          <pc:docMk/>
          <pc:sldMk cId="3806921247" sldId="442"/>
        </pc:sldMkLst>
        <pc:spChg chg="add mod">
          <ac:chgData name="Peethala Rajiv Roy (PED/Hosur/TVSMotor)" userId="e2d9917c-f3dd-4083-a688-e3a90de602c2" providerId="ADAL" clId="{7AECE3AF-5704-4967-BD45-876FBB82BAF3}" dt="2026-08-15T10:07:59.625" v="8084" actId="20577"/>
          <ac:spMkLst>
            <pc:docMk/>
            <pc:sldMk cId="3806921247" sldId="442"/>
            <ac:spMk id="13" creationId="{F6EAF16D-5263-C998-1938-17F793E84638}"/>
          </ac:spMkLst>
        </pc:spChg>
        <pc:spChg chg="mod">
          <ac:chgData name="Peethala Rajiv Roy (PED/Hosur/TVSMotor)" userId="e2d9917c-f3dd-4083-a688-e3a90de602c2" providerId="ADAL" clId="{7AECE3AF-5704-4967-BD45-876FBB82BAF3}" dt="2026-08-15T10:03:21.944" v="8057" actId="1076"/>
          <ac:spMkLst>
            <pc:docMk/>
            <pc:sldMk cId="3806921247" sldId="442"/>
            <ac:spMk id="19" creationId="{20FFAEFB-5FE0-18B8-728C-4142750EF3C0}"/>
          </ac:spMkLst>
        </pc:spChg>
        <pc:spChg chg="mod">
          <ac:chgData name="Peethala Rajiv Roy (PED/Hosur/TVSMotor)" userId="e2d9917c-f3dd-4083-a688-e3a90de602c2" providerId="ADAL" clId="{7AECE3AF-5704-4967-BD45-876FBB82BAF3}" dt="2026-08-15T10:03:21.944" v="8057" actId="1076"/>
          <ac:spMkLst>
            <pc:docMk/>
            <pc:sldMk cId="3806921247" sldId="442"/>
            <ac:spMk id="21" creationId="{255F8EB4-3293-BE4B-8936-DEE7F499CA16}"/>
          </ac:spMkLst>
        </pc:spChg>
        <pc:spChg chg="mod">
          <ac:chgData name="Peethala Rajiv Roy (PED/Hosur/TVSMotor)" userId="e2d9917c-f3dd-4083-a688-e3a90de602c2" providerId="ADAL" clId="{7AECE3AF-5704-4967-BD45-876FBB82BAF3}" dt="2026-08-15T10:01:55.988" v="8045" actId="20577"/>
          <ac:spMkLst>
            <pc:docMk/>
            <pc:sldMk cId="3806921247" sldId="442"/>
            <ac:spMk id="22" creationId="{BE3B07D3-2657-AFD5-D1E5-BCB2394813F3}"/>
          </ac:spMkLst>
        </pc:spChg>
        <pc:picChg chg="del">
          <ac:chgData name="Peethala Rajiv Roy (PED/Hosur/TVSMotor)" userId="e2d9917c-f3dd-4083-a688-e3a90de602c2" providerId="ADAL" clId="{7AECE3AF-5704-4967-BD45-876FBB82BAF3}" dt="2026-08-15T10:02:24.583" v="8046" actId="478"/>
          <ac:picMkLst>
            <pc:docMk/>
            <pc:sldMk cId="3806921247" sldId="442"/>
            <ac:picMk id="3" creationId="{97139395-7830-C06F-9613-EB93319D1F3C}"/>
          </ac:picMkLst>
        </pc:picChg>
        <pc:picChg chg="add mod">
          <ac:chgData name="Peethala Rajiv Roy (PED/Hosur/TVSMotor)" userId="e2d9917c-f3dd-4083-a688-e3a90de602c2" providerId="ADAL" clId="{7AECE3AF-5704-4967-BD45-876FBB82BAF3}" dt="2026-08-15T10:02:33.895" v="8051" actId="208"/>
          <ac:picMkLst>
            <pc:docMk/>
            <pc:sldMk cId="3806921247" sldId="442"/>
            <ac:picMk id="6" creationId="{2137FE60-2A28-A7F9-2DA0-112EE9B10DA9}"/>
          </ac:picMkLst>
        </pc:picChg>
        <pc:picChg chg="del">
          <ac:chgData name="Peethala Rajiv Roy (PED/Hosur/TVSMotor)" userId="e2d9917c-f3dd-4083-a688-e3a90de602c2" providerId="ADAL" clId="{7AECE3AF-5704-4967-BD45-876FBB82BAF3}" dt="2026-08-15T10:03:05.526" v="8052" actId="478"/>
          <ac:picMkLst>
            <pc:docMk/>
            <pc:sldMk cId="3806921247" sldId="442"/>
            <ac:picMk id="8" creationId="{C01D3D71-CFFE-E91C-B2DC-0590A786E36F}"/>
          </ac:picMkLst>
        </pc:picChg>
        <pc:picChg chg="add mod">
          <ac:chgData name="Peethala Rajiv Roy (PED/Hosur/TVSMotor)" userId="e2d9917c-f3dd-4083-a688-e3a90de602c2" providerId="ADAL" clId="{7AECE3AF-5704-4967-BD45-876FBB82BAF3}" dt="2026-08-15T10:03:15.705" v="8056" actId="208"/>
          <ac:picMkLst>
            <pc:docMk/>
            <pc:sldMk cId="3806921247" sldId="442"/>
            <ac:picMk id="9" creationId="{1E6AB8DA-A19D-B60F-F094-F303D60B9D7B}"/>
          </ac:picMkLst>
        </pc:picChg>
        <pc:picChg chg="add mod">
          <ac:chgData name="Peethala Rajiv Roy (PED/Hosur/TVSMotor)" userId="e2d9917c-f3dd-4083-a688-e3a90de602c2" providerId="ADAL" clId="{7AECE3AF-5704-4967-BD45-876FBB82BAF3}" dt="2026-08-15T10:08:07.496" v="8086" actId="208"/>
          <ac:picMkLst>
            <pc:docMk/>
            <pc:sldMk cId="3806921247" sldId="442"/>
            <ac:picMk id="11" creationId="{E890BE87-CB9B-8248-C197-C2E500BF5CC2}"/>
          </ac:picMkLst>
        </pc:picChg>
        <pc:cxnChg chg="mod">
          <ac:chgData name="Peethala Rajiv Roy (PED/Hosur/TVSMotor)" userId="e2d9917c-f3dd-4083-a688-e3a90de602c2" providerId="ADAL" clId="{7AECE3AF-5704-4967-BD45-876FBB82BAF3}" dt="2026-08-15T10:03:21.944" v="8057" actId="1076"/>
          <ac:cxnSpMkLst>
            <pc:docMk/>
            <pc:sldMk cId="3806921247" sldId="442"/>
            <ac:cxnSpMk id="18" creationId="{887407D0-0D94-EC75-5391-94BBDFD7E6C7}"/>
          </ac:cxnSpMkLst>
        </pc:cxnChg>
        <pc:cxnChg chg="mod">
          <ac:chgData name="Peethala Rajiv Roy (PED/Hosur/TVSMotor)" userId="e2d9917c-f3dd-4083-a688-e3a90de602c2" providerId="ADAL" clId="{7AECE3AF-5704-4967-BD45-876FBB82BAF3}" dt="2026-08-15T10:03:21.944" v="8057" actId="1076"/>
          <ac:cxnSpMkLst>
            <pc:docMk/>
            <pc:sldMk cId="3806921247" sldId="442"/>
            <ac:cxnSpMk id="20" creationId="{C4EB37A6-585A-5FD2-7A7B-0FE8C159C21F}"/>
          </ac:cxnSpMkLst>
        </pc:cxnChg>
      </pc:sldChg>
      <pc:sldChg chg="addSp delSp modSp add mod">
        <pc:chgData name="Peethala Rajiv Roy (PED/Hosur/TVSMotor)" userId="e2d9917c-f3dd-4083-a688-e3a90de602c2" providerId="ADAL" clId="{7AECE3AF-5704-4967-BD45-876FBB82BAF3}" dt="2026-08-15T12:56:23.440" v="9860" actId="20577"/>
        <pc:sldMkLst>
          <pc:docMk/>
          <pc:sldMk cId="3230886415" sldId="443"/>
        </pc:sldMkLst>
        <pc:spChg chg="mod">
          <ac:chgData name="Peethala Rajiv Roy (PED/Hosur/TVSMotor)" userId="e2d9917c-f3dd-4083-a688-e3a90de602c2" providerId="ADAL" clId="{7AECE3AF-5704-4967-BD45-876FBB82BAF3}" dt="2026-08-15T10:11:06.172" v="8151" actId="1076"/>
          <ac:spMkLst>
            <pc:docMk/>
            <pc:sldMk cId="3230886415" sldId="443"/>
            <ac:spMk id="13" creationId="{EC081869-F4F1-5CD4-FD62-E29FBA661E28}"/>
          </ac:spMkLst>
        </pc:spChg>
        <pc:spChg chg="mod">
          <ac:chgData name="Peethala Rajiv Roy (PED/Hosur/TVSMotor)" userId="e2d9917c-f3dd-4083-a688-e3a90de602c2" providerId="ADAL" clId="{7AECE3AF-5704-4967-BD45-876FBB82BAF3}" dt="2026-08-15T10:10:04.251" v="8147" actId="1076"/>
          <ac:spMkLst>
            <pc:docMk/>
            <pc:sldMk cId="3230886415" sldId="443"/>
            <ac:spMk id="19" creationId="{4348BFF8-30DD-13E2-1D0E-55FCEE5D6D31}"/>
          </ac:spMkLst>
        </pc:spChg>
        <pc:spChg chg="mod">
          <ac:chgData name="Peethala Rajiv Roy (PED/Hosur/TVSMotor)" userId="e2d9917c-f3dd-4083-a688-e3a90de602c2" providerId="ADAL" clId="{7AECE3AF-5704-4967-BD45-876FBB82BAF3}" dt="2026-08-15T10:10:04.251" v="8147" actId="1076"/>
          <ac:spMkLst>
            <pc:docMk/>
            <pc:sldMk cId="3230886415" sldId="443"/>
            <ac:spMk id="21" creationId="{2D2A598D-3F84-124F-101B-08F0F7D53AFC}"/>
          </ac:spMkLst>
        </pc:spChg>
        <pc:spChg chg="mod">
          <ac:chgData name="Peethala Rajiv Roy (PED/Hosur/TVSMotor)" userId="e2d9917c-f3dd-4083-a688-e3a90de602c2" providerId="ADAL" clId="{7AECE3AF-5704-4967-BD45-876FBB82BAF3}" dt="2026-08-15T12:56:23.440" v="9860" actId="20577"/>
          <ac:spMkLst>
            <pc:docMk/>
            <pc:sldMk cId="3230886415" sldId="443"/>
            <ac:spMk id="22" creationId="{F85E4DC1-2B73-0C84-BC50-2396A82C4D7D}"/>
          </ac:spMkLst>
        </pc:spChg>
        <pc:picChg chg="add mod">
          <ac:chgData name="Peethala Rajiv Roy (PED/Hosur/TVSMotor)" userId="e2d9917c-f3dd-4083-a688-e3a90de602c2" providerId="ADAL" clId="{7AECE3AF-5704-4967-BD45-876FBB82BAF3}" dt="2026-08-15T10:09:16.240" v="8141" actId="208"/>
          <ac:picMkLst>
            <pc:docMk/>
            <pc:sldMk cId="3230886415" sldId="443"/>
            <ac:picMk id="3" creationId="{BFC198A9-E7BD-D0E4-5D29-19B67B3C8AA9}"/>
          </ac:picMkLst>
        </pc:picChg>
        <pc:picChg chg="del">
          <ac:chgData name="Peethala Rajiv Roy (PED/Hosur/TVSMotor)" userId="e2d9917c-f3dd-4083-a688-e3a90de602c2" providerId="ADAL" clId="{7AECE3AF-5704-4967-BD45-876FBB82BAF3}" dt="2026-08-15T10:09:05.866" v="8136" actId="478"/>
          <ac:picMkLst>
            <pc:docMk/>
            <pc:sldMk cId="3230886415" sldId="443"/>
            <ac:picMk id="6" creationId="{C2FF31E9-D808-6BB3-F35B-DDE269A5DDE0}"/>
          </ac:picMkLst>
        </pc:picChg>
        <pc:picChg chg="add mod">
          <ac:chgData name="Peethala Rajiv Roy (PED/Hosur/TVSMotor)" userId="e2d9917c-f3dd-4083-a688-e3a90de602c2" providerId="ADAL" clId="{7AECE3AF-5704-4967-BD45-876FBB82BAF3}" dt="2026-08-15T10:09:56.248" v="8146" actId="208"/>
          <ac:picMkLst>
            <pc:docMk/>
            <pc:sldMk cId="3230886415" sldId="443"/>
            <ac:picMk id="8" creationId="{19FA3551-D7B2-483C-E326-446F20D9F8D0}"/>
          </ac:picMkLst>
        </pc:picChg>
        <pc:picChg chg="del">
          <ac:chgData name="Peethala Rajiv Roy (PED/Hosur/TVSMotor)" userId="e2d9917c-f3dd-4083-a688-e3a90de602c2" providerId="ADAL" clId="{7AECE3AF-5704-4967-BD45-876FBB82BAF3}" dt="2026-08-15T10:09:18.935" v="8142" actId="478"/>
          <ac:picMkLst>
            <pc:docMk/>
            <pc:sldMk cId="3230886415" sldId="443"/>
            <ac:picMk id="9" creationId="{1A742AA7-F268-254D-5911-7DACE833DDE5}"/>
          </ac:picMkLst>
        </pc:picChg>
        <pc:picChg chg="del">
          <ac:chgData name="Peethala Rajiv Roy (PED/Hosur/TVSMotor)" userId="e2d9917c-f3dd-4083-a688-e3a90de602c2" providerId="ADAL" clId="{7AECE3AF-5704-4967-BD45-876FBB82BAF3}" dt="2026-08-15T10:10:59.358" v="8148" actId="478"/>
          <ac:picMkLst>
            <pc:docMk/>
            <pc:sldMk cId="3230886415" sldId="443"/>
            <ac:picMk id="11" creationId="{D530759C-FCB1-34C5-470A-331FAA975BA0}"/>
          </ac:picMkLst>
        </pc:picChg>
        <pc:picChg chg="add mod">
          <ac:chgData name="Peethala Rajiv Roy (PED/Hosur/TVSMotor)" userId="e2d9917c-f3dd-4083-a688-e3a90de602c2" providerId="ADAL" clId="{7AECE3AF-5704-4967-BD45-876FBB82BAF3}" dt="2026-08-15T10:11:13.360" v="8154" actId="208"/>
          <ac:picMkLst>
            <pc:docMk/>
            <pc:sldMk cId="3230886415" sldId="443"/>
            <ac:picMk id="12" creationId="{2BA59163-A48D-65BF-D4A1-CEA038085A45}"/>
          </ac:picMkLst>
        </pc:picChg>
        <pc:cxnChg chg="mod">
          <ac:chgData name="Peethala Rajiv Roy (PED/Hosur/TVSMotor)" userId="e2d9917c-f3dd-4083-a688-e3a90de602c2" providerId="ADAL" clId="{7AECE3AF-5704-4967-BD45-876FBB82BAF3}" dt="2026-08-15T10:10:04.251" v="8147" actId="1076"/>
          <ac:cxnSpMkLst>
            <pc:docMk/>
            <pc:sldMk cId="3230886415" sldId="443"/>
            <ac:cxnSpMk id="18" creationId="{F73FE042-42B5-B1BA-C0DE-CF7F45F8BF5B}"/>
          </ac:cxnSpMkLst>
        </pc:cxnChg>
        <pc:cxnChg chg="mod">
          <ac:chgData name="Peethala Rajiv Roy (PED/Hosur/TVSMotor)" userId="e2d9917c-f3dd-4083-a688-e3a90de602c2" providerId="ADAL" clId="{7AECE3AF-5704-4967-BD45-876FBB82BAF3}" dt="2026-08-15T10:10:04.251" v="8147" actId="1076"/>
          <ac:cxnSpMkLst>
            <pc:docMk/>
            <pc:sldMk cId="3230886415" sldId="443"/>
            <ac:cxnSpMk id="20" creationId="{086DA982-926E-1E7B-F1A9-481D1685104B}"/>
          </ac:cxnSpMkLst>
        </pc:cxnChg>
      </pc:sldChg>
      <pc:sldChg chg="addSp delSp modSp add mod">
        <pc:chgData name="Peethala Rajiv Roy (PED/Hosur/TVSMotor)" userId="e2d9917c-f3dd-4083-a688-e3a90de602c2" providerId="ADAL" clId="{7AECE3AF-5704-4967-BD45-876FBB82BAF3}" dt="2026-08-15T12:56:30.967" v="9862" actId="20577"/>
        <pc:sldMkLst>
          <pc:docMk/>
          <pc:sldMk cId="796864289" sldId="444"/>
        </pc:sldMkLst>
        <pc:spChg chg="mod">
          <ac:chgData name="Peethala Rajiv Roy (PED/Hosur/TVSMotor)" userId="e2d9917c-f3dd-4083-a688-e3a90de602c2" providerId="ADAL" clId="{7AECE3AF-5704-4967-BD45-876FBB82BAF3}" dt="2026-08-15T10:14:01.596" v="8183" actId="1076"/>
          <ac:spMkLst>
            <pc:docMk/>
            <pc:sldMk cId="796864289" sldId="444"/>
            <ac:spMk id="19" creationId="{39AF5818-F586-7907-C4F3-561811E54C35}"/>
          </ac:spMkLst>
        </pc:spChg>
        <pc:spChg chg="mod">
          <ac:chgData name="Peethala Rajiv Roy (PED/Hosur/TVSMotor)" userId="e2d9917c-f3dd-4083-a688-e3a90de602c2" providerId="ADAL" clId="{7AECE3AF-5704-4967-BD45-876FBB82BAF3}" dt="2026-08-15T10:14:01.596" v="8183" actId="1076"/>
          <ac:spMkLst>
            <pc:docMk/>
            <pc:sldMk cId="796864289" sldId="444"/>
            <ac:spMk id="21" creationId="{9E272C4E-BACA-0C4E-AD6D-4F160323B779}"/>
          </ac:spMkLst>
        </pc:spChg>
        <pc:spChg chg="mod">
          <ac:chgData name="Peethala Rajiv Roy (PED/Hosur/TVSMotor)" userId="e2d9917c-f3dd-4083-a688-e3a90de602c2" providerId="ADAL" clId="{7AECE3AF-5704-4967-BD45-876FBB82BAF3}" dt="2026-08-15T12:56:30.967" v="9862" actId="20577"/>
          <ac:spMkLst>
            <pc:docMk/>
            <pc:sldMk cId="796864289" sldId="444"/>
            <ac:spMk id="22" creationId="{52B100E1-905F-A3EF-C604-375E269F47FF}"/>
          </ac:spMkLst>
        </pc:spChg>
        <pc:picChg chg="del">
          <ac:chgData name="Peethala Rajiv Roy (PED/Hosur/TVSMotor)" userId="e2d9917c-f3dd-4083-a688-e3a90de602c2" providerId="ADAL" clId="{7AECE3AF-5704-4967-BD45-876FBB82BAF3}" dt="2026-08-15T10:12:21.675" v="8172" actId="478"/>
          <ac:picMkLst>
            <pc:docMk/>
            <pc:sldMk cId="796864289" sldId="444"/>
            <ac:picMk id="3" creationId="{13E9D1D3-8C5D-EE92-A65D-1C0AC26F1741}"/>
          </ac:picMkLst>
        </pc:picChg>
        <pc:picChg chg="add mod">
          <ac:chgData name="Peethala Rajiv Roy (PED/Hosur/TVSMotor)" userId="e2d9917c-f3dd-4083-a688-e3a90de602c2" providerId="ADAL" clId="{7AECE3AF-5704-4967-BD45-876FBB82BAF3}" dt="2026-08-15T10:13:02.771" v="8176" actId="208"/>
          <ac:picMkLst>
            <pc:docMk/>
            <pc:sldMk cId="796864289" sldId="444"/>
            <ac:picMk id="6" creationId="{73FED30F-9919-7992-ECBC-1FD1F6C95063}"/>
          </ac:picMkLst>
        </pc:picChg>
        <pc:picChg chg="del">
          <ac:chgData name="Peethala Rajiv Roy (PED/Hosur/TVSMotor)" userId="e2d9917c-f3dd-4083-a688-e3a90de602c2" providerId="ADAL" clId="{7AECE3AF-5704-4967-BD45-876FBB82BAF3}" dt="2026-08-15T10:13:40.015" v="8177" actId="478"/>
          <ac:picMkLst>
            <pc:docMk/>
            <pc:sldMk cId="796864289" sldId="444"/>
            <ac:picMk id="8" creationId="{5AF5B4FA-4B8F-3657-1AC2-C9B6F550B3CA}"/>
          </ac:picMkLst>
        </pc:picChg>
        <pc:picChg chg="add mod">
          <ac:chgData name="Peethala Rajiv Roy (PED/Hosur/TVSMotor)" userId="e2d9917c-f3dd-4083-a688-e3a90de602c2" providerId="ADAL" clId="{7AECE3AF-5704-4967-BD45-876FBB82BAF3}" dt="2026-08-15T10:13:57.505" v="8182" actId="1076"/>
          <ac:picMkLst>
            <pc:docMk/>
            <pc:sldMk cId="796864289" sldId="444"/>
            <ac:picMk id="9" creationId="{A4CB3614-A588-0183-7CA7-F0F2CA7FFD91}"/>
          </ac:picMkLst>
        </pc:picChg>
        <pc:picChg chg="add mod">
          <ac:chgData name="Peethala Rajiv Roy (PED/Hosur/TVSMotor)" userId="e2d9917c-f3dd-4083-a688-e3a90de602c2" providerId="ADAL" clId="{7AECE3AF-5704-4967-BD45-876FBB82BAF3}" dt="2026-08-15T10:14:48.757" v="8191" actId="1036"/>
          <ac:picMkLst>
            <pc:docMk/>
            <pc:sldMk cId="796864289" sldId="444"/>
            <ac:picMk id="11" creationId="{4F54D616-B0B5-65FA-F15A-CFBE5006B2DB}"/>
          </ac:picMkLst>
        </pc:picChg>
        <pc:picChg chg="del">
          <ac:chgData name="Peethala Rajiv Roy (PED/Hosur/TVSMotor)" userId="e2d9917c-f3dd-4083-a688-e3a90de602c2" providerId="ADAL" clId="{7AECE3AF-5704-4967-BD45-876FBB82BAF3}" dt="2026-08-15T10:14:04.365" v="8184" actId="478"/>
          <ac:picMkLst>
            <pc:docMk/>
            <pc:sldMk cId="796864289" sldId="444"/>
            <ac:picMk id="12" creationId="{54D4EA6E-B3D4-D970-DDA6-729E6DE2B2E3}"/>
          </ac:picMkLst>
        </pc:picChg>
        <pc:cxnChg chg="mod">
          <ac:chgData name="Peethala Rajiv Roy (PED/Hosur/TVSMotor)" userId="e2d9917c-f3dd-4083-a688-e3a90de602c2" providerId="ADAL" clId="{7AECE3AF-5704-4967-BD45-876FBB82BAF3}" dt="2026-08-15T10:14:01.596" v="8183" actId="1076"/>
          <ac:cxnSpMkLst>
            <pc:docMk/>
            <pc:sldMk cId="796864289" sldId="444"/>
            <ac:cxnSpMk id="18" creationId="{669248DF-B54E-75EB-F168-3E8FF9F2B559}"/>
          </ac:cxnSpMkLst>
        </pc:cxnChg>
        <pc:cxnChg chg="mod">
          <ac:chgData name="Peethala Rajiv Roy (PED/Hosur/TVSMotor)" userId="e2d9917c-f3dd-4083-a688-e3a90de602c2" providerId="ADAL" clId="{7AECE3AF-5704-4967-BD45-876FBB82BAF3}" dt="2026-08-15T10:14:01.596" v="8183" actId="1076"/>
          <ac:cxnSpMkLst>
            <pc:docMk/>
            <pc:sldMk cId="796864289" sldId="444"/>
            <ac:cxnSpMk id="20" creationId="{704EEBB4-93D4-95F1-9C13-A1F5EDFA6D0D}"/>
          </ac:cxnSpMkLst>
        </pc:cxnChg>
      </pc:sldChg>
      <pc:sldChg chg="addSp delSp modSp add mod">
        <pc:chgData name="Peethala Rajiv Roy (PED/Hosur/TVSMotor)" userId="e2d9917c-f3dd-4083-a688-e3a90de602c2" providerId="ADAL" clId="{7AECE3AF-5704-4967-BD45-876FBB82BAF3}" dt="2026-08-15T10:21:40.921" v="8272" actId="478"/>
        <pc:sldMkLst>
          <pc:docMk/>
          <pc:sldMk cId="2554703520" sldId="445"/>
        </pc:sldMkLst>
        <pc:spChg chg="del">
          <ac:chgData name="Peethala Rajiv Roy (PED/Hosur/TVSMotor)" userId="e2d9917c-f3dd-4083-a688-e3a90de602c2" providerId="ADAL" clId="{7AECE3AF-5704-4967-BD45-876FBB82BAF3}" dt="2026-08-15T10:21:40.921" v="8272" actId="478"/>
          <ac:spMkLst>
            <pc:docMk/>
            <pc:sldMk cId="2554703520" sldId="445"/>
            <ac:spMk id="13" creationId="{F18CFAFF-C933-8C19-0A4A-55C1CF930A8C}"/>
          </ac:spMkLst>
        </pc:spChg>
        <pc:spChg chg="mod">
          <ac:chgData name="Peethala Rajiv Roy (PED/Hosur/TVSMotor)" userId="e2d9917c-f3dd-4083-a688-e3a90de602c2" providerId="ADAL" clId="{7AECE3AF-5704-4967-BD45-876FBB82BAF3}" dt="2026-08-15T10:20:59.453" v="8269" actId="1076"/>
          <ac:spMkLst>
            <pc:docMk/>
            <pc:sldMk cId="2554703520" sldId="445"/>
            <ac:spMk id="19" creationId="{9BD32188-4F5E-6D02-F568-38CB71C53F72}"/>
          </ac:spMkLst>
        </pc:spChg>
        <pc:spChg chg="mod">
          <ac:chgData name="Peethala Rajiv Roy (PED/Hosur/TVSMotor)" userId="e2d9917c-f3dd-4083-a688-e3a90de602c2" providerId="ADAL" clId="{7AECE3AF-5704-4967-BD45-876FBB82BAF3}" dt="2026-08-15T10:20:59.453" v="8269" actId="1076"/>
          <ac:spMkLst>
            <pc:docMk/>
            <pc:sldMk cId="2554703520" sldId="445"/>
            <ac:spMk id="21" creationId="{51674EE9-A36E-DC2B-0EA4-9959A3ABFF81}"/>
          </ac:spMkLst>
        </pc:spChg>
        <pc:spChg chg="mod">
          <ac:chgData name="Peethala Rajiv Roy (PED/Hosur/TVSMotor)" userId="e2d9917c-f3dd-4083-a688-e3a90de602c2" providerId="ADAL" clId="{7AECE3AF-5704-4967-BD45-876FBB82BAF3}" dt="2026-08-15T10:19:12.558" v="8255" actId="20577"/>
          <ac:spMkLst>
            <pc:docMk/>
            <pc:sldMk cId="2554703520" sldId="445"/>
            <ac:spMk id="22" creationId="{EEF5D4CB-0B54-81E8-0185-AA6126EB9E9C}"/>
          </ac:spMkLst>
        </pc:spChg>
        <pc:picChg chg="add del mod">
          <ac:chgData name="Peethala Rajiv Roy (PED/Hosur/TVSMotor)" userId="e2d9917c-f3dd-4083-a688-e3a90de602c2" providerId="ADAL" clId="{7AECE3AF-5704-4967-BD45-876FBB82BAF3}" dt="2026-08-15T10:19:16.154" v="8256" actId="478"/>
          <ac:picMkLst>
            <pc:docMk/>
            <pc:sldMk cId="2554703520" sldId="445"/>
            <ac:picMk id="3" creationId="{A711784C-AEAA-4722-DA25-9CD59E6BF1D3}"/>
          </ac:picMkLst>
        </pc:picChg>
        <pc:picChg chg="del">
          <ac:chgData name="Peethala Rajiv Roy (PED/Hosur/TVSMotor)" userId="e2d9917c-f3dd-4083-a688-e3a90de602c2" providerId="ADAL" clId="{7AECE3AF-5704-4967-BD45-876FBB82BAF3}" dt="2026-08-15T10:15:49.240" v="8208" actId="478"/>
          <ac:picMkLst>
            <pc:docMk/>
            <pc:sldMk cId="2554703520" sldId="445"/>
            <ac:picMk id="6" creationId="{2004AB52-8095-FE61-0402-A34CD20F7347}"/>
          </ac:picMkLst>
        </pc:picChg>
        <pc:picChg chg="add del mod">
          <ac:chgData name="Peethala Rajiv Roy (PED/Hosur/TVSMotor)" userId="e2d9917c-f3dd-4083-a688-e3a90de602c2" providerId="ADAL" clId="{7AECE3AF-5704-4967-BD45-876FBB82BAF3}" dt="2026-08-15T10:19:58.415" v="8261" actId="478"/>
          <ac:picMkLst>
            <pc:docMk/>
            <pc:sldMk cId="2554703520" sldId="445"/>
            <ac:picMk id="8" creationId="{03061050-AFD0-0819-F6C1-CCE7DAEB579E}"/>
          </ac:picMkLst>
        </pc:picChg>
        <pc:picChg chg="del">
          <ac:chgData name="Peethala Rajiv Roy (PED/Hosur/TVSMotor)" userId="e2d9917c-f3dd-4083-a688-e3a90de602c2" providerId="ADAL" clId="{7AECE3AF-5704-4967-BD45-876FBB82BAF3}" dt="2026-08-15T10:16:34.646" v="8222" actId="478"/>
          <ac:picMkLst>
            <pc:docMk/>
            <pc:sldMk cId="2554703520" sldId="445"/>
            <ac:picMk id="9" creationId="{06D217D1-2666-7382-70C6-8C5EA02BD845}"/>
          </ac:picMkLst>
        </pc:picChg>
        <pc:picChg chg="del">
          <ac:chgData name="Peethala Rajiv Roy (PED/Hosur/TVSMotor)" userId="e2d9917c-f3dd-4083-a688-e3a90de602c2" providerId="ADAL" clId="{7AECE3AF-5704-4967-BD45-876FBB82BAF3}" dt="2026-08-15T10:17:05.458" v="8244" actId="478"/>
          <ac:picMkLst>
            <pc:docMk/>
            <pc:sldMk cId="2554703520" sldId="445"/>
            <ac:picMk id="11" creationId="{6E224CB2-0264-225A-9651-53BA128A1BE4}"/>
          </ac:picMkLst>
        </pc:picChg>
        <pc:picChg chg="add del mod">
          <ac:chgData name="Peethala Rajiv Roy (PED/Hosur/TVSMotor)" userId="e2d9917c-f3dd-4083-a688-e3a90de602c2" providerId="ADAL" clId="{7AECE3AF-5704-4967-BD45-876FBB82BAF3}" dt="2026-08-15T10:21:01.628" v="8270" actId="478"/>
          <ac:picMkLst>
            <pc:docMk/>
            <pc:sldMk cId="2554703520" sldId="445"/>
            <ac:picMk id="12" creationId="{B89CE1EF-FFB0-47BC-0032-9CBE8E92068C}"/>
          </ac:picMkLst>
        </pc:picChg>
        <pc:picChg chg="add mod">
          <ac:chgData name="Peethala Rajiv Roy (PED/Hosur/TVSMotor)" userId="e2d9917c-f3dd-4083-a688-e3a90de602c2" providerId="ADAL" clId="{7AECE3AF-5704-4967-BD45-876FBB82BAF3}" dt="2026-08-15T10:20:53.395" v="8268" actId="1076"/>
          <ac:picMkLst>
            <pc:docMk/>
            <pc:sldMk cId="2554703520" sldId="445"/>
            <ac:picMk id="15" creationId="{8945177A-D88B-7E8E-AE94-D940AB4C374A}"/>
          </ac:picMkLst>
        </pc:picChg>
        <pc:picChg chg="add mod">
          <ac:chgData name="Peethala Rajiv Roy (PED/Hosur/TVSMotor)" userId="e2d9917c-f3dd-4083-a688-e3a90de602c2" providerId="ADAL" clId="{7AECE3AF-5704-4967-BD45-876FBB82BAF3}" dt="2026-08-15T10:20:51.853" v="8267" actId="1076"/>
          <ac:picMkLst>
            <pc:docMk/>
            <pc:sldMk cId="2554703520" sldId="445"/>
            <ac:picMk id="17" creationId="{E4398F93-AB92-F025-9000-D853BC41A02B}"/>
          </ac:picMkLst>
        </pc:picChg>
        <pc:cxnChg chg="mod">
          <ac:chgData name="Peethala Rajiv Roy (PED/Hosur/TVSMotor)" userId="e2d9917c-f3dd-4083-a688-e3a90de602c2" providerId="ADAL" clId="{7AECE3AF-5704-4967-BD45-876FBB82BAF3}" dt="2026-08-15T10:20:59.453" v="8269" actId="1076"/>
          <ac:cxnSpMkLst>
            <pc:docMk/>
            <pc:sldMk cId="2554703520" sldId="445"/>
            <ac:cxnSpMk id="18" creationId="{756ECD89-DA03-4793-39D9-3E9F6F71F0DF}"/>
          </ac:cxnSpMkLst>
        </pc:cxnChg>
        <pc:cxnChg chg="mod">
          <ac:chgData name="Peethala Rajiv Roy (PED/Hosur/TVSMotor)" userId="e2d9917c-f3dd-4083-a688-e3a90de602c2" providerId="ADAL" clId="{7AECE3AF-5704-4967-BD45-876FBB82BAF3}" dt="2026-08-15T10:20:59.453" v="8269" actId="1076"/>
          <ac:cxnSpMkLst>
            <pc:docMk/>
            <pc:sldMk cId="2554703520" sldId="445"/>
            <ac:cxnSpMk id="20" creationId="{523EF514-6DB4-70D4-0F42-2649695081C3}"/>
          </ac:cxnSpMkLst>
        </pc:cxnChg>
      </pc:sldChg>
      <pc:sldChg chg="addSp delSp modSp add mod">
        <pc:chgData name="Peethala Rajiv Roy (PED/Hosur/TVSMotor)" userId="e2d9917c-f3dd-4083-a688-e3a90de602c2" providerId="ADAL" clId="{7AECE3AF-5704-4967-BD45-876FBB82BAF3}" dt="2026-08-15T12:56:41.067" v="9864" actId="20577"/>
        <pc:sldMkLst>
          <pc:docMk/>
          <pc:sldMk cId="2783831402" sldId="446"/>
        </pc:sldMkLst>
        <pc:spChg chg="mod">
          <ac:chgData name="Peethala Rajiv Roy (PED/Hosur/TVSMotor)" userId="e2d9917c-f3dd-4083-a688-e3a90de602c2" providerId="ADAL" clId="{7AECE3AF-5704-4967-BD45-876FBB82BAF3}" dt="2026-08-15T10:23:26.897" v="8301" actId="1076"/>
          <ac:spMkLst>
            <pc:docMk/>
            <pc:sldMk cId="2783831402" sldId="446"/>
            <ac:spMk id="19" creationId="{F784AD43-D0B8-AFE3-C6B3-6326C9B33B14}"/>
          </ac:spMkLst>
        </pc:spChg>
        <pc:spChg chg="mod">
          <ac:chgData name="Peethala Rajiv Roy (PED/Hosur/TVSMotor)" userId="e2d9917c-f3dd-4083-a688-e3a90de602c2" providerId="ADAL" clId="{7AECE3AF-5704-4967-BD45-876FBB82BAF3}" dt="2026-08-15T10:23:26.897" v="8301" actId="1076"/>
          <ac:spMkLst>
            <pc:docMk/>
            <pc:sldMk cId="2783831402" sldId="446"/>
            <ac:spMk id="21" creationId="{3A904745-7047-28E6-2832-129FD21DFBD4}"/>
          </ac:spMkLst>
        </pc:spChg>
        <pc:spChg chg="mod">
          <ac:chgData name="Peethala Rajiv Roy (PED/Hosur/TVSMotor)" userId="e2d9917c-f3dd-4083-a688-e3a90de602c2" providerId="ADAL" clId="{7AECE3AF-5704-4967-BD45-876FBB82BAF3}" dt="2026-08-15T12:56:41.067" v="9864" actId="20577"/>
          <ac:spMkLst>
            <pc:docMk/>
            <pc:sldMk cId="2783831402" sldId="446"/>
            <ac:spMk id="22" creationId="{6271214A-D20B-12D6-0656-BFB720D40182}"/>
          </ac:spMkLst>
        </pc:spChg>
        <pc:picChg chg="add mod">
          <ac:chgData name="Peethala Rajiv Roy (PED/Hosur/TVSMotor)" userId="e2d9917c-f3dd-4083-a688-e3a90de602c2" providerId="ADAL" clId="{7AECE3AF-5704-4967-BD45-876FBB82BAF3}" dt="2026-08-15T10:22:32.678" v="8295" actId="208"/>
          <ac:picMkLst>
            <pc:docMk/>
            <pc:sldMk cId="2783831402" sldId="446"/>
            <ac:picMk id="3" creationId="{E3BFDE9D-AACC-2268-DE84-6F10A3AF2E67}"/>
          </ac:picMkLst>
        </pc:picChg>
        <pc:picChg chg="add mod">
          <ac:chgData name="Peethala Rajiv Roy (PED/Hosur/TVSMotor)" userId="e2d9917c-f3dd-4083-a688-e3a90de602c2" providerId="ADAL" clId="{7AECE3AF-5704-4967-BD45-876FBB82BAF3}" dt="2026-08-15T10:23:21.031" v="8300" actId="208"/>
          <ac:picMkLst>
            <pc:docMk/>
            <pc:sldMk cId="2783831402" sldId="446"/>
            <ac:picMk id="7" creationId="{EA77263B-11E4-C0AC-7410-A358C99BD3D9}"/>
          </ac:picMkLst>
        </pc:picChg>
        <pc:picChg chg="add mod">
          <ac:chgData name="Peethala Rajiv Roy (PED/Hosur/TVSMotor)" userId="e2d9917c-f3dd-4083-a688-e3a90de602c2" providerId="ADAL" clId="{7AECE3AF-5704-4967-BD45-876FBB82BAF3}" dt="2026-08-15T10:24:06.268" v="8304" actId="208"/>
          <ac:picMkLst>
            <pc:docMk/>
            <pc:sldMk cId="2783831402" sldId="446"/>
            <ac:picMk id="9" creationId="{BD0AEDD8-BA45-4342-9C27-B6C519EBC6C6}"/>
          </ac:picMkLst>
        </pc:picChg>
        <pc:picChg chg="del">
          <ac:chgData name="Peethala Rajiv Roy (PED/Hosur/TVSMotor)" userId="e2d9917c-f3dd-4083-a688-e3a90de602c2" providerId="ADAL" clId="{7AECE3AF-5704-4967-BD45-876FBB82BAF3}" dt="2026-08-15T10:22:23.477" v="8291" actId="478"/>
          <ac:picMkLst>
            <pc:docMk/>
            <pc:sldMk cId="2783831402" sldId="446"/>
            <ac:picMk id="15" creationId="{397B47AA-513D-043D-BC0E-7CEAE4579187}"/>
          </ac:picMkLst>
        </pc:picChg>
        <pc:picChg chg="del">
          <ac:chgData name="Peethala Rajiv Roy (PED/Hosur/TVSMotor)" userId="e2d9917c-f3dd-4083-a688-e3a90de602c2" providerId="ADAL" clId="{7AECE3AF-5704-4967-BD45-876FBB82BAF3}" dt="2026-08-15T10:23:07.129" v="8296" actId="478"/>
          <ac:picMkLst>
            <pc:docMk/>
            <pc:sldMk cId="2783831402" sldId="446"/>
            <ac:picMk id="17" creationId="{1CDF1DDC-6F4F-0E97-98B7-672A46C2BC0A}"/>
          </ac:picMkLst>
        </pc:picChg>
        <pc:cxnChg chg="mod">
          <ac:chgData name="Peethala Rajiv Roy (PED/Hosur/TVSMotor)" userId="e2d9917c-f3dd-4083-a688-e3a90de602c2" providerId="ADAL" clId="{7AECE3AF-5704-4967-BD45-876FBB82BAF3}" dt="2026-08-15T10:23:26.897" v="8301" actId="1076"/>
          <ac:cxnSpMkLst>
            <pc:docMk/>
            <pc:sldMk cId="2783831402" sldId="446"/>
            <ac:cxnSpMk id="18" creationId="{20F114E7-106B-4550-F1BB-D49E0A1E0B48}"/>
          </ac:cxnSpMkLst>
        </pc:cxnChg>
        <pc:cxnChg chg="mod">
          <ac:chgData name="Peethala Rajiv Roy (PED/Hosur/TVSMotor)" userId="e2d9917c-f3dd-4083-a688-e3a90de602c2" providerId="ADAL" clId="{7AECE3AF-5704-4967-BD45-876FBB82BAF3}" dt="2026-08-15T10:23:26.897" v="8301" actId="1076"/>
          <ac:cxnSpMkLst>
            <pc:docMk/>
            <pc:sldMk cId="2783831402" sldId="446"/>
            <ac:cxnSpMk id="20" creationId="{50D344A1-1156-817F-1EF6-9C9D620D7DEF}"/>
          </ac:cxnSpMkLst>
        </pc:cxnChg>
      </pc:sldChg>
      <pc:sldChg chg="addSp delSp modSp add mod">
        <pc:chgData name="Peethala Rajiv Roy (PED/Hosur/TVSMotor)" userId="e2d9917c-f3dd-4083-a688-e3a90de602c2" providerId="ADAL" clId="{7AECE3AF-5704-4967-BD45-876FBB82BAF3}" dt="2026-08-15T10:26:50.321" v="8338" actId="208"/>
        <pc:sldMkLst>
          <pc:docMk/>
          <pc:sldMk cId="2125231339" sldId="447"/>
        </pc:sldMkLst>
        <pc:spChg chg="mod">
          <ac:chgData name="Peethala Rajiv Roy (PED/Hosur/TVSMotor)" userId="e2d9917c-f3dd-4083-a688-e3a90de602c2" providerId="ADAL" clId="{7AECE3AF-5704-4967-BD45-876FBB82BAF3}" dt="2026-08-15T10:26:12.399" v="8334" actId="1076"/>
          <ac:spMkLst>
            <pc:docMk/>
            <pc:sldMk cId="2125231339" sldId="447"/>
            <ac:spMk id="19" creationId="{6BDABDEF-A749-2FEB-4577-9311B451DA41}"/>
          </ac:spMkLst>
        </pc:spChg>
        <pc:spChg chg="mod">
          <ac:chgData name="Peethala Rajiv Roy (PED/Hosur/TVSMotor)" userId="e2d9917c-f3dd-4083-a688-e3a90de602c2" providerId="ADAL" clId="{7AECE3AF-5704-4967-BD45-876FBB82BAF3}" dt="2026-08-15T10:26:12.399" v="8334" actId="1076"/>
          <ac:spMkLst>
            <pc:docMk/>
            <pc:sldMk cId="2125231339" sldId="447"/>
            <ac:spMk id="21" creationId="{D16D0069-59A0-56FA-D650-C6D8329B0BE3}"/>
          </ac:spMkLst>
        </pc:spChg>
        <pc:spChg chg="mod">
          <ac:chgData name="Peethala Rajiv Roy (PED/Hosur/TVSMotor)" userId="e2d9917c-f3dd-4083-a688-e3a90de602c2" providerId="ADAL" clId="{7AECE3AF-5704-4967-BD45-876FBB82BAF3}" dt="2026-08-15T10:24:35.249" v="8321" actId="20577"/>
          <ac:spMkLst>
            <pc:docMk/>
            <pc:sldMk cId="2125231339" sldId="447"/>
            <ac:spMk id="22" creationId="{7767EADA-FBC9-2BC5-9E4D-5FEE4C229A07}"/>
          </ac:spMkLst>
        </pc:spChg>
        <pc:picChg chg="del">
          <ac:chgData name="Peethala Rajiv Roy (PED/Hosur/TVSMotor)" userId="e2d9917c-f3dd-4083-a688-e3a90de602c2" providerId="ADAL" clId="{7AECE3AF-5704-4967-BD45-876FBB82BAF3}" dt="2026-08-15T10:24:37.796" v="8322" actId="478"/>
          <ac:picMkLst>
            <pc:docMk/>
            <pc:sldMk cId="2125231339" sldId="447"/>
            <ac:picMk id="3" creationId="{3C02628E-351A-938C-4FEF-BF40722F4E03}"/>
          </ac:picMkLst>
        </pc:picChg>
        <pc:picChg chg="add mod">
          <ac:chgData name="Peethala Rajiv Roy (PED/Hosur/TVSMotor)" userId="e2d9917c-f3dd-4083-a688-e3a90de602c2" providerId="ADAL" clId="{7AECE3AF-5704-4967-BD45-876FBB82BAF3}" dt="2026-08-15T10:25:27.402" v="8327" actId="208"/>
          <ac:picMkLst>
            <pc:docMk/>
            <pc:sldMk cId="2125231339" sldId="447"/>
            <ac:picMk id="6" creationId="{4DA1B2AD-7D9F-C537-8E5E-2146FF5EB073}"/>
          </ac:picMkLst>
        </pc:picChg>
        <pc:picChg chg="del">
          <ac:chgData name="Peethala Rajiv Roy (PED/Hosur/TVSMotor)" userId="e2d9917c-f3dd-4083-a688-e3a90de602c2" providerId="ADAL" clId="{7AECE3AF-5704-4967-BD45-876FBB82BAF3}" dt="2026-08-15T10:25:31.356" v="8328" actId="478"/>
          <ac:picMkLst>
            <pc:docMk/>
            <pc:sldMk cId="2125231339" sldId="447"/>
            <ac:picMk id="7" creationId="{BA99C7A3-F7F8-BA19-0FE1-966A93A6E101}"/>
          </ac:picMkLst>
        </pc:picChg>
        <pc:picChg chg="del">
          <ac:chgData name="Peethala Rajiv Roy (PED/Hosur/TVSMotor)" userId="e2d9917c-f3dd-4083-a688-e3a90de602c2" providerId="ADAL" clId="{7AECE3AF-5704-4967-BD45-876FBB82BAF3}" dt="2026-08-15T10:26:43.186" v="8335" actId="478"/>
          <ac:picMkLst>
            <pc:docMk/>
            <pc:sldMk cId="2125231339" sldId="447"/>
            <ac:picMk id="9" creationId="{A7C1A79E-667A-AD3E-DD1A-B546D9E299DD}"/>
          </ac:picMkLst>
        </pc:picChg>
        <pc:picChg chg="add mod">
          <ac:chgData name="Peethala Rajiv Roy (PED/Hosur/TVSMotor)" userId="e2d9917c-f3dd-4083-a688-e3a90de602c2" providerId="ADAL" clId="{7AECE3AF-5704-4967-BD45-876FBB82BAF3}" dt="2026-08-15T10:26:07.631" v="8333" actId="208"/>
          <ac:picMkLst>
            <pc:docMk/>
            <pc:sldMk cId="2125231339" sldId="447"/>
            <ac:picMk id="10" creationId="{480EC023-182F-BF8B-185D-6364CCEB60C1}"/>
          </ac:picMkLst>
        </pc:picChg>
        <pc:picChg chg="add mod">
          <ac:chgData name="Peethala Rajiv Roy (PED/Hosur/TVSMotor)" userId="e2d9917c-f3dd-4083-a688-e3a90de602c2" providerId="ADAL" clId="{7AECE3AF-5704-4967-BD45-876FBB82BAF3}" dt="2026-08-15T10:26:50.321" v="8338" actId="208"/>
          <ac:picMkLst>
            <pc:docMk/>
            <pc:sldMk cId="2125231339" sldId="447"/>
            <ac:picMk id="12" creationId="{B102AE4D-6E16-E127-302A-70AEC8576989}"/>
          </ac:picMkLst>
        </pc:picChg>
        <pc:cxnChg chg="mod">
          <ac:chgData name="Peethala Rajiv Roy (PED/Hosur/TVSMotor)" userId="e2d9917c-f3dd-4083-a688-e3a90de602c2" providerId="ADAL" clId="{7AECE3AF-5704-4967-BD45-876FBB82BAF3}" dt="2026-08-15T10:26:12.399" v="8334" actId="1076"/>
          <ac:cxnSpMkLst>
            <pc:docMk/>
            <pc:sldMk cId="2125231339" sldId="447"/>
            <ac:cxnSpMk id="18" creationId="{DCB8C8F0-1906-D696-6FED-840987B30141}"/>
          </ac:cxnSpMkLst>
        </pc:cxnChg>
        <pc:cxnChg chg="mod">
          <ac:chgData name="Peethala Rajiv Roy (PED/Hosur/TVSMotor)" userId="e2d9917c-f3dd-4083-a688-e3a90de602c2" providerId="ADAL" clId="{7AECE3AF-5704-4967-BD45-876FBB82BAF3}" dt="2026-08-15T10:26:12.399" v="8334" actId="1076"/>
          <ac:cxnSpMkLst>
            <pc:docMk/>
            <pc:sldMk cId="2125231339" sldId="447"/>
            <ac:cxnSpMk id="20" creationId="{F4716853-2C9C-919E-B022-47D27E31BF76}"/>
          </ac:cxnSpMkLst>
        </pc:cxnChg>
      </pc:sldChg>
      <pc:sldChg chg="addSp delSp modSp add mod">
        <pc:chgData name="Peethala Rajiv Roy (PED/Hosur/TVSMotor)" userId="e2d9917c-f3dd-4083-a688-e3a90de602c2" providerId="ADAL" clId="{7AECE3AF-5704-4967-BD45-876FBB82BAF3}" dt="2026-08-15T12:56:52.743" v="9866" actId="20577"/>
        <pc:sldMkLst>
          <pc:docMk/>
          <pc:sldMk cId="285354608" sldId="448"/>
        </pc:sldMkLst>
        <pc:spChg chg="mod">
          <ac:chgData name="Peethala Rajiv Roy (PED/Hosur/TVSMotor)" userId="e2d9917c-f3dd-4083-a688-e3a90de602c2" providerId="ADAL" clId="{7AECE3AF-5704-4967-BD45-876FBB82BAF3}" dt="2026-08-15T10:49:35.974" v="8364" actId="1076"/>
          <ac:spMkLst>
            <pc:docMk/>
            <pc:sldMk cId="285354608" sldId="448"/>
            <ac:spMk id="19" creationId="{3F67F303-CFED-4FC6-20BE-3B5E2864D364}"/>
          </ac:spMkLst>
        </pc:spChg>
        <pc:spChg chg="mod">
          <ac:chgData name="Peethala Rajiv Roy (PED/Hosur/TVSMotor)" userId="e2d9917c-f3dd-4083-a688-e3a90de602c2" providerId="ADAL" clId="{7AECE3AF-5704-4967-BD45-876FBB82BAF3}" dt="2026-08-15T10:49:35.974" v="8364" actId="1076"/>
          <ac:spMkLst>
            <pc:docMk/>
            <pc:sldMk cId="285354608" sldId="448"/>
            <ac:spMk id="21" creationId="{04032EF8-A23D-211E-8393-7A769CC04484}"/>
          </ac:spMkLst>
        </pc:spChg>
        <pc:spChg chg="mod">
          <ac:chgData name="Peethala Rajiv Roy (PED/Hosur/TVSMotor)" userId="e2d9917c-f3dd-4083-a688-e3a90de602c2" providerId="ADAL" clId="{7AECE3AF-5704-4967-BD45-876FBB82BAF3}" dt="2026-08-15T12:56:52.743" v="9866" actId="20577"/>
          <ac:spMkLst>
            <pc:docMk/>
            <pc:sldMk cId="285354608" sldId="448"/>
            <ac:spMk id="22" creationId="{AF0D9F91-4159-4B38-669E-D18753309A7C}"/>
          </ac:spMkLst>
        </pc:spChg>
        <pc:picChg chg="add mod">
          <ac:chgData name="Peethala Rajiv Roy (PED/Hosur/TVSMotor)" userId="e2d9917c-f3dd-4083-a688-e3a90de602c2" providerId="ADAL" clId="{7AECE3AF-5704-4967-BD45-876FBB82BAF3}" dt="2026-08-15T10:48:44.764" v="8358" actId="208"/>
          <ac:picMkLst>
            <pc:docMk/>
            <pc:sldMk cId="285354608" sldId="448"/>
            <ac:picMk id="3" creationId="{D231BE0A-C62F-D356-4F8B-DF07442F08DD}"/>
          </ac:picMkLst>
        </pc:picChg>
        <pc:picChg chg="del">
          <ac:chgData name="Peethala Rajiv Roy (PED/Hosur/TVSMotor)" userId="e2d9917c-f3dd-4083-a688-e3a90de602c2" providerId="ADAL" clId="{7AECE3AF-5704-4967-BD45-876FBB82BAF3}" dt="2026-08-15T10:48:06.237" v="8354" actId="478"/>
          <ac:picMkLst>
            <pc:docMk/>
            <pc:sldMk cId="285354608" sldId="448"/>
            <ac:picMk id="6" creationId="{70C8FA7F-499D-386E-326D-AF03F1B3C69C}"/>
          </ac:picMkLst>
        </pc:picChg>
        <pc:picChg chg="add mod">
          <ac:chgData name="Peethala Rajiv Roy (PED/Hosur/TVSMotor)" userId="e2d9917c-f3dd-4083-a688-e3a90de602c2" providerId="ADAL" clId="{7AECE3AF-5704-4967-BD45-876FBB82BAF3}" dt="2026-08-15T10:49:31.665" v="8363" actId="208"/>
          <ac:picMkLst>
            <pc:docMk/>
            <pc:sldMk cId="285354608" sldId="448"/>
            <ac:picMk id="8" creationId="{5854D8B2-3CCC-1832-3F84-82BF5990FD72}"/>
          </ac:picMkLst>
        </pc:picChg>
        <pc:picChg chg="del">
          <ac:chgData name="Peethala Rajiv Roy (PED/Hosur/TVSMotor)" userId="e2d9917c-f3dd-4083-a688-e3a90de602c2" providerId="ADAL" clId="{7AECE3AF-5704-4967-BD45-876FBB82BAF3}" dt="2026-08-15T10:48:55.828" v="8359" actId="478"/>
          <ac:picMkLst>
            <pc:docMk/>
            <pc:sldMk cId="285354608" sldId="448"/>
            <ac:picMk id="10" creationId="{D163A69E-43C8-ED82-9588-F226DF28A6D4}"/>
          </ac:picMkLst>
        </pc:picChg>
        <pc:picChg chg="add mod">
          <ac:chgData name="Peethala Rajiv Roy (PED/Hosur/TVSMotor)" userId="e2d9917c-f3dd-4083-a688-e3a90de602c2" providerId="ADAL" clId="{7AECE3AF-5704-4967-BD45-876FBB82BAF3}" dt="2026-08-15T10:50:36.456" v="8368" actId="208"/>
          <ac:picMkLst>
            <pc:docMk/>
            <pc:sldMk cId="285354608" sldId="448"/>
            <ac:picMk id="11" creationId="{EDB52C43-6C6F-6F3B-4B0D-259126DAD390}"/>
          </ac:picMkLst>
        </pc:picChg>
        <pc:picChg chg="del">
          <ac:chgData name="Peethala Rajiv Roy (PED/Hosur/TVSMotor)" userId="e2d9917c-f3dd-4083-a688-e3a90de602c2" providerId="ADAL" clId="{7AECE3AF-5704-4967-BD45-876FBB82BAF3}" dt="2026-08-15T10:49:38.468" v="8365" actId="478"/>
          <ac:picMkLst>
            <pc:docMk/>
            <pc:sldMk cId="285354608" sldId="448"/>
            <ac:picMk id="12" creationId="{48E1034C-DF8B-B996-354D-B78AEE306B36}"/>
          </ac:picMkLst>
        </pc:picChg>
        <pc:cxnChg chg="mod">
          <ac:chgData name="Peethala Rajiv Roy (PED/Hosur/TVSMotor)" userId="e2d9917c-f3dd-4083-a688-e3a90de602c2" providerId="ADAL" clId="{7AECE3AF-5704-4967-BD45-876FBB82BAF3}" dt="2026-08-15T10:49:35.974" v="8364" actId="1076"/>
          <ac:cxnSpMkLst>
            <pc:docMk/>
            <pc:sldMk cId="285354608" sldId="448"/>
            <ac:cxnSpMk id="18" creationId="{B0AB9F57-8F60-0C1D-D6E8-5CC2AB3B4B2F}"/>
          </ac:cxnSpMkLst>
        </pc:cxnChg>
        <pc:cxnChg chg="mod">
          <ac:chgData name="Peethala Rajiv Roy (PED/Hosur/TVSMotor)" userId="e2d9917c-f3dd-4083-a688-e3a90de602c2" providerId="ADAL" clId="{7AECE3AF-5704-4967-BD45-876FBB82BAF3}" dt="2026-08-15T10:49:35.974" v="8364" actId="1076"/>
          <ac:cxnSpMkLst>
            <pc:docMk/>
            <pc:sldMk cId="285354608" sldId="448"/>
            <ac:cxnSpMk id="20" creationId="{1C4F2D3B-9070-0B6F-B2EC-2C3795DD82A0}"/>
          </ac:cxnSpMkLst>
        </pc:cxnChg>
      </pc:sldChg>
      <pc:sldChg chg="addSp delSp modSp add mod">
        <pc:chgData name="Peethala Rajiv Roy (PED/Hosur/TVSMotor)" userId="e2d9917c-f3dd-4083-a688-e3a90de602c2" providerId="ADAL" clId="{7AECE3AF-5704-4967-BD45-876FBB82BAF3}" dt="2026-08-15T12:56:59.587" v="9868" actId="20577"/>
        <pc:sldMkLst>
          <pc:docMk/>
          <pc:sldMk cId="1176385986" sldId="449"/>
        </pc:sldMkLst>
        <pc:spChg chg="mod">
          <ac:chgData name="Peethala Rajiv Roy (PED/Hosur/TVSMotor)" userId="e2d9917c-f3dd-4083-a688-e3a90de602c2" providerId="ADAL" clId="{7AECE3AF-5704-4967-BD45-876FBB82BAF3}" dt="2026-08-15T12:56:59.587" v="9868" actId="20577"/>
          <ac:spMkLst>
            <pc:docMk/>
            <pc:sldMk cId="1176385986" sldId="449"/>
            <ac:spMk id="22" creationId="{115E7CCB-DE06-E5B3-9E8D-0D36475C04ED}"/>
          </ac:spMkLst>
        </pc:spChg>
        <pc:picChg chg="del">
          <ac:chgData name="Peethala Rajiv Roy (PED/Hosur/TVSMotor)" userId="e2d9917c-f3dd-4083-a688-e3a90de602c2" providerId="ADAL" clId="{7AECE3AF-5704-4967-BD45-876FBB82BAF3}" dt="2026-08-15T10:51:10.983" v="8371" actId="478"/>
          <ac:picMkLst>
            <pc:docMk/>
            <pc:sldMk cId="1176385986" sldId="449"/>
            <ac:picMk id="3" creationId="{32C3154A-7A6F-89B1-CD44-D16A78EF89AE}"/>
          </ac:picMkLst>
        </pc:picChg>
        <pc:picChg chg="add mod">
          <ac:chgData name="Peethala Rajiv Roy (PED/Hosur/TVSMotor)" userId="e2d9917c-f3dd-4083-a688-e3a90de602c2" providerId="ADAL" clId="{7AECE3AF-5704-4967-BD45-876FBB82BAF3}" dt="2026-08-15T10:51:40.711" v="8375" actId="208"/>
          <ac:picMkLst>
            <pc:docMk/>
            <pc:sldMk cId="1176385986" sldId="449"/>
            <ac:picMk id="6" creationId="{7B9E2D3B-58E3-84A2-DF98-E967A1273B9E}"/>
          </ac:picMkLst>
        </pc:picChg>
        <pc:picChg chg="del">
          <ac:chgData name="Peethala Rajiv Roy (PED/Hosur/TVSMotor)" userId="e2d9917c-f3dd-4083-a688-e3a90de602c2" providerId="ADAL" clId="{7AECE3AF-5704-4967-BD45-876FBB82BAF3}" dt="2026-08-15T10:51:42.534" v="8376" actId="478"/>
          <ac:picMkLst>
            <pc:docMk/>
            <pc:sldMk cId="1176385986" sldId="449"/>
            <ac:picMk id="8" creationId="{92E98B75-CA41-93B7-232B-D234A7E01401}"/>
          </ac:picMkLst>
        </pc:picChg>
        <pc:picChg chg="add mod">
          <ac:chgData name="Peethala Rajiv Roy (PED/Hosur/TVSMotor)" userId="e2d9917c-f3dd-4083-a688-e3a90de602c2" providerId="ADAL" clId="{7AECE3AF-5704-4967-BD45-876FBB82BAF3}" dt="2026-08-15T10:52:27.800" v="8382" actId="14100"/>
          <ac:picMkLst>
            <pc:docMk/>
            <pc:sldMk cId="1176385986" sldId="449"/>
            <ac:picMk id="9" creationId="{4E677192-FA38-8233-0210-C31D6B5908FF}"/>
          </ac:picMkLst>
        </pc:picChg>
        <pc:picChg chg="del">
          <ac:chgData name="Peethala Rajiv Roy (PED/Hosur/TVSMotor)" userId="e2d9917c-f3dd-4083-a688-e3a90de602c2" providerId="ADAL" clId="{7AECE3AF-5704-4967-BD45-876FBB82BAF3}" dt="2026-08-15T10:52:31.620" v="8383" actId="478"/>
          <ac:picMkLst>
            <pc:docMk/>
            <pc:sldMk cId="1176385986" sldId="449"/>
            <ac:picMk id="11" creationId="{DC2FEBD9-E1A1-EFA2-32E0-0F1C41379116}"/>
          </ac:picMkLst>
        </pc:picChg>
        <pc:picChg chg="add mod">
          <ac:chgData name="Peethala Rajiv Roy (PED/Hosur/TVSMotor)" userId="e2d9917c-f3dd-4083-a688-e3a90de602c2" providerId="ADAL" clId="{7AECE3AF-5704-4967-BD45-876FBB82BAF3}" dt="2026-08-15T10:53:16.653" v="8386" actId="208"/>
          <ac:picMkLst>
            <pc:docMk/>
            <pc:sldMk cId="1176385986" sldId="449"/>
            <ac:picMk id="12" creationId="{E3F68C10-5B95-0AAA-7E50-380321458FA8}"/>
          </ac:picMkLst>
        </pc:picChg>
      </pc:sldChg>
      <pc:sldChg chg="addSp delSp modSp add mod">
        <pc:chgData name="Peethala Rajiv Roy (PED/Hosur/TVSMotor)" userId="e2d9917c-f3dd-4083-a688-e3a90de602c2" providerId="ADAL" clId="{7AECE3AF-5704-4967-BD45-876FBB82BAF3}" dt="2026-08-15T10:57:08.849" v="8441" actId="14100"/>
        <pc:sldMkLst>
          <pc:docMk/>
          <pc:sldMk cId="3369811590" sldId="450"/>
        </pc:sldMkLst>
        <pc:spChg chg="mod">
          <ac:chgData name="Peethala Rajiv Roy (PED/Hosur/TVSMotor)" userId="e2d9917c-f3dd-4083-a688-e3a90de602c2" providerId="ADAL" clId="{7AECE3AF-5704-4967-BD45-876FBB82BAF3}" dt="2026-08-15T10:55:23.559" v="8422" actId="1038"/>
          <ac:spMkLst>
            <pc:docMk/>
            <pc:sldMk cId="3369811590" sldId="450"/>
            <ac:spMk id="19" creationId="{D65AEE47-C61E-D758-CFDB-1D237610BDE0}"/>
          </ac:spMkLst>
        </pc:spChg>
        <pc:spChg chg="mod">
          <ac:chgData name="Peethala Rajiv Roy (PED/Hosur/TVSMotor)" userId="e2d9917c-f3dd-4083-a688-e3a90de602c2" providerId="ADAL" clId="{7AECE3AF-5704-4967-BD45-876FBB82BAF3}" dt="2026-08-15T10:55:23.559" v="8422" actId="1038"/>
          <ac:spMkLst>
            <pc:docMk/>
            <pc:sldMk cId="3369811590" sldId="450"/>
            <ac:spMk id="21" creationId="{092EBA49-E70D-755D-47D6-D809A8F5E4E0}"/>
          </ac:spMkLst>
        </pc:spChg>
        <pc:spChg chg="mod">
          <ac:chgData name="Peethala Rajiv Roy (PED/Hosur/TVSMotor)" userId="e2d9917c-f3dd-4083-a688-e3a90de602c2" providerId="ADAL" clId="{7AECE3AF-5704-4967-BD45-876FBB82BAF3}" dt="2026-08-15T10:57:08.849" v="8441" actId="14100"/>
          <ac:spMkLst>
            <pc:docMk/>
            <pc:sldMk cId="3369811590" sldId="450"/>
            <ac:spMk id="22" creationId="{F179C38E-39D4-93C6-A2FA-04EC9C613739}"/>
          </ac:spMkLst>
        </pc:spChg>
        <pc:picChg chg="add mod">
          <ac:chgData name="Peethala Rajiv Roy (PED/Hosur/TVSMotor)" userId="e2d9917c-f3dd-4083-a688-e3a90de602c2" providerId="ADAL" clId="{7AECE3AF-5704-4967-BD45-876FBB82BAF3}" dt="2026-08-15T10:54:31.484" v="8393" actId="208"/>
          <ac:picMkLst>
            <pc:docMk/>
            <pc:sldMk cId="3369811590" sldId="450"/>
            <ac:picMk id="3" creationId="{AF02B328-E917-819A-9F31-02A435CFFAD7}"/>
          </ac:picMkLst>
        </pc:picChg>
        <pc:picChg chg="del">
          <ac:chgData name="Peethala Rajiv Roy (PED/Hosur/TVSMotor)" userId="e2d9917c-f3dd-4083-a688-e3a90de602c2" providerId="ADAL" clId="{7AECE3AF-5704-4967-BD45-876FBB82BAF3}" dt="2026-08-15T10:53:50.303" v="8389" actId="478"/>
          <ac:picMkLst>
            <pc:docMk/>
            <pc:sldMk cId="3369811590" sldId="450"/>
            <ac:picMk id="6" creationId="{4BC1B5C0-8808-D898-7B8D-3C8754B05F4D}"/>
          </ac:picMkLst>
        </pc:picChg>
        <pc:picChg chg="add mod">
          <ac:chgData name="Peethala Rajiv Roy (PED/Hosur/TVSMotor)" userId="e2d9917c-f3dd-4083-a688-e3a90de602c2" providerId="ADAL" clId="{7AECE3AF-5704-4967-BD45-876FBB82BAF3}" dt="2026-08-15T10:55:19.025" v="8401" actId="208"/>
          <ac:picMkLst>
            <pc:docMk/>
            <pc:sldMk cId="3369811590" sldId="450"/>
            <ac:picMk id="8" creationId="{B8ECD086-254B-A842-6D3A-FD41EBF2BCF2}"/>
          </ac:picMkLst>
        </pc:picChg>
        <pc:picChg chg="del">
          <ac:chgData name="Peethala Rajiv Roy (PED/Hosur/TVSMotor)" userId="e2d9917c-f3dd-4083-a688-e3a90de602c2" providerId="ADAL" clId="{7AECE3AF-5704-4967-BD45-876FBB82BAF3}" dt="2026-08-15T10:54:40.831" v="8396" actId="478"/>
          <ac:picMkLst>
            <pc:docMk/>
            <pc:sldMk cId="3369811590" sldId="450"/>
            <ac:picMk id="9" creationId="{56B083D7-5C44-96B3-4C2D-827F32D5972F}"/>
          </ac:picMkLst>
        </pc:picChg>
        <pc:picChg chg="add mod">
          <ac:chgData name="Peethala Rajiv Roy (PED/Hosur/TVSMotor)" userId="e2d9917c-f3dd-4083-a688-e3a90de602c2" providerId="ADAL" clId="{7AECE3AF-5704-4967-BD45-876FBB82BAF3}" dt="2026-08-15T10:56:24.140" v="8426" actId="208"/>
          <ac:picMkLst>
            <pc:docMk/>
            <pc:sldMk cId="3369811590" sldId="450"/>
            <ac:picMk id="11" creationId="{E1201B61-85A4-C4F8-1490-1360A7D5F798}"/>
          </ac:picMkLst>
        </pc:picChg>
        <pc:picChg chg="del">
          <ac:chgData name="Peethala Rajiv Roy (PED/Hosur/TVSMotor)" userId="e2d9917c-f3dd-4083-a688-e3a90de602c2" providerId="ADAL" clId="{7AECE3AF-5704-4967-BD45-876FBB82BAF3}" dt="2026-08-15T10:55:28.414" v="8423" actId="478"/>
          <ac:picMkLst>
            <pc:docMk/>
            <pc:sldMk cId="3369811590" sldId="450"/>
            <ac:picMk id="12" creationId="{2E3AEFB2-4A67-A42F-08CB-041F9CF1BEE5}"/>
          </ac:picMkLst>
        </pc:picChg>
        <pc:cxnChg chg="mod">
          <ac:chgData name="Peethala Rajiv Roy (PED/Hosur/TVSMotor)" userId="e2d9917c-f3dd-4083-a688-e3a90de602c2" providerId="ADAL" clId="{7AECE3AF-5704-4967-BD45-876FBB82BAF3}" dt="2026-08-15T10:55:23.559" v="8422" actId="1038"/>
          <ac:cxnSpMkLst>
            <pc:docMk/>
            <pc:sldMk cId="3369811590" sldId="450"/>
            <ac:cxnSpMk id="18" creationId="{84AC75F9-4F84-ED4A-83EA-61901A96AE12}"/>
          </ac:cxnSpMkLst>
        </pc:cxnChg>
        <pc:cxnChg chg="mod">
          <ac:chgData name="Peethala Rajiv Roy (PED/Hosur/TVSMotor)" userId="e2d9917c-f3dd-4083-a688-e3a90de602c2" providerId="ADAL" clId="{7AECE3AF-5704-4967-BD45-876FBB82BAF3}" dt="2026-08-15T10:55:23.559" v="8422" actId="1038"/>
          <ac:cxnSpMkLst>
            <pc:docMk/>
            <pc:sldMk cId="3369811590" sldId="450"/>
            <ac:cxnSpMk id="20" creationId="{9A146C7F-DCDD-17D6-9282-750A9AD9F096}"/>
          </ac:cxnSpMkLst>
        </pc:cxnChg>
      </pc:sldChg>
      <pc:sldChg chg="addSp delSp modSp add mod">
        <pc:chgData name="Peethala Rajiv Roy (PED/Hosur/TVSMotor)" userId="e2d9917c-f3dd-4083-a688-e3a90de602c2" providerId="ADAL" clId="{7AECE3AF-5704-4967-BD45-876FBB82BAF3}" dt="2026-08-15T10:59:25.735" v="8458" actId="208"/>
        <pc:sldMkLst>
          <pc:docMk/>
          <pc:sldMk cId="513365932" sldId="451"/>
        </pc:sldMkLst>
        <pc:spChg chg="mod">
          <ac:chgData name="Peethala Rajiv Roy (PED/Hosur/TVSMotor)" userId="e2d9917c-f3dd-4083-a688-e3a90de602c2" providerId="ADAL" clId="{7AECE3AF-5704-4967-BD45-876FBB82BAF3}" dt="2026-08-15T10:58:42.236" v="8454" actId="1076"/>
          <ac:spMkLst>
            <pc:docMk/>
            <pc:sldMk cId="513365932" sldId="451"/>
            <ac:spMk id="19" creationId="{00969220-BD5E-7EA7-5AC6-F612BE173358}"/>
          </ac:spMkLst>
        </pc:spChg>
        <pc:spChg chg="mod">
          <ac:chgData name="Peethala Rajiv Roy (PED/Hosur/TVSMotor)" userId="e2d9917c-f3dd-4083-a688-e3a90de602c2" providerId="ADAL" clId="{7AECE3AF-5704-4967-BD45-876FBB82BAF3}" dt="2026-08-15T10:58:42.236" v="8454" actId="1076"/>
          <ac:spMkLst>
            <pc:docMk/>
            <pc:sldMk cId="513365932" sldId="451"/>
            <ac:spMk id="21" creationId="{D27BB636-6175-40C4-471C-FF82C8367248}"/>
          </ac:spMkLst>
        </pc:spChg>
        <pc:spChg chg="mod">
          <ac:chgData name="Peethala Rajiv Roy (PED/Hosur/TVSMotor)" userId="e2d9917c-f3dd-4083-a688-e3a90de602c2" providerId="ADAL" clId="{7AECE3AF-5704-4967-BD45-876FBB82BAF3}" dt="2026-08-15T10:57:01.170" v="8435" actId="14100"/>
          <ac:spMkLst>
            <pc:docMk/>
            <pc:sldMk cId="513365932" sldId="451"/>
            <ac:spMk id="22" creationId="{87486328-9619-6F3B-A77E-36CE5D5BA6DA}"/>
          </ac:spMkLst>
        </pc:spChg>
        <pc:picChg chg="del">
          <ac:chgData name="Peethala Rajiv Roy (PED/Hosur/TVSMotor)" userId="e2d9917c-f3dd-4083-a688-e3a90de602c2" providerId="ADAL" clId="{7AECE3AF-5704-4967-BD45-876FBB82BAF3}" dt="2026-08-15T10:57:16.290" v="8442" actId="478"/>
          <ac:picMkLst>
            <pc:docMk/>
            <pc:sldMk cId="513365932" sldId="451"/>
            <ac:picMk id="3" creationId="{0768A52C-32AA-7F00-3809-3F7DC272A729}"/>
          </ac:picMkLst>
        </pc:picChg>
        <pc:picChg chg="add mod">
          <ac:chgData name="Peethala Rajiv Roy (PED/Hosur/TVSMotor)" userId="e2d9917c-f3dd-4083-a688-e3a90de602c2" providerId="ADAL" clId="{7AECE3AF-5704-4967-BD45-876FBB82BAF3}" dt="2026-08-15T10:57:42.413" v="8446" actId="208"/>
          <ac:picMkLst>
            <pc:docMk/>
            <pc:sldMk cId="513365932" sldId="451"/>
            <ac:picMk id="6" creationId="{8E1CA2EA-343E-6A65-1322-4D3186DD05B8}"/>
          </ac:picMkLst>
        </pc:picChg>
        <pc:picChg chg="del">
          <ac:chgData name="Peethala Rajiv Roy (PED/Hosur/TVSMotor)" userId="e2d9917c-f3dd-4083-a688-e3a90de602c2" providerId="ADAL" clId="{7AECE3AF-5704-4967-BD45-876FBB82BAF3}" dt="2026-08-15T10:57:44.482" v="8447" actId="478"/>
          <ac:picMkLst>
            <pc:docMk/>
            <pc:sldMk cId="513365932" sldId="451"/>
            <ac:picMk id="8" creationId="{4AFD2F10-2F58-0B07-2D2C-2D8E0AD313CC}"/>
          </ac:picMkLst>
        </pc:picChg>
        <pc:picChg chg="add mod">
          <ac:chgData name="Peethala Rajiv Roy (PED/Hosur/TVSMotor)" userId="e2d9917c-f3dd-4083-a688-e3a90de602c2" providerId="ADAL" clId="{7AECE3AF-5704-4967-BD45-876FBB82BAF3}" dt="2026-08-15T10:58:37.123" v="8453" actId="1076"/>
          <ac:picMkLst>
            <pc:docMk/>
            <pc:sldMk cId="513365932" sldId="451"/>
            <ac:picMk id="9" creationId="{10DC1E81-D955-ECE1-D6B9-85BF7AA22EAC}"/>
          </ac:picMkLst>
        </pc:picChg>
        <pc:picChg chg="del">
          <ac:chgData name="Peethala Rajiv Roy (PED/Hosur/TVSMotor)" userId="e2d9917c-f3dd-4083-a688-e3a90de602c2" providerId="ADAL" clId="{7AECE3AF-5704-4967-BD45-876FBB82BAF3}" dt="2026-08-15T10:58:47.961" v="8455" actId="478"/>
          <ac:picMkLst>
            <pc:docMk/>
            <pc:sldMk cId="513365932" sldId="451"/>
            <ac:picMk id="11" creationId="{4C84B7E7-9DF4-FEEA-27FB-CC0A41D5880E}"/>
          </ac:picMkLst>
        </pc:picChg>
        <pc:picChg chg="add mod">
          <ac:chgData name="Peethala Rajiv Roy (PED/Hosur/TVSMotor)" userId="e2d9917c-f3dd-4083-a688-e3a90de602c2" providerId="ADAL" clId="{7AECE3AF-5704-4967-BD45-876FBB82BAF3}" dt="2026-08-15T10:59:25.735" v="8458" actId="208"/>
          <ac:picMkLst>
            <pc:docMk/>
            <pc:sldMk cId="513365932" sldId="451"/>
            <ac:picMk id="12" creationId="{177C7DE7-9CB8-F1AC-B783-8D911E4AF908}"/>
          </ac:picMkLst>
        </pc:picChg>
        <pc:cxnChg chg="mod">
          <ac:chgData name="Peethala Rajiv Roy (PED/Hosur/TVSMotor)" userId="e2d9917c-f3dd-4083-a688-e3a90de602c2" providerId="ADAL" clId="{7AECE3AF-5704-4967-BD45-876FBB82BAF3}" dt="2026-08-15T10:58:42.236" v="8454" actId="1076"/>
          <ac:cxnSpMkLst>
            <pc:docMk/>
            <pc:sldMk cId="513365932" sldId="451"/>
            <ac:cxnSpMk id="18" creationId="{21D617B9-58F9-3B0C-0E46-5338541C27A3}"/>
          </ac:cxnSpMkLst>
        </pc:cxnChg>
        <pc:cxnChg chg="mod">
          <ac:chgData name="Peethala Rajiv Roy (PED/Hosur/TVSMotor)" userId="e2d9917c-f3dd-4083-a688-e3a90de602c2" providerId="ADAL" clId="{7AECE3AF-5704-4967-BD45-876FBB82BAF3}" dt="2026-08-15T10:58:42.236" v="8454" actId="1076"/>
          <ac:cxnSpMkLst>
            <pc:docMk/>
            <pc:sldMk cId="513365932" sldId="451"/>
            <ac:cxnSpMk id="20" creationId="{855D5CA6-4FCC-FE16-CFDA-B2151A2056A3}"/>
          </ac:cxnSpMkLst>
        </pc:cxnChg>
      </pc:sldChg>
      <pc:sldChg chg="addSp delSp modSp add mod">
        <pc:chgData name="Peethala Rajiv Roy (PED/Hosur/TVSMotor)" userId="e2d9917c-f3dd-4083-a688-e3a90de602c2" providerId="ADAL" clId="{7AECE3AF-5704-4967-BD45-876FBB82BAF3}" dt="2026-08-15T11:02:13.619" v="8475" actId="208"/>
        <pc:sldMkLst>
          <pc:docMk/>
          <pc:sldMk cId="2265168802" sldId="452"/>
        </pc:sldMkLst>
        <pc:spChg chg="mod">
          <ac:chgData name="Peethala Rajiv Roy (PED/Hosur/TVSMotor)" userId="e2d9917c-f3dd-4083-a688-e3a90de602c2" providerId="ADAL" clId="{7AECE3AF-5704-4967-BD45-876FBB82BAF3}" dt="2026-08-15T10:59:55.398" v="8461" actId="20577"/>
          <ac:spMkLst>
            <pc:docMk/>
            <pc:sldMk cId="2265168802" sldId="452"/>
            <ac:spMk id="22" creationId="{12C02B06-2D3A-7653-F188-37F546627F82}"/>
          </ac:spMkLst>
        </pc:spChg>
        <pc:picChg chg="add mod">
          <ac:chgData name="Peethala Rajiv Roy (PED/Hosur/TVSMotor)" userId="e2d9917c-f3dd-4083-a688-e3a90de602c2" providerId="ADAL" clId="{7AECE3AF-5704-4967-BD45-876FBB82BAF3}" dt="2026-08-15T11:00:26.931" v="8466" actId="208"/>
          <ac:picMkLst>
            <pc:docMk/>
            <pc:sldMk cId="2265168802" sldId="452"/>
            <ac:picMk id="3" creationId="{C0A80666-D9C6-D023-7B52-0A54A8700EFB}"/>
          </ac:picMkLst>
        </pc:picChg>
        <pc:picChg chg="del">
          <ac:chgData name="Peethala Rajiv Roy (PED/Hosur/TVSMotor)" userId="e2d9917c-f3dd-4083-a688-e3a90de602c2" providerId="ADAL" clId="{7AECE3AF-5704-4967-BD45-876FBB82BAF3}" dt="2026-08-15T10:59:58.366" v="8462" actId="478"/>
          <ac:picMkLst>
            <pc:docMk/>
            <pc:sldMk cId="2265168802" sldId="452"/>
            <ac:picMk id="6" creationId="{84C7EA0B-B37C-D4F3-909B-AC98F8EEFC65}"/>
          </ac:picMkLst>
        </pc:picChg>
        <pc:picChg chg="add mod">
          <ac:chgData name="Peethala Rajiv Roy (PED/Hosur/TVSMotor)" userId="e2d9917c-f3dd-4083-a688-e3a90de602c2" providerId="ADAL" clId="{7AECE3AF-5704-4967-BD45-876FBB82BAF3}" dt="2026-08-15T11:01:27.049" v="8471" actId="208"/>
          <ac:picMkLst>
            <pc:docMk/>
            <pc:sldMk cId="2265168802" sldId="452"/>
            <ac:picMk id="8" creationId="{F09B0CB0-EF99-17D3-879F-13830EE6870D}"/>
          </ac:picMkLst>
        </pc:picChg>
        <pc:picChg chg="del">
          <ac:chgData name="Peethala Rajiv Roy (PED/Hosur/TVSMotor)" userId="e2d9917c-f3dd-4083-a688-e3a90de602c2" providerId="ADAL" clId="{7AECE3AF-5704-4967-BD45-876FBB82BAF3}" dt="2026-08-15T11:00:56.923" v="8467" actId="478"/>
          <ac:picMkLst>
            <pc:docMk/>
            <pc:sldMk cId="2265168802" sldId="452"/>
            <ac:picMk id="9" creationId="{B91B74C3-CBF5-9083-E39D-8E6FBF72E4D8}"/>
          </ac:picMkLst>
        </pc:picChg>
        <pc:picChg chg="add mod">
          <ac:chgData name="Peethala Rajiv Roy (PED/Hosur/TVSMotor)" userId="e2d9917c-f3dd-4083-a688-e3a90de602c2" providerId="ADAL" clId="{7AECE3AF-5704-4967-BD45-876FBB82BAF3}" dt="2026-08-15T11:02:13.619" v="8475" actId="208"/>
          <ac:picMkLst>
            <pc:docMk/>
            <pc:sldMk cId="2265168802" sldId="452"/>
            <ac:picMk id="11" creationId="{1B95209D-F3FB-7DA3-51A7-91DDB761200D}"/>
          </ac:picMkLst>
        </pc:picChg>
        <pc:picChg chg="del">
          <ac:chgData name="Peethala Rajiv Roy (PED/Hosur/TVSMotor)" userId="e2d9917c-f3dd-4083-a688-e3a90de602c2" providerId="ADAL" clId="{7AECE3AF-5704-4967-BD45-876FBB82BAF3}" dt="2026-08-15T11:01:35.500" v="8472" actId="478"/>
          <ac:picMkLst>
            <pc:docMk/>
            <pc:sldMk cId="2265168802" sldId="452"/>
            <ac:picMk id="12" creationId="{7233A9F5-D2E6-B04A-9D8C-6020C691A11E}"/>
          </ac:picMkLst>
        </pc:picChg>
      </pc:sldChg>
      <pc:sldChg chg="addSp delSp modSp add mod">
        <pc:chgData name="Peethala Rajiv Roy (PED/Hosur/TVSMotor)" userId="e2d9917c-f3dd-4083-a688-e3a90de602c2" providerId="ADAL" clId="{7AECE3AF-5704-4967-BD45-876FBB82BAF3}" dt="2026-08-15T11:09:57.904" v="8542" actId="478"/>
        <pc:sldMkLst>
          <pc:docMk/>
          <pc:sldMk cId="3174252944" sldId="453"/>
        </pc:sldMkLst>
        <pc:spChg chg="del">
          <ac:chgData name="Peethala Rajiv Roy (PED/Hosur/TVSMotor)" userId="e2d9917c-f3dd-4083-a688-e3a90de602c2" providerId="ADAL" clId="{7AECE3AF-5704-4967-BD45-876FBB82BAF3}" dt="2026-08-15T11:09:57.904" v="8542" actId="478"/>
          <ac:spMkLst>
            <pc:docMk/>
            <pc:sldMk cId="3174252944" sldId="453"/>
            <ac:spMk id="13" creationId="{5D49D639-55A8-CBFB-C611-732D042F7834}"/>
          </ac:spMkLst>
        </pc:spChg>
        <pc:spChg chg="mod">
          <ac:chgData name="Peethala Rajiv Roy (PED/Hosur/TVSMotor)" userId="e2d9917c-f3dd-4083-a688-e3a90de602c2" providerId="ADAL" clId="{7AECE3AF-5704-4967-BD45-876FBB82BAF3}" dt="2026-08-15T11:08:11.984" v="8540" actId="1076"/>
          <ac:spMkLst>
            <pc:docMk/>
            <pc:sldMk cId="3174252944" sldId="453"/>
            <ac:spMk id="19" creationId="{32FF10B8-B92C-4565-7116-11E0250270CF}"/>
          </ac:spMkLst>
        </pc:spChg>
        <pc:spChg chg="mod">
          <ac:chgData name="Peethala Rajiv Roy (PED/Hosur/TVSMotor)" userId="e2d9917c-f3dd-4083-a688-e3a90de602c2" providerId="ADAL" clId="{7AECE3AF-5704-4967-BD45-876FBB82BAF3}" dt="2026-08-15T11:08:11.984" v="8540" actId="1076"/>
          <ac:spMkLst>
            <pc:docMk/>
            <pc:sldMk cId="3174252944" sldId="453"/>
            <ac:spMk id="21" creationId="{4D6DF305-4E2E-0A6C-3173-1E96FC31D057}"/>
          </ac:spMkLst>
        </pc:spChg>
        <pc:spChg chg="mod">
          <ac:chgData name="Peethala Rajiv Roy (PED/Hosur/TVSMotor)" userId="e2d9917c-f3dd-4083-a688-e3a90de602c2" providerId="ADAL" clId="{7AECE3AF-5704-4967-BD45-876FBB82BAF3}" dt="2026-08-15T11:06:16.747" v="8528" actId="20577"/>
          <ac:spMkLst>
            <pc:docMk/>
            <pc:sldMk cId="3174252944" sldId="453"/>
            <ac:spMk id="22" creationId="{99AE5921-86B2-8194-1932-A7A15DE03C64}"/>
          </ac:spMkLst>
        </pc:spChg>
        <pc:picChg chg="del">
          <ac:chgData name="Peethala Rajiv Roy (PED/Hosur/TVSMotor)" userId="e2d9917c-f3dd-4083-a688-e3a90de602c2" providerId="ADAL" clId="{7AECE3AF-5704-4967-BD45-876FBB82BAF3}" dt="2026-08-15T11:06:20.074" v="8529" actId="478"/>
          <ac:picMkLst>
            <pc:docMk/>
            <pc:sldMk cId="3174252944" sldId="453"/>
            <ac:picMk id="3" creationId="{F08C078A-595D-78CC-E29E-9BB53A75158B}"/>
          </ac:picMkLst>
        </pc:picChg>
        <pc:picChg chg="add mod">
          <ac:chgData name="Peethala Rajiv Roy (PED/Hosur/TVSMotor)" userId="e2d9917c-f3dd-4083-a688-e3a90de602c2" providerId="ADAL" clId="{7AECE3AF-5704-4967-BD45-876FBB82BAF3}" dt="2026-08-15T11:07:06.358" v="8533" actId="208"/>
          <ac:picMkLst>
            <pc:docMk/>
            <pc:sldMk cId="3174252944" sldId="453"/>
            <ac:picMk id="6" creationId="{9968575C-BAFD-517D-02E7-EB42132FB04B}"/>
          </ac:picMkLst>
        </pc:picChg>
        <pc:picChg chg="del">
          <ac:chgData name="Peethala Rajiv Roy (PED/Hosur/TVSMotor)" userId="e2d9917c-f3dd-4083-a688-e3a90de602c2" providerId="ADAL" clId="{7AECE3AF-5704-4967-BD45-876FBB82BAF3}" dt="2026-08-15T11:07:09.426" v="8534" actId="478"/>
          <ac:picMkLst>
            <pc:docMk/>
            <pc:sldMk cId="3174252944" sldId="453"/>
            <ac:picMk id="8" creationId="{DA8F71EE-C1A4-2442-E4A1-4BA430722E28}"/>
          </ac:picMkLst>
        </pc:picChg>
        <pc:picChg chg="add mod">
          <ac:chgData name="Peethala Rajiv Roy (PED/Hosur/TVSMotor)" userId="e2d9917c-f3dd-4083-a688-e3a90de602c2" providerId="ADAL" clId="{7AECE3AF-5704-4967-BD45-876FBB82BAF3}" dt="2026-08-15T11:08:06.967" v="8539" actId="208"/>
          <ac:picMkLst>
            <pc:docMk/>
            <pc:sldMk cId="3174252944" sldId="453"/>
            <ac:picMk id="9" creationId="{0056B05D-6E78-BBB9-92DF-F694CA8039F6}"/>
          </ac:picMkLst>
        </pc:picChg>
        <pc:picChg chg="del">
          <ac:chgData name="Peethala Rajiv Roy (PED/Hosur/TVSMotor)" userId="e2d9917c-f3dd-4083-a688-e3a90de602c2" providerId="ADAL" clId="{7AECE3AF-5704-4967-BD45-876FBB82BAF3}" dt="2026-08-15T11:09:10.101" v="8541" actId="478"/>
          <ac:picMkLst>
            <pc:docMk/>
            <pc:sldMk cId="3174252944" sldId="453"/>
            <ac:picMk id="11" creationId="{39072EF0-7F94-F821-8DC3-29F83FFB2892}"/>
          </ac:picMkLst>
        </pc:picChg>
        <pc:cxnChg chg="mod">
          <ac:chgData name="Peethala Rajiv Roy (PED/Hosur/TVSMotor)" userId="e2d9917c-f3dd-4083-a688-e3a90de602c2" providerId="ADAL" clId="{7AECE3AF-5704-4967-BD45-876FBB82BAF3}" dt="2026-08-15T11:08:11.984" v="8540" actId="1076"/>
          <ac:cxnSpMkLst>
            <pc:docMk/>
            <pc:sldMk cId="3174252944" sldId="453"/>
            <ac:cxnSpMk id="18" creationId="{BADE6BC6-7B8D-F528-D9B3-86E26D4AE25B}"/>
          </ac:cxnSpMkLst>
        </pc:cxnChg>
        <pc:cxnChg chg="mod">
          <ac:chgData name="Peethala Rajiv Roy (PED/Hosur/TVSMotor)" userId="e2d9917c-f3dd-4083-a688-e3a90de602c2" providerId="ADAL" clId="{7AECE3AF-5704-4967-BD45-876FBB82BAF3}" dt="2026-08-15T11:08:11.984" v="8540" actId="1076"/>
          <ac:cxnSpMkLst>
            <pc:docMk/>
            <pc:sldMk cId="3174252944" sldId="453"/>
            <ac:cxnSpMk id="20" creationId="{27FC0022-6ACB-091F-0D37-95516A63AFCA}"/>
          </ac:cxnSpMkLst>
        </pc:cxnChg>
      </pc:sldChg>
      <pc:sldChg chg="addSp delSp modSp add mod">
        <pc:chgData name="Peethala Rajiv Roy (PED/Hosur/TVSMotor)" userId="e2d9917c-f3dd-4083-a688-e3a90de602c2" providerId="ADAL" clId="{7AECE3AF-5704-4967-BD45-876FBB82BAF3}" dt="2026-08-15T11:13:59.868" v="8602" actId="1076"/>
        <pc:sldMkLst>
          <pc:docMk/>
          <pc:sldMk cId="2129779138" sldId="454"/>
        </pc:sldMkLst>
        <pc:spChg chg="add">
          <ac:chgData name="Peethala Rajiv Roy (PED/Hosur/TVSMotor)" userId="e2d9917c-f3dd-4083-a688-e3a90de602c2" providerId="ADAL" clId="{7AECE3AF-5704-4967-BD45-876FBB82BAF3}" dt="2026-08-15T11:11:58.170" v="8581" actId="22"/>
          <ac:spMkLst>
            <pc:docMk/>
            <pc:sldMk cId="2129779138" sldId="454"/>
            <ac:spMk id="11" creationId="{F840FB51-2A47-2F7C-494B-67D01994FADF}"/>
          </ac:spMkLst>
        </pc:spChg>
        <pc:spChg chg="mod">
          <ac:chgData name="Peethala Rajiv Roy (PED/Hosur/TVSMotor)" userId="e2d9917c-f3dd-4083-a688-e3a90de602c2" providerId="ADAL" clId="{7AECE3AF-5704-4967-BD45-876FBB82BAF3}" dt="2026-08-15T11:11:50.722" v="8580" actId="1076"/>
          <ac:spMkLst>
            <pc:docMk/>
            <pc:sldMk cId="2129779138" sldId="454"/>
            <ac:spMk id="19" creationId="{AD257BEA-E58F-6B11-C984-483EB4D82CB8}"/>
          </ac:spMkLst>
        </pc:spChg>
        <pc:spChg chg="mod">
          <ac:chgData name="Peethala Rajiv Roy (PED/Hosur/TVSMotor)" userId="e2d9917c-f3dd-4083-a688-e3a90de602c2" providerId="ADAL" clId="{7AECE3AF-5704-4967-BD45-876FBB82BAF3}" dt="2026-08-15T11:11:50.722" v="8580" actId="1076"/>
          <ac:spMkLst>
            <pc:docMk/>
            <pc:sldMk cId="2129779138" sldId="454"/>
            <ac:spMk id="21" creationId="{C5062580-9836-57C9-F06C-8C9199953350}"/>
          </ac:spMkLst>
        </pc:spChg>
        <pc:spChg chg="mod">
          <ac:chgData name="Peethala Rajiv Roy (PED/Hosur/TVSMotor)" userId="e2d9917c-f3dd-4083-a688-e3a90de602c2" providerId="ADAL" clId="{7AECE3AF-5704-4967-BD45-876FBB82BAF3}" dt="2026-08-15T11:10:30.933" v="8566" actId="20577"/>
          <ac:spMkLst>
            <pc:docMk/>
            <pc:sldMk cId="2129779138" sldId="454"/>
            <ac:spMk id="22" creationId="{11CC54C7-C3A7-8ADB-395A-B02F9108AEEB}"/>
          </ac:spMkLst>
        </pc:spChg>
        <pc:picChg chg="add mod">
          <ac:chgData name="Peethala Rajiv Roy (PED/Hosur/TVSMotor)" userId="e2d9917c-f3dd-4083-a688-e3a90de602c2" providerId="ADAL" clId="{7AECE3AF-5704-4967-BD45-876FBB82BAF3}" dt="2026-08-15T11:11:03.446" v="8571" actId="208"/>
          <ac:picMkLst>
            <pc:docMk/>
            <pc:sldMk cId="2129779138" sldId="454"/>
            <ac:picMk id="3" creationId="{83D1DE0E-1FAD-2D3D-CCF7-1E552B82A48A}"/>
          </ac:picMkLst>
        </pc:picChg>
        <pc:picChg chg="del">
          <ac:chgData name="Peethala Rajiv Roy (PED/Hosur/TVSMotor)" userId="e2d9917c-f3dd-4083-a688-e3a90de602c2" providerId="ADAL" clId="{7AECE3AF-5704-4967-BD45-876FBB82BAF3}" dt="2026-08-15T11:10:36.926" v="8567" actId="478"/>
          <ac:picMkLst>
            <pc:docMk/>
            <pc:sldMk cId="2129779138" sldId="454"/>
            <ac:picMk id="6" creationId="{A78C3CD2-B31D-3787-3B66-47F9E128F3D0}"/>
          </ac:picMkLst>
        </pc:picChg>
        <pc:picChg chg="add mod">
          <ac:chgData name="Peethala Rajiv Roy (PED/Hosur/TVSMotor)" userId="e2d9917c-f3dd-4083-a688-e3a90de602c2" providerId="ADAL" clId="{7AECE3AF-5704-4967-BD45-876FBB82BAF3}" dt="2026-08-15T11:11:47.174" v="8579" actId="14100"/>
          <ac:picMkLst>
            <pc:docMk/>
            <pc:sldMk cId="2129779138" sldId="454"/>
            <ac:picMk id="8" creationId="{CAC1A3C1-4BA0-B232-D51F-03722F534137}"/>
          </ac:picMkLst>
        </pc:picChg>
        <pc:picChg chg="del">
          <ac:chgData name="Peethala Rajiv Roy (PED/Hosur/TVSMotor)" userId="e2d9917c-f3dd-4083-a688-e3a90de602c2" providerId="ADAL" clId="{7AECE3AF-5704-4967-BD45-876FBB82BAF3}" dt="2026-08-15T11:11:05.320" v="8572" actId="478"/>
          <ac:picMkLst>
            <pc:docMk/>
            <pc:sldMk cId="2129779138" sldId="454"/>
            <ac:picMk id="9" creationId="{5EAE44CE-CE06-0DAE-2D24-D6C4F25CDD74}"/>
          </ac:picMkLst>
        </pc:picChg>
        <pc:picChg chg="add mod">
          <ac:chgData name="Peethala Rajiv Roy (PED/Hosur/TVSMotor)" userId="e2d9917c-f3dd-4083-a688-e3a90de602c2" providerId="ADAL" clId="{7AECE3AF-5704-4967-BD45-876FBB82BAF3}" dt="2026-08-15T11:13:59.868" v="8602" actId="1076"/>
          <ac:picMkLst>
            <pc:docMk/>
            <pc:sldMk cId="2129779138" sldId="454"/>
            <ac:picMk id="13" creationId="{B1C29D92-56A4-8F1E-7418-B8DA04D773E1}"/>
          </ac:picMkLst>
        </pc:picChg>
        <pc:picChg chg="add mod">
          <ac:chgData name="Peethala Rajiv Roy (PED/Hosur/TVSMotor)" userId="e2d9917c-f3dd-4083-a688-e3a90de602c2" providerId="ADAL" clId="{7AECE3AF-5704-4967-BD45-876FBB82BAF3}" dt="2026-08-15T11:13:55.473" v="8600" actId="1076"/>
          <ac:picMkLst>
            <pc:docMk/>
            <pc:sldMk cId="2129779138" sldId="454"/>
            <ac:picMk id="15" creationId="{F7E39534-0FC9-39C2-99EC-D9669DBC62D6}"/>
          </ac:picMkLst>
        </pc:picChg>
        <pc:cxnChg chg="mod">
          <ac:chgData name="Peethala Rajiv Roy (PED/Hosur/TVSMotor)" userId="e2d9917c-f3dd-4083-a688-e3a90de602c2" providerId="ADAL" clId="{7AECE3AF-5704-4967-BD45-876FBB82BAF3}" dt="2026-08-15T11:11:50.722" v="8580" actId="1076"/>
          <ac:cxnSpMkLst>
            <pc:docMk/>
            <pc:sldMk cId="2129779138" sldId="454"/>
            <ac:cxnSpMk id="18" creationId="{6DC49077-A279-6E1A-EF3E-7D50DF164A5C}"/>
          </ac:cxnSpMkLst>
        </pc:cxnChg>
        <pc:cxnChg chg="mod">
          <ac:chgData name="Peethala Rajiv Roy (PED/Hosur/TVSMotor)" userId="e2d9917c-f3dd-4083-a688-e3a90de602c2" providerId="ADAL" clId="{7AECE3AF-5704-4967-BD45-876FBB82BAF3}" dt="2026-08-15T11:11:50.722" v="8580" actId="1076"/>
          <ac:cxnSpMkLst>
            <pc:docMk/>
            <pc:sldMk cId="2129779138" sldId="454"/>
            <ac:cxnSpMk id="20" creationId="{B52F64EE-E292-1B76-FF51-67AFEA9C638A}"/>
          </ac:cxnSpMkLst>
        </pc:cxnChg>
      </pc:sldChg>
      <pc:sldChg chg="addSp delSp modSp add mod">
        <pc:chgData name="Peethala Rajiv Roy (PED/Hosur/TVSMotor)" userId="e2d9917c-f3dd-4083-a688-e3a90de602c2" providerId="ADAL" clId="{7AECE3AF-5704-4967-BD45-876FBB82BAF3}" dt="2026-08-15T11:19:01.793" v="8652" actId="20577"/>
        <pc:sldMkLst>
          <pc:docMk/>
          <pc:sldMk cId="409195484" sldId="455"/>
        </pc:sldMkLst>
        <pc:spChg chg="mod">
          <ac:chgData name="Peethala Rajiv Roy (PED/Hosur/TVSMotor)" userId="e2d9917c-f3dd-4083-a688-e3a90de602c2" providerId="ADAL" clId="{7AECE3AF-5704-4967-BD45-876FBB82BAF3}" dt="2026-08-15T11:17:32.295" v="8645" actId="1076"/>
          <ac:spMkLst>
            <pc:docMk/>
            <pc:sldMk cId="409195484" sldId="455"/>
            <ac:spMk id="11" creationId="{B034CCC0-3ADF-8B78-9862-96B804E93575}"/>
          </ac:spMkLst>
        </pc:spChg>
        <pc:spChg chg="mod">
          <ac:chgData name="Peethala Rajiv Roy (PED/Hosur/TVSMotor)" userId="e2d9917c-f3dd-4083-a688-e3a90de602c2" providerId="ADAL" clId="{7AECE3AF-5704-4967-BD45-876FBB82BAF3}" dt="2026-08-15T11:17:39.433" v="8646" actId="1076"/>
          <ac:spMkLst>
            <pc:docMk/>
            <pc:sldMk cId="409195484" sldId="455"/>
            <ac:spMk id="19" creationId="{BB3A9D54-F5DD-7B48-6165-4A59E13FF9F8}"/>
          </ac:spMkLst>
        </pc:spChg>
        <pc:spChg chg="mod">
          <ac:chgData name="Peethala Rajiv Roy (PED/Hosur/TVSMotor)" userId="e2d9917c-f3dd-4083-a688-e3a90de602c2" providerId="ADAL" clId="{7AECE3AF-5704-4967-BD45-876FBB82BAF3}" dt="2026-08-15T11:17:39.433" v="8646" actId="1076"/>
          <ac:spMkLst>
            <pc:docMk/>
            <pc:sldMk cId="409195484" sldId="455"/>
            <ac:spMk id="21" creationId="{5E7A1A62-898D-C2E1-F892-12E652DEF503}"/>
          </ac:spMkLst>
        </pc:spChg>
        <pc:spChg chg="mod">
          <ac:chgData name="Peethala Rajiv Roy (PED/Hosur/TVSMotor)" userId="e2d9917c-f3dd-4083-a688-e3a90de602c2" providerId="ADAL" clId="{7AECE3AF-5704-4967-BD45-876FBB82BAF3}" dt="2026-08-15T11:19:01.793" v="8652" actId="20577"/>
          <ac:spMkLst>
            <pc:docMk/>
            <pc:sldMk cId="409195484" sldId="455"/>
            <ac:spMk id="22" creationId="{41797546-394D-A069-BCF5-005FD6F5FF87}"/>
          </ac:spMkLst>
        </pc:spChg>
        <pc:picChg chg="del">
          <ac:chgData name="Peethala Rajiv Roy (PED/Hosur/TVSMotor)" userId="e2d9917c-f3dd-4083-a688-e3a90de602c2" providerId="ADAL" clId="{7AECE3AF-5704-4967-BD45-876FBB82BAF3}" dt="2026-08-15T11:15:14.504" v="8631" actId="478"/>
          <ac:picMkLst>
            <pc:docMk/>
            <pc:sldMk cId="409195484" sldId="455"/>
            <ac:picMk id="3" creationId="{49923189-9A3D-F9E3-FA20-15E3474C3ED1}"/>
          </ac:picMkLst>
        </pc:picChg>
        <pc:picChg chg="add mod">
          <ac:chgData name="Peethala Rajiv Roy (PED/Hosur/TVSMotor)" userId="e2d9917c-f3dd-4083-a688-e3a90de602c2" providerId="ADAL" clId="{7AECE3AF-5704-4967-BD45-876FBB82BAF3}" dt="2026-08-15T11:15:26.595" v="8635" actId="208"/>
          <ac:picMkLst>
            <pc:docMk/>
            <pc:sldMk cId="409195484" sldId="455"/>
            <ac:picMk id="6" creationId="{0BF47688-C3F0-0940-AA2A-70183C1FD8EF}"/>
          </ac:picMkLst>
        </pc:picChg>
        <pc:picChg chg="del">
          <ac:chgData name="Peethala Rajiv Roy (PED/Hosur/TVSMotor)" userId="e2d9917c-f3dd-4083-a688-e3a90de602c2" providerId="ADAL" clId="{7AECE3AF-5704-4967-BD45-876FBB82BAF3}" dt="2026-08-15T11:16:53.236" v="8636" actId="478"/>
          <ac:picMkLst>
            <pc:docMk/>
            <pc:sldMk cId="409195484" sldId="455"/>
            <ac:picMk id="8" creationId="{AB1C7004-70E8-7B64-6C0C-F28D8268A3EF}"/>
          </ac:picMkLst>
        </pc:picChg>
        <pc:picChg chg="add mod">
          <ac:chgData name="Peethala Rajiv Roy (PED/Hosur/TVSMotor)" userId="e2d9917c-f3dd-4083-a688-e3a90de602c2" providerId="ADAL" clId="{7AECE3AF-5704-4967-BD45-876FBB82BAF3}" dt="2026-08-15T11:17:04.384" v="8640" actId="208"/>
          <ac:picMkLst>
            <pc:docMk/>
            <pc:sldMk cId="409195484" sldId="455"/>
            <ac:picMk id="9" creationId="{7DD9E31E-DA97-AED1-0D2D-B595F8C71E16}"/>
          </ac:picMkLst>
        </pc:picChg>
        <pc:picChg chg="add mod">
          <ac:chgData name="Peethala Rajiv Roy (PED/Hosur/TVSMotor)" userId="e2d9917c-f3dd-4083-a688-e3a90de602c2" providerId="ADAL" clId="{7AECE3AF-5704-4967-BD45-876FBB82BAF3}" dt="2026-08-15T11:18:27.955" v="8650" actId="208"/>
          <ac:picMkLst>
            <pc:docMk/>
            <pc:sldMk cId="409195484" sldId="455"/>
            <ac:picMk id="12" creationId="{AFA23E8A-7F1D-A9C6-2D8D-01BBD47F1528}"/>
          </ac:picMkLst>
        </pc:picChg>
        <pc:picChg chg="del">
          <ac:chgData name="Peethala Rajiv Roy (PED/Hosur/TVSMotor)" userId="e2d9917c-f3dd-4083-a688-e3a90de602c2" providerId="ADAL" clId="{7AECE3AF-5704-4967-BD45-876FBB82BAF3}" dt="2026-08-15T11:17:27.067" v="8643" actId="478"/>
          <ac:picMkLst>
            <pc:docMk/>
            <pc:sldMk cId="409195484" sldId="455"/>
            <ac:picMk id="13" creationId="{DBBB5464-E4D7-F8B9-494D-92E9D749CD09}"/>
          </ac:picMkLst>
        </pc:picChg>
        <pc:picChg chg="del mod">
          <ac:chgData name="Peethala Rajiv Roy (PED/Hosur/TVSMotor)" userId="e2d9917c-f3dd-4083-a688-e3a90de602c2" providerId="ADAL" clId="{7AECE3AF-5704-4967-BD45-876FBB82BAF3}" dt="2026-08-15T11:18:21.157" v="8647" actId="478"/>
          <ac:picMkLst>
            <pc:docMk/>
            <pc:sldMk cId="409195484" sldId="455"/>
            <ac:picMk id="15" creationId="{7A63E449-D06A-47C9-7989-27A7BCA923B5}"/>
          </ac:picMkLst>
        </pc:picChg>
        <pc:cxnChg chg="mod">
          <ac:chgData name="Peethala Rajiv Roy (PED/Hosur/TVSMotor)" userId="e2d9917c-f3dd-4083-a688-e3a90de602c2" providerId="ADAL" clId="{7AECE3AF-5704-4967-BD45-876FBB82BAF3}" dt="2026-08-15T11:17:39.433" v="8646" actId="1076"/>
          <ac:cxnSpMkLst>
            <pc:docMk/>
            <pc:sldMk cId="409195484" sldId="455"/>
            <ac:cxnSpMk id="18" creationId="{E8C1A52D-ACBF-4BB7-EFE9-F37BBB5CE0D9}"/>
          </ac:cxnSpMkLst>
        </pc:cxnChg>
        <pc:cxnChg chg="mod">
          <ac:chgData name="Peethala Rajiv Roy (PED/Hosur/TVSMotor)" userId="e2d9917c-f3dd-4083-a688-e3a90de602c2" providerId="ADAL" clId="{7AECE3AF-5704-4967-BD45-876FBB82BAF3}" dt="2026-08-15T11:17:39.433" v="8646" actId="1076"/>
          <ac:cxnSpMkLst>
            <pc:docMk/>
            <pc:sldMk cId="409195484" sldId="455"/>
            <ac:cxnSpMk id="20" creationId="{41930C78-2D3D-2521-E80C-9022E5CC6FDD}"/>
          </ac:cxnSpMkLst>
        </pc:cxnChg>
      </pc:sldChg>
      <pc:sldChg chg="addSp delSp modSp add mod">
        <pc:chgData name="Peethala Rajiv Roy (PED/Hosur/TVSMotor)" userId="e2d9917c-f3dd-4083-a688-e3a90de602c2" providerId="ADAL" clId="{7AECE3AF-5704-4967-BD45-876FBB82BAF3}" dt="2026-08-15T11:22:07.992" v="8669" actId="208"/>
        <pc:sldMkLst>
          <pc:docMk/>
          <pc:sldMk cId="4289733441" sldId="456"/>
        </pc:sldMkLst>
        <pc:spChg chg="mod">
          <ac:chgData name="Peethala Rajiv Roy (PED/Hosur/TVSMotor)" userId="e2d9917c-f3dd-4083-a688-e3a90de602c2" providerId="ADAL" clId="{7AECE3AF-5704-4967-BD45-876FBB82BAF3}" dt="2026-08-15T11:21:27.336" v="8665" actId="1076"/>
          <ac:spMkLst>
            <pc:docMk/>
            <pc:sldMk cId="4289733441" sldId="456"/>
            <ac:spMk id="19" creationId="{E9B9C384-B416-1454-85E8-1F8500376342}"/>
          </ac:spMkLst>
        </pc:spChg>
        <pc:spChg chg="mod">
          <ac:chgData name="Peethala Rajiv Roy (PED/Hosur/TVSMotor)" userId="e2d9917c-f3dd-4083-a688-e3a90de602c2" providerId="ADAL" clId="{7AECE3AF-5704-4967-BD45-876FBB82BAF3}" dt="2026-08-15T11:21:27.336" v="8665" actId="1076"/>
          <ac:spMkLst>
            <pc:docMk/>
            <pc:sldMk cId="4289733441" sldId="456"/>
            <ac:spMk id="21" creationId="{F6E3DFD2-4A56-E457-EB23-A6DDD3486438}"/>
          </ac:spMkLst>
        </pc:spChg>
        <pc:picChg chg="add mod">
          <ac:chgData name="Peethala Rajiv Roy (PED/Hosur/TVSMotor)" userId="e2d9917c-f3dd-4083-a688-e3a90de602c2" providerId="ADAL" clId="{7AECE3AF-5704-4967-BD45-876FBB82BAF3}" dt="2026-08-15T11:20:23.548" v="8659" actId="1076"/>
          <ac:picMkLst>
            <pc:docMk/>
            <pc:sldMk cId="4289733441" sldId="456"/>
            <ac:picMk id="3" creationId="{F5DC8AB1-D9C5-CD35-A760-DB1985723DA2}"/>
          </ac:picMkLst>
        </pc:picChg>
        <pc:picChg chg="del">
          <ac:chgData name="Peethala Rajiv Roy (PED/Hosur/TVSMotor)" userId="e2d9917c-f3dd-4083-a688-e3a90de602c2" providerId="ADAL" clId="{7AECE3AF-5704-4967-BD45-876FBB82BAF3}" dt="2026-08-15T11:20:02.711" v="8654" actId="478"/>
          <ac:picMkLst>
            <pc:docMk/>
            <pc:sldMk cId="4289733441" sldId="456"/>
            <ac:picMk id="6" creationId="{01C23CA9-37D3-DAF9-C88F-764CD338BF16}"/>
          </ac:picMkLst>
        </pc:picChg>
        <pc:picChg chg="add mod">
          <ac:chgData name="Peethala Rajiv Roy (PED/Hosur/TVSMotor)" userId="e2d9917c-f3dd-4083-a688-e3a90de602c2" providerId="ADAL" clId="{7AECE3AF-5704-4967-BD45-876FBB82BAF3}" dt="2026-08-15T11:21:23.458" v="8664" actId="208"/>
          <ac:picMkLst>
            <pc:docMk/>
            <pc:sldMk cId="4289733441" sldId="456"/>
            <ac:picMk id="8" creationId="{8CE0D553-458F-5AA2-F409-FE7AB684C530}"/>
          </ac:picMkLst>
        </pc:picChg>
        <pc:picChg chg="del">
          <ac:chgData name="Peethala Rajiv Roy (PED/Hosur/TVSMotor)" userId="e2d9917c-f3dd-4083-a688-e3a90de602c2" providerId="ADAL" clId="{7AECE3AF-5704-4967-BD45-876FBB82BAF3}" dt="2026-08-15T11:20:26.687" v="8660" actId="478"/>
          <ac:picMkLst>
            <pc:docMk/>
            <pc:sldMk cId="4289733441" sldId="456"/>
            <ac:picMk id="9" creationId="{EF0F4DDD-040A-353D-2417-4ECB898270DA}"/>
          </ac:picMkLst>
        </pc:picChg>
        <pc:picChg chg="del">
          <ac:chgData name="Peethala Rajiv Roy (PED/Hosur/TVSMotor)" userId="e2d9917c-f3dd-4083-a688-e3a90de602c2" providerId="ADAL" clId="{7AECE3AF-5704-4967-BD45-876FBB82BAF3}" dt="2026-08-15T11:21:30.438" v="8666" actId="478"/>
          <ac:picMkLst>
            <pc:docMk/>
            <pc:sldMk cId="4289733441" sldId="456"/>
            <ac:picMk id="12" creationId="{36070088-7E0D-993B-A93B-9CE7CFB1F3B1}"/>
          </ac:picMkLst>
        </pc:picChg>
        <pc:picChg chg="add mod">
          <ac:chgData name="Peethala Rajiv Roy (PED/Hosur/TVSMotor)" userId="e2d9917c-f3dd-4083-a688-e3a90de602c2" providerId="ADAL" clId="{7AECE3AF-5704-4967-BD45-876FBB82BAF3}" dt="2026-08-15T11:22:07.992" v="8669" actId="208"/>
          <ac:picMkLst>
            <pc:docMk/>
            <pc:sldMk cId="4289733441" sldId="456"/>
            <ac:picMk id="13" creationId="{B3E90F2F-F40C-ACC7-E98F-EF07F66CA8F4}"/>
          </ac:picMkLst>
        </pc:picChg>
        <pc:cxnChg chg="mod">
          <ac:chgData name="Peethala Rajiv Roy (PED/Hosur/TVSMotor)" userId="e2d9917c-f3dd-4083-a688-e3a90de602c2" providerId="ADAL" clId="{7AECE3AF-5704-4967-BD45-876FBB82BAF3}" dt="2026-08-15T11:21:27.336" v="8665" actId="1076"/>
          <ac:cxnSpMkLst>
            <pc:docMk/>
            <pc:sldMk cId="4289733441" sldId="456"/>
            <ac:cxnSpMk id="18" creationId="{12C1C688-0437-21A6-25D3-350524707E7B}"/>
          </ac:cxnSpMkLst>
        </pc:cxnChg>
        <pc:cxnChg chg="mod">
          <ac:chgData name="Peethala Rajiv Roy (PED/Hosur/TVSMotor)" userId="e2d9917c-f3dd-4083-a688-e3a90de602c2" providerId="ADAL" clId="{7AECE3AF-5704-4967-BD45-876FBB82BAF3}" dt="2026-08-15T11:21:27.336" v="8665" actId="1076"/>
          <ac:cxnSpMkLst>
            <pc:docMk/>
            <pc:sldMk cId="4289733441" sldId="456"/>
            <ac:cxnSpMk id="20" creationId="{111165E1-93B7-E842-3436-B7A2EEE157F9}"/>
          </ac:cxnSpMkLst>
        </pc:cxnChg>
      </pc:sldChg>
      <pc:sldChg chg="addSp delSp modSp add mod">
        <pc:chgData name="Peethala Rajiv Roy (PED/Hosur/TVSMotor)" userId="e2d9917c-f3dd-4083-a688-e3a90de602c2" providerId="ADAL" clId="{7AECE3AF-5704-4967-BD45-876FBB82BAF3}" dt="2026-08-15T11:26:10.988" v="8685" actId="478"/>
        <pc:sldMkLst>
          <pc:docMk/>
          <pc:sldMk cId="1304803900" sldId="457"/>
        </pc:sldMkLst>
        <pc:spChg chg="del">
          <ac:chgData name="Peethala Rajiv Roy (PED/Hosur/TVSMotor)" userId="e2d9917c-f3dd-4083-a688-e3a90de602c2" providerId="ADAL" clId="{7AECE3AF-5704-4967-BD45-876FBB82BAF3}" dt="2026-08-15T11:26:10.988" v="8685" actId="478"/>
          <ac:spMkLst>
            <pc:docMk/>
            <pc:sldMk cId="1304803900" sldId="457"/>
            <ac:spMk id="11" creationId="{58CA9B31-077F-84B4-D96C-2E084A290E0A}"/>
          </ac:spMkLst>
        </pc:spChg>
        <pc:spChg chg="mod">
          <ac:chgData name="Peethala Rajiv Roy (PED/Hosur/TVSMotor)" userId="e2d9917c-f3dd-4083-a688-e3a90de602c2" providerId="ADAL" clId="{7AECE3AF-5704-4967-BD45-876FBB82BAF3}" dt="2026-08-15T11:25:16.944" v="8683" actId="1076"/>
          <ac:spMkLst>
            <pc:docMk/>
            <pc:sldMk cId="1304803900" sldId="457"/>
            <ac:spMk id="19" creationId="{DD7A3A4B-208F-8744-F54C-F13EAB9BDABA}"/>
          </ac:spMkLst>
        </pc:spChg>
        <pc:spChg chg="mod">
          <ac:chgData name="Peethala Rajiv Roy (PED/Hosur/TVSMotor)" userId="e2d9917c-f3dd-4083-a688-e3a90de602c2" providerId="ADAL" clId="{7AECE3AF-5704-4967-BD45-876FBB82BAF3}" dt="2026-08-15T11:25:16.944" v="8683" actId="1076"/>
          <ac:spMkLst>
            <pc:docMk/>
            <pc:sldMk cId="1304803900" sldId="457"/>
            <ac:spMk id="21" creationId="{963A34E5-6DF6-3811-8F0C-91DC872232A0}"/>
          </ac:spMkLst>
        </pc:spChg>
        <pc:spChg chg="mod">
          <ac:chgData name="Peethala Rajiv Roy (PED/Hosur/TVSMotor)" userId="e2d9917c-f3dd-4083-a688-e3a90de602c2" providerId="ADAL" clId="{7AECE3AF-5704-4967-BD45-876FBB82BAF3}" dt="2026-08-15T11:22:56.861" v="8671"/>
          <ac:spMkLst>
            <pc:docMk/>
            <pc:sldMk cId="1304803900" sldId="457"/>
            <ac:spMk id="22" creationId="{A89FBD4C-60BB-4496-2970-1D7523C1AE8B}"/>
          </ac:spMkLst>
        </pc:spChg>
        <pc:picChg chg="del">
          <ac:chgData name="Peethala Rajiv Roy (PED/Hosur/TVSMotor)" userId="e2d9917c-f3dd-4083-a688-e3a90de602c2" providerId="ADAL" clId="{7AECE3AF-5704-4967-BD45-876FBB82BAF3}" dt="2026-08-15T11:23:07.682" v="8672" actId="478"/>
          <ac:picMkLst>
            <pc:docMk/>
            <pc:sldMk cId="1304803900" sldId="457"/>
            <ac:picMk id="3" creationId="{D0509815-47E1-4280-9551-CCF8DBCB36D6}"/>
          </ac:picMkLst>
        </pc:picChg>
        <pc:picChg chg="add mod">
          <ac:chgData name="Peethala Rajiv Roy (PED/Hosur/TVSMotor)" userId="e2d9917c-f3dd-4083-a688-e3a90de602c2" providerId="ADAL" clId="{7AECE3AF-5704-4967-BD45-876FBB82BAF3}" dt="2026-08-15T11:24:07.196" v="8676" actId="208"/>
          <ac:picMkLst>
            <pc:docMk/>
            <pc:sldMk cId="1304803900" sldId="457"/>
            <ac:picMk id="6" creationId="{9D3D3628-2E60-C681-4C5D-42F1F2DA72ED}"/>
          </ac:picMkLst>
        </pc:picChg>
        <pc:picChg chg="del">
          <ac:chgData name="Peethala Rajiv Roy (PED/Hosur/TVSMotor)" userId="e2d9917c-f3dd-4083-a688-e3a90de602c2" providerId="ADAL" clId="{7AECE3AF-5704-4967-BD45-876FBB82BAF3}" dt="2026-08-15T11:24:10.420" v="8677" actId="478"/>
          <ac:picMkLst>
            <pc:docMk/>
            <pc:sldMk cId="1304803900" sldId="457"/>
            <ac:picMk id="8" creationId="{360BAFA6-FC72-5F88-3D97-42ABDE08963C}"/>
          </ac:picMkLst>
        </pc:picChg>
        <pc:picChg chg="add mod">
          <ac:chgData name="Peethala Rajiv Roy (PED/Hosur/TVSMotor)" userId="e2d9917c-f3dd-4083-a688-e3a90de602c2" providerId="ADAL" clId="{7AECE3AF-5704-4967-BD45-876FBB82BAF3}" dt="2026-08-15T11:25:13.751" v="8682" actId="208"/>
          <ac:picMkLst>
            <pc:docMk/>
            <pc:sldMk cId="1304803900" sldId="457"/>
            <ac:picMk id="9" creationId="{2921CA3F-C7B9-E935-F288-2EF187D96F30}"/>
          </ac:picMkLst>
        </pc:picChg>
        <pc:picChg chg="del">
          <ac:chgData name="Peethala Rajiv Roy (PED/Hosur/TVSMotor)" userId="e2d9917c-f3dd-4083-a688-e3a90de602c2" providerId="ADAL" clId="{7AECE3AF-5704-4967-BD45-876FBB82BAF3}" dt="2026-08-15T11:25:20.367" v="8684" actId="478"/>
          <ac:picMkLst>
            <pc:docMk/>
            <pc:sldMk cId="1304803900" sldId="457"/>
            <ac:picMk id="13" creationId="{CFF34A8A-EE83-72A4-A882-727B0ADDFCB9}"/>
          </ac:picMkLst>
        </pc:picChg>
        <pc:cxnChg chg="mod">
          <ac:chgData name="Peethala Rajiv Roy (PED/Hosur/TVSMotor)" userId="e2d9917c-f3dd-4083-a688-e3a90de602c2" providerId="ADAL" clId="{7AECE3AF-5704-4967-BD45-876FBB82BAF3}" dt="2026-08-15T11:25:16.944" v="8683" actId="1076"/>
          <ac:cxnSpMkLst>
            <pc:docMk/>
            <pc:sldMk cId="1304803900" sldId="457"/>
            <ac:cxnSpMk id="18" creationId="{77BAE293-8B9A-1BFA-8558-D30C96586906}"/>
          </ac:cxnSpMkLst>
        </pc:cxnChg>
        <pc:cxnChg chg="mod">
          <ac:chgData name="Peethala Rajiv Roy (PED/Hosur/TVSMotor)" userId="e2d9917c-f3dd-4083-a688-e3a90de602c2" providerId="ADAL" clId="{7AECE3AF-5704-4967-BD45-876FBB82BAF3}" dt="2026-08-15T11:25:16.944" v="8683" actId="1076"/>
          <ac:cxnSpMkLst>
            <pc:docMk/>
            <pc:sldMk cId="1304803900" sldId="457"/>
            <ac:cxnSpMk id="20" creationId="{144A3A82-6021-27CF-9A06-5DB30B8CF9ED}"/>
          </ac:cxnSpMkLst>
        </pc:cxnChg>
      </pc:sldChg>
      <pc:sldChg chg="addSp delSp modSp add mod">
        <pc:chgData name="Peethala Rajiv Roy (PED/Hosur/TVSMotor)" userId="e2d9917c-f3dd-4083-a688-e3a90de602c2" providerId="ADAL" clId="{7AECE3AF-5704-4967-BD45-876FBB82BAF3}" dt="2026-08-15T11:28:59.903" v="8701" actId="1076"/>
        <pc:sldMkLst>
          <pc:docMk/>
          <pc:sldMk cId="2544516860" sldId="458"/>
        </pc:sldMkLst>
        <pc:spChg chg="mod">
          <ac:chgData name="Peethala Rajiv Roy (PED/Hosur/TVSMotor)" userId="e2d9917c-f3dd-4083-a688-e3a90de602c2" providerId="ADAL" clId="{7AECE3AF-5704-4967-BD45-876FBB82BAF3}" dt="2026-08-15T11:28:59.903" v="8701" actId="1076"/>
          <ac:spMkLst>
            <pc:docMk/>
            <pc:sldMk cId="2544516860" sldId="458"/>
            <ac:spMk id="19" creationId="{27DC999D-E284-06A9-5054-709B14FD6F3F}"/>
          </ac:spMkLst>
        </pc:spChg>
        <pc:spChg chg="mod">
          <ac:chgData name="Peethala Rajiv Roy (PED/Hosur/TVSMotor)" userId="e2d9917c-f3dd-4083-a688-e3a90de602c2" providerId="ADAL" clId="{7AECE3AF-5704-4967-BD45-876FBB82BAF3}" dt="2026-08-15T11:28:59.903" v="8701" actId="1076"/>
          <ac:spMkLst>
            <pc:docMk/>
            <pc:sldMk cId="2544516860" sldId="458"/>
            <ac:spMk id="21" creationId="{FC49FB62-4241-AF41-C47A-82B0E1323857}"/>
          </ac:spMkLst>
        </pc:spChg>
        <pc:spChg chg="mod">
          <ac:chgData name="Peethala Rajiv Roy (PED/Hosur/TVSMotor)" userId="e2d9917c-f3dd-4083-a688-e3a90de602c2" providerId="ADAL" clId="{7AECE3AF-5704-4967-BD45-876FBB82BAF3}" dt="2026-08-15T11:26:38.861" v="8687"/>
          <ac:spMkLst>
            <pc:docMk/>
            <pc:sldMk cId="2544516860" sldId="458"/>
            <ac:spMk id="22" creationId="{8F6C9223-2E57-4330-BA28-2CDEDA45125F}"/>
          </ac:spMkLst>
        </pc:spChg>
        <pc:spChg chg="mod">
          <ac:chgData name="Peethala Rajiv Roy (PED/Hosur/TVSMotor)" userId="e2d9917c-f3dd-4083-a688-e3a90de602c2" providerId="ADAL" clId="{7AECE3AF-5704-4967-BD45-876FBB82BAF3}" dt="2026-08-15T11:27:43.625" v="8695" actId="1076"/>
          <ac:spMkLst>
            <pc:docMk/>
            <pc:sldMk cId="2544516860" sldId="458"/>
            <ac:spMk id="24" creationId="{56E02335-FB9C-F86B-5646-706D00702F9E}"/>
          </ac:spMkLst>
        </pc:spChg>
        <pc:picChg chg="add mod">
          <ac:chgData name="Peethala Rajiv Roy (PED/Hosur/TVSMotor)" userId="e2d9917c-f3dd-4083-a688-e3a90de602c2" providerId="ADAL" clId="{7AECE3AF-5704-4967-BD45-876FBB82BAF3}" dt="2026-08-15T11:27:29.892" v="8692" actId="208"/>
          <ac:picMkLst>
            <pc:docMk/>
            <pc:sldMk cId="2544516860" sldId="458"/>
            <ac:picMk id="3" creationId="{96A1D6CF-B2F1-6607-0E12-0E46076587BB}"/>
          </ac:picMkLst>
        </pc:picChg>
        <pc:picChg chg="del">
          <ac:chgData name="Peethala Rajiv Roy (PED/Hosur/TVSMotor)" userId="e2d9917c-f3dd-4083-a688-e3a90de602c2" providerId="ADAL" clId="{7AECE3AF-5704-4967-BD45-876FBB82BAF3}" dt="2026-08-15T11:26:44.395" v="8688" actId="478"/>
          <ac:picMkLst>
            <pc:docMk/>
            <pc:sldMk cId="2544516860" sldId="458"/>
            <ac:picMk id="6" creationId="{4997D6F5-AEC6-FA8F-75CA-C09B5681B47E}"/>
          </ac:picMkLst>
        </pc:picChg>
        <pc:picChg chg="add mod">
          <ac:chgData name="Peethala Rajiv Roy (PED/Hosur/TVSMotor)" userId="e2d9917c-f3dd-4083-a688-e3a90de602c2" providerId="ADAL" clId="{7AECE3AF-5704-4967-BD45-876FBB82BAF3}" dt="2026-08-15T11:28:52.076" v="8700" actId="208"/>
          <ac:picMkLst>
            <pc:docMk/>
            <pc:sldMk cId="2544516860" sldId="458"/>
            <ac:picMk id="8" creationId="{CF9AA753-FED4-1D26-A084-580C4D315E1B}"/>
          </ac:picMkLst>
        </pc:picChg>
        <pc:picChg chg="del">
          <ac:chgData name="Peethala Rajiv Roy (PED/Hosur/TVSMotor)" userId="e2d9917c-f3dd-4083-a688-e3a90de602c2" providerId="ADAL" clId="{7AECE3AF-5704-4967-BD45-876FBB82BAF3}" dt="2026-08-15T11:27:33.152" v="8693" actId="478"/>
          <ac:picMkLst>
            <pc:docMk/>
            <pc:sldMk cId="2544516860" sldId="458"/>
            <ac:picMk id="9" creationId="{C0BDB4F7-EF93-8C41-06AB-0054FB49EB29}"/>
          </ac:picMkLst>
        </pc:picChg>
        <pc:cxnChg chg="mod">
          <ac:chgData name="Peethala Rajiv Roy (PED/Hosur/TVSMotor)" userId="e2d9917c-f3dd-4083-a688-e3a90de602c2" providerId="ADAL" clId="{7AECE3AF-5704-4967-BD45-876FBB82BAF3}" dt="2026-08-15T11:28:59.903" v="8701" actId="1076"/>
          <ac:cxnSpMkLst>
            <pc:docMk/>
            <pc:sldMk cId="2544516860" sldId="458"/>
            <ac:cxnSpMk id="18" creationId="{0A810F7E-81D4-0C5F-DB89-AD9C9FD8ECD4}"/>
          </ac:cxnSpMkLst>
        </pc:cxnChg>
        <pc:cxnChg chg="mod">
          <ac:chgData name="Peethala Rajiv Roy (PED/Hosur/TVSMotor)" userId="e2d9917c-f3dd-4083-a688-e3a90de602c2" providerId="ADAL" clId="{7AECE3AF-5704-4967-BD45-876FBB82BAF3}" dt="2026-08-15T11:28:59.903" v="8701" actId="1076"/>
          <ac:cxnSpMkLst>
            <pc:docMk/>
            <pc:sldMk cId="2544516860" sldId="458"/>
            <ac:cxnSpMk id="20" creationId="{501956FD-181F-480F-7002-002724DB45A4}"/>
          </ac:cxnSpMkLst>
        </pc:cxnChg>
      </pc:sldChg>
      <pc:sldChg chg="addSp delSp modSp add mod ord">
        <pc:chgData name="Peethala Rajiv Roy (PED/Hosur/TVSMotor)" userId="e2d9917c-f3dd-4083-a688-e3a90de602c2" providerId="ADAL" clId="{7AECE3AF-5704-4967-BD45-876FBB82BAF3}" dt="2026-08-15T11:31:19.580" v="8738" actId="1076"/>
        <pc:sldMkLst>
          <pc:docMk/>
          <pc:sldMk cId="1729868350" sldId="459"/>
        </pc:sldMkLst>
        <pc:spChg chg="mod">
          <ac:chgData name="Peethala Rajiv Roy (PED/Hosur/TVSMotor)" userId="e2d9917c-f3dd-4083-a688-e3a90de602c2" providerId="ADAL" clId="{7AECE3AF-5704-4967-BD45-876FBB82BAF3}" dt="2026-08-15T11:31:12.928" v="8737" actId="1076"/>
          <ac:spMkLst>
            <pc:docMk/>
            <pc:sldMk cId="1729868350" sldId="459"/>
            <ac:spMk id="19" creationId="{77C3538E-7967-44A5-CEBA-1E4810B50136}"/>
          </ac:spMkLst>
        </pc:spChg>
        <pc:spChg chg="mod">
          <ac:chgData name="Peethala Rajiv Roy (PED/Hosur/TVSMotor)" userId="e2d9917c-f3dd-4083-a688-e3a90de602c2" providerId="ADAL" clId="{7AECE3AF-5704-4967-BD45-876FBB82BAF3}" dt="2026-08-15T11:31:19.580" v="8738" actId="1076"/>
          <ac:spMkLst>
            <pc:docMk/>
            <pc:sldMk cId="1729868350" sldId="459"/>
            <ac:spMk id="21" creationId="{6590DB01-1963-2B33-0A91-294657DBD568}"/>
          </ac:spMkLst>
        </pc:spChg>
        <pc:spChg chg="mod">
          <ac:chgData name="Peethala Rajiv Roy (PED/Hosur/TVSMotor)" userId="e2d9917c-f3dd-4083-a688-e3a90de602c2" providerId="ADAL" clId="{7AECE3AF-5704-4967-BD45-876FBB82BAF3}" dt="2026-08-15T11:29:32.407" v="8724" actId="20577"/>
          <ac:spMkLst>
            <pc:docMk/>
            <pc:sldMk cId="1729868350" sldId="459"/>
            <ac:spMk id="22" creationId="{A30CFB06-A741-9E63-B83C-CFD7F0B91D91}"/>
          </ac:spMkLst>
        </pc:spChg>
        <pc:spChg chg="mod">
          <ac:chgData name="Peethala Rajiv Roy (PED/Hosur/TVSMotor)" userId="e2d9917c-f3dd-4083-a688-e3a90de602c2" providerId="ADAL" clId="{7AECE3AF-5704-4967-BD45-876FBB82BAF3}" dt="2026-08-15T11:30:19.867" v="8731" actId="1076"/>
          <ac:spMkLst>
            <pc:docMk/>
            <pc:sldMk cId="1729868350" sldId="459"/>
            <ac:spMk id="24" creationId="{7ADB1B19-D892-FA70-1C7E-06BBB9050879}"/>
          </ac:spMkLst>
        </pc:spChg>
        <pc:picChg chg="add mod">
          <ac:chgData name="Peethala Rajiv Roy (PED/Hosur/TVSMotor)" userId="e2d9917c-f3dd-4083-a688-e3a90de602c2" providerId="ADAL" clId="{7AECE3AF-5704-4967-BD45-876FBB82BAF3}" dt="2026-08-15T11:30:07.267" v="8729" actId="208"/>
          <ac:picMkLst>
            <pc:docMk/>
            <pc:sldMk cId="1729868350" sldId="459"/>
            <ac:picMk id="3" creationId="{CCEAD79A-F535-B0BB-E61B-0D93D02C1097}"/>
          </ac:picMkLst>
        </pc:picChg>
        <pc:picChg chg="del">
          <ac:chgData name="Peethala Rajiv Roy (PED/Hosur/TVSMotor)" userId="e2d9917c-f3dd-4083-a688-e3a90de602c2" providerId="ADAL" clId="{7AECE3AF-5704-4967-BD45-876FBB82BAF3}" dt="2026-08-15T11:29:35.260" v="8725" actId="478"/>
          <ac:picMkLst>
            <pc:docMk/>
            <pc:sldMk cId="1729868350" sldId="459"/>
            <ac:picMk id="6" creationId="{DC6B6F9A-57C4-C24B-C207-C6C007D053E5}"/>
          </ac:picMkLst>
        </pc:picChg>
        <pc:picChg chg="add mod">
          <ac:chgData name="Peethala Rajiv Roy (PED/Hosur/TVSMotor)" userId="e2d9917c-f3dd-4083-a688-e3a90de602c2" providerId="ADAL" clId="{7AECE3AF-5704-4967-BD45-876FBB82BAF3}" dt="2026-08-15T11:31:06.893" v="8736" actId="208"/>
          <ac:picMkLst>
            <pc:docMk/>
            <pc:sldMk cId="1729868350" sldId="459"/>
            <ac:picMk id="8" creationId="{8D35F0C8-C0D3-8DDD-767D-9EC324F53D4C}"/>
          </ac:picMkLst>
        </pc:picChg>
        <pc:picChg chg="del">
          <ac:chgData name="Peethala Rajiv Roy (PED/Hosur/TVSMotor)" userId="e2d9917c-f3dd-4083-a688-e3a90de602c2" providerId="ADAL" clId="{7AECE3AF-5704-4967-BD45-876FBB82BAF3}" dt="2026-08-15T11:30:13.898" v="8730" actId="478"/>
          <ac:picMkLst>
            <pc:docMk/>
            <pc:sldMk cId="1729868350" sldId="459"/>
            <ac:picMk id="9" creationId="{CDEBAA67-CCD8-90F2-8458-6577E7952876}"/>
          </ac:picMkLst>
        </pc:picChg>
        <pc:cxnChg chg="mod">
          <ac:chgData name="Peethala Rajiv Roy (PED/Hosur/TVSMotor)" userId="e2d9917c-f3dd-4083-a688-e3a90de602c2" providerId="ADAL" clId="{7AECE3AF-5704-4967-BD45-876FBB82BAF3}" dt="2026-08-15T11:31:12.928" v="8737" actId="1076"/>
          <ac:cxnSpMkLst>
            <pc:docMk/>
            <pc:sldMk cId="1729868350" sldId="459"/>
            <ac:cxnSpMk id="18" creationId="{CB73A115-6E97-EEF3-79D0-F5A41369078D}"/>
          </ac:cxnSpMkLst>
        </pc:cxnChg>
        <pc:cxnChg chg="mod">
          <ac:chgData name="Peethala Rajiv Roy (PED/Hosur/TVSMotor)" userId="e2d9917c-f3dd-4083-a688-e3a90de602c2" providerId="ADAL" clId="{7AECE3AF-5704-4967-BD45-876FBB82BAF3}" dt="2026-08-15T11:31:19.580" v="8738" actId="1076"/>
          <ac:cxnSpMkLst>
            <pc:docMk/>
            <pc:sldMk cId="1729868350" sldId="459"/>
            <ac:cxnSpMk id="20" creationId="{DF05B908-0E33-BA77-2393-05EA5ED262F7}"/>
          </ac:cxnSpMkLst>
        </pc:cxnChg>
      </pc:sldChg>
      <pc:sldChg chg="addSp delSp modSp add mod">
        <pc:chgData name="Peethala Rajiv Roy (PED/Hosur/TVSMotor)" userId="e2d9917c-f3dd-4083-a688-e3a90de602c2" providerId="ADAL" clId="{7AECE3AF-5704-4967-BD45-876FBB82BAF3}" dt="2026-08-15T11:34:29.946" v="8804" actId="20577"/>
        <pc:sldMkLst>
          <pc:docMk/>
          <pc:sldMk cId="4220868672" sldId="460"/>
        </pc:sldMkLst>
        <pc:spChg chg="mod">
          <ac:chgData name="Peethala Rajiv Roy (PED/Hosur/TVSMotor)" userId="e2d9917c-f3dd-4083-a688-e3a90de602c2" providerId="ADAL" clId="{7AECE3AF-5704-4967-BD45-876FBB82BAF3}" dt="2026-08-15T11:33:31.470" v="8802" actId="1076"/>
          <ac:spMkLst>
            <pc:docMk/>
            <pc:sldMk cId="4220868672" sldId="460"/>
            <ac:spMk id="21" creationId="{32ABE6EA-95E1-15BE-5123-CAD314DD64D6}"/>
          </ac:spMkLst>
        </pc:spChg>
        <pc:spChg chg="mod">
          <ac:chgData name="Peethala Rajiv Roy (PED/Hosur/TVSMotor)" userId="e2d9917c-f3dd-4083-a688-e3a90de602c2" providerId="ADAL" clId="{7AECE3AF-5704-4967-BD45-876FBB82BAF3}" dt="2026-08-15T11:34:29.946" v="8804" actId="20577"/>
          <ac:spMkLst>
            <pc:docMk/>
            <pc:sldMk cId="4220868672" sldId="460"/>
            <ac:spMk id="22" creationId="{C6559AEC-B899-0913-21B1-144222C1B245}"/>
          </ac:spMkLst>
        </pc:spChg>
        <pc:picChg chg="del">
          <ac:chgData name="Peethala Rajiv Roy (PED/Hosur/TVSMotor)" userId="e2d9917c-f3dd-4083-a688-e3a90de602c2" providerId="ADAL" clId="{7AECE3AF-5704-4967-BD45-876FBB82BAF3}" dt="2026-08-15T11:32:14.437" v="8790" actId="478"/>
          <ac:picMkLst>
            <pc:docMk/>
            <pc:sldMk cId="4220868672" sldId="460"/>
            <ac:picMk id="3" creationId="{70281302-041F-2FFF-A6D9-4469832D89EE}"/>
          </ac:picMkLst>
        </pc:picChg>
        <pc:picChg chg="add mod">
          <ac:chgData name="Peethala Rajiv Roy (PED/Hosur/TVSMotor)" userId="e2d9917c-f3dd-4083-a688-e3a90de602c2" providerId="ADAL" clId="{7AECE3AF-5704-4967-BD45-876FBB82BAF3}" dt="2026-08-15T11:32:53.013" v="8796" actId="1076"/>
          <ac:picMkLst>
            <pc:docMk/>
            <pc:sldMk cId="4220868672" sldId="460"/>
            <ac:picMk id="6" creationId="{64923B92-41BD-ED96-B9C7-2F6D17927C1B}"/>
          </ac:picMkLst>
        </pc:picChg>
        <pc:picChg chg="del">
          <ac:chgData name="Peethala Rajiv Roy (PED/Hosur/TVSMotor)" userId="e2d9917c-f3dd-4083-a688-e3a90de602c2" providerId="ADAL" clId="{7AECE3AF-5704-4967-BD45-876FBB82BAF3}" dt="2026-08-15T11:32:56.018" v="8797" actId="478"/>
          <ac:picMkLst>
            <pc:docMk/>
            <pc:sldMk cId="4220868672" sldId="460"/>
            <ac:picMk id="8" creationId="{6EF0BC22-A6B4-1734-B8E3-59DF6D1D604F}"/>
          </ac:picMkLst>
        </pc:picChg>
        <pc:picChg chg="add mod">
          <ac:chgData name="Peethala Rajiv Roy (PED/Hosur/TVSMotor)" userId="e2d9917c-f3dd-4083-a688-e3a90de602c2" providerId="ADAL" clId="{7AECE3AF-5704-4967-BD45-876FBB82BAF3}" dt="2026-08-15T11:33:26.211" v="8801" actId="208"/>
          <ac:picMkLst>
            <pc:docMk/>
            <pc:sldMk cId="4220868672" sldId="460"/>
            <ac:picMk id="9" creationId="{985A364B-C13B-CFD1-4ADF-0898387898FE}"/>
          </ac:picMkLst>
        </pc:picChg>
        <pc:cxnChg chg="mod">
          <ac:chgData name="Peethala Rajiv Roy (PED/Hosur/TVSMotor)" userId="e2d9917c-f3dd-4083-a688-e3a90de602c2" providerId="ADAL" clId="{7AECE3AF-5704-4967-BD45-876FBB82BAF3}" dt="2026-08-15T11:33:31.470" v="8802" actId="1076"/>
          <ac:cxnSpMkLst>
            <pc:docMk/>
            <pc:sldMk cId="4220868672" sldId="460"/>
            <ac:cxnSpMk id="20" creationId="{8A9179BF-8D61-8339-FCA0-E273CC7F0BE4}"/>
          </ac:cxnSpMkLst>
        </pc:cxnChg>
      </pc:sldChg>
      <pc:sldChg chg="addSp delSp modSp add mod">
        <pc:chgData name="Peethala Rajiv Roy (PED/Hosur/TVSMotor)" userId="e2d9917c-f3dd-4083-a688-e3a90de602c2" providerId="ADAL" clId="{7AECE3AF-5704-4967-BD45-876FBB82BAF3}" dt="2026-08-15T11:37:47.179" v="8833" actId="1076"/>
        <pc:sldMkLst>
          <pc:docMk/>
          <pc:sldMk cId="3760949789" sldId="461"/>
        </pc:sldMkLst>
        <pc:spChg chg="add mod">
          <ac:chgData name="Peethala Rajiv Roy (PED/Hosur/TVSMotor)" userId="e2d9917c-f3dd-4083-a688-e3a90de602c2" providerId="ADAL" clId="{7AECE3AF-5704-4967-BD45-876FBB82BAF3}" dt="2026-08-15T11:37:47.179" v="8833" actId="1076"/>
          <ac:spMkLst>
            <pc:docMk/>
            <pc:sldMk cId="3760949789" sldId="461"/>
            <ac:spMk id="13" creationId="{8813400C-04C8-021D-5A7D-A824384F0D2A}"/>
          </ac:spMkLst>
        </pc:spChg>
        <pc:spChg chg="add mod">
          <ac:chgData name="Peethala Rajiv Roy (PED/Hosur/TVSMotor)" userId="e2d9917c-f3dd-4083-a688-e3a90de602c2" providerId="ADAL" clId="{7AECE3AF-5704-4967-BD45-876FBB82BAF3}" dt="2026-08-15T11:37:47.179" v="8833" actId="1076"/>
          <ac:spMkLst>
            <pc:docMk/>
            <pc:sldMk cId="3760949789" sldId="461"/>
            <ac:spMk id="15" creationId="{2296EFC9-C2BB-9C09-295B-2595642CDD95}"/>
          </ac:spMkLst>
        </pc:spChg>
        <pc:spChg chg="mod">
          <ac:chgData name="Peethala Rajiv Roy (PED/Hosur/TVSMotor)" userId="e2d9917c-f3dd-4083-a688-e3a90de602c2" providerId="ADAL" clId="{7AECE3AF-5704-4967-BD45-876FBB82BAF3}" dt="2026-08-15T11:37:47.179" v="8833" actId="1076"/>
          <ac:spMkLst>
            <pc:docMk/>
            <pc:sldMk cId="3760949789" sldId="461"/>
            <ac:spMk id="19" creationId="{1C34DA30-9497-9B39-DAB3-61358DF97FF0}"/>
          </ac:spMkLst>
        </pc:spChg>
        <pc:spChg chg="mod">
          <ac:chgData name="Peethala Rajiv Roy (PED/Hosur/TVSMotor)" userId="e2d9917c-f3dd-4083-a688-e3a90de602c2" providerId="ADAL" clId="{7AECE3AF-5704-4967-BD45-876FBB82BAF3}" dt="2026-08-15T11:37:47.179" v="8833" actId="1076"/>
          <ac:spMkLst>
            <pc:docMk/>
            <pc:sldMk cId="3760949789" sldId="461"/>
            <ac:spMk id="21" creationId="{9CD7283C-AAAE-6E6D-0C75-4079BD0AD040}"/>
          </ac:spMkLst>
        </pc:spChg>
        <pc:spChg chg="mod">
          <ac:chgData name="Peethala Rajiv Roy (PED/Hosur/TVSMotor)" userId="e2d9917c-f3dd-4083-a688-e3a90de602c2" providerId="ADAL" clId="{7AECE3AF-5704-4967-BD45-876FBB82BAF3}" dt="2026-08-15T11:34:59.680" v="8812" actId="20577"/>
          <ac:spMkLst>
            <pc:docMk/>
            <pc:sldMk cId="3760949789" sldId="461"/>
            <ac:spMk id="22" creationId="{CF578669-3F0D-2D74-DE18-190A2CB8333D}"/>
          </ac:spMkLst>
        </pc:spChg>
        <pc:picChg chg="add mod">
          <ac:chgData name="Peethala Rajiv Roy (PED/Hosur/TVSMotor)" userId="e2d9917c-f3dd-4083-a688-e3a90de602c2" providerId="ADAL" clId="{7AECE3AF-5704-4967-BD45-876FBB82BAF3}" dt="2026-08-15T11:35:42.999" v="8818" actId="208"/>
          <ac:picMkLst>
            <pc:docMk/>
            <pc:sldMk cId="3760949789" sldId="461"/>
            <ac:picMk id="3" creationId="{4937B570-CDD8-4678-890D-D5809D07BD43}"/>
          </ac:picMkLst>
        </pc:picChg>
        <pc:picChg chg="del">
          <ac:chgData name="Peethala Rajiv Roy (PED/Hosur/TVSMotor)" userId="e2d9917c-f3dd-4083-a688-e3a90de602c2" providerId="ADAL" clId="{7AECE3AF-5704-4967-BD45-876FBB82BAF3}" dt="2026-08-15T11:35:02.846" v="8813" actId="478"/>
          <ac:picMkLst>
            <pc:docMk/>
            <pc:sldMk cId="3760949789" sldId="461"/>
            <ac:picMk id="6" creationId="{6AE159AB-A9C8-5C9A-E5D7-1A95B04B7545}"/>
          </ac:picMkLst>
        </pc:picChg>
        <pc:picChg chg="add mod">
          <ac:chgData name="Peethala Rajiv Roy (PED/Hosur/TVSMotor)" userId="e2d9917c-f3dd-4083-a688-e3a90de602c2" providerId="ADAL" clId="{7AECE3AF-5704-4967-BD45-876FBB82BAF3}" dt="2026-08-15T11:36:43.239" v="8823" actId="208"/>
          <ac:picMkLst>
            <pc:docMk/>
            <pc:sldMk cId="3760949789" sldId="461"/>
            <ac:picMk id="8" creationId="{E09E64A6-8D3C-0897-29FF-8E398FD6E27B}"/>
          </ac:picMkLst>
        </pc:picChg>
        <pc:picChg chg="del">
          <ac:chgData name="Peethala Rajiv Roy (PED/Hosur/TVSMotor)" userId="e2d9917c-f3dd-4083-a688-e3a90de602c2" providerId="ADAL" clId="{7AECE3AF-5704-4967-BD45-876FBB82BAF3}" dt="2026-08-15T11:35:46.467" v="8819" actId="478"/>
          <ac:picMkLst>
            <pc:docMk/>
            <pc:sldMk cId="3760949789" sldId="461"/>
            <ac:picMk id="9" creationId="{AC7EBABA-6476-ED95-BE1C-A880A8168A20}"/>
          </ac:picMkLst>
        </pc:picChg>
        <pc:picChg chg="add mod">
          <ac:chgData name="Peethala Rajiv Roy (PED/Hosur/TVSMotor)" userId="e2d9917c-f3dd-4083-a688-e3a90de602c2" providerId="ADAL" clId="{7AECE3AF-5704-4967-BD45-876FBB82BAF3}" dt="2026-08-15T11:37:24.568" v="8829" actId="14100"/>
          <ac:picMkLst>
            <pc:docMk/>
            <pc:sldMk cId="3760949789" sldId="461"/>
            <ac:picMk id="11" creationId="{25DC11F9-29FE-0A88-F453-5E27973556E2}"/>
          </ac:picMkLst>
        </pc:picChg>
        <pc:cxnChg chg="add mod">
          <ac:chgData name="Peethala Rajiv Roy (PED/Hosur/TVSMotor)" userId="e2d9917c-f3dd-4083-a688-e3a90de602c2" providerId="ADAL" clId="{7AECE3AF-5704-4967-BD45-876FBB82BAF3}" dt="2026-08-15T11:37:47.179" v="8833" actId="1076"/>
          <ac:cxnSpMkLst>
            <pc:docMk/>
            <pc:sldMk cId="3760949789" sldId="461"/>
            <ac:cxnSpMk id="12" creationId="{3574D1A4-B5C8-DC65-0A0D-724D956E150C}"/>
          </ac:cxnSpMkLst>
        </pc:cxnChg>
        <pc:cxnChg chg="add mod">
          <ac:chgData name="Peethala Rajiv Roy (PED/Hosur/TVSMotor)" userId="e2d9917c-f3dd-4083-a688-e3a90de602c2" providerId="ADAL" clId="{7AECE3AF-5704-4967-BD45-876FBB82BAF3}" dt="2026-08-15T11:37:47.179" v="8833" actId="1076"/>
          <ac:cxnSpMkLst>
            <pc:docMk/>
            <pc:sldMk cId="3760949789" sldId="461"/>
            <ac:cxnSpMk id="14" creationId="{EA08DB47-0011-2755-B13E-D386A925D611}"/>
          </ac:cxnSpMkLst>
        </pc:cxnChg>
        <pc:cxnChg chg="mod">
          <ac:chgData name="Peethala Rajiv Roy (PED/Hosur/TVSMotor)" userId="e2d9917c-f3dd-4083-a688-e3a90de602c2" providerId="ADAL" clId="{7AECE3AF-5704-4967-BD45-876FBB82BAF3}" dt="2026-08-15T11:37:47.179" v="8833" actId="1076"/>
          <ac:cxnSpMkLst>
            <pc:docMk/>
            <pc:sldMk cId="3760949789" sldId="461"/>
            <ac:cxnSpMk id="18" creationId="{0EC38A77-FEA8-EA03-8E31-98D3698CDF37}"/>
          </ac:cxnSpMkLst>
        </pc:cxnChg>
        <pc:cxnChg chg="mod">
          <ac:chgData name="Peethala Rajiv Roy (PED/Hosur/TVSMotor)" userId="e2d9917c-f3dd-4083-a688-e3a90de602c2" providerId="ADAL" clId="{7AECE3AF-5704-4967-BD45-876FBB82BAF3}" dt="2026-08-15T11:37:47.179" v="8833" actId="1076"/>
          <ac:cxnSpMkLst>
            <pc:docMk/>
            <pc:sldMk cId="3760949789" sldId="461"/>
            <ac:cxnSpMk id="20" creationId="{AEE130BC-8566-A770-3605-9EFF9DCEB7C2}"/>
          </ac:cxnSpMkLst>
        </pc:cxnChg>
      </pc:sldChg>
      <pc:sldChg chg="addSp delSp modSp add mod">
        <pc:chgData name="Peethala Rajiv Roy (PED/Hosur/TVSMotor)" userId="e2d9917c-f3dd-4083-a688-e3a90de602c2" providerId="ADAL" clId="{7AECE3AF-5704-4967-BD45-876FBB82BAF3}" dt="2026-08-15T11:40:16.024" v="8865" actId="1076"/>
        <pc:sldMkLst>
          <pc:docMk/>
          <pc:sldMk cId="362365738" sldId="462"/>
        </pc:sldMkLst>
        <pc:spChg chg="del">
          <ac:chgData name="Peethala Rajiv Roy (PED/Hosur/TVSMotor)" userId="e2d9917c-f3dd-4083-a688-e3a90de602c2" providerId="ADAL" clId="{7AECE3AF-5704-4967-BD45-876FBB82BAF3}" dt="2026-08-15T11:38:57.267" v="8857" actId="478"/>
          <ac:spMkLst>
            <pc:docMk/>
            <pc:sldMk cId="362365738" sldId="462"/>
            <ac:spMk id="13" creationId="{242D8664-F491-9976-F5C1-9D85FCF9081F}"/>
          </ac:spMkLst>
        </pc:spChg>
        <pc:spChg chg="del">
          <ac:chgData name="Peethala Rajiv Roy (PED/Hosur/TVSMotor)" userId="e2d9917c-f3dd-4083-a688-e3a90de602c2" providerId="ADAL" clId="{7AECE3AF-5704-4967-BD45-876FBB82BAF3}" dt="2026-08-15T11:38:55.577" v="8856" actId="478"/>
          <ac:spMkLst>
            <pc:docMk/>
            <pc:sldMk cId="362365738" sldId="462"/>
            <ac:spMk id="15" creationId="{AC1EF866-CF65-8EC9-B894-734BBC410B32}"/>
          </ac:spMkLst>
        </pc:spChg>
        <pc:spChg chg="mod">
          <ac:chgData name="Peethala Rajiv Roy (PED/Hosur/TVSMotor)" userId="e2d9917c-f3dd-4083-a688-e3a90de602c2" providerId="ADAL" clId="{7AECE3AF-5704-4967-BD45-876FBB82BAF3}" dt="2026-08-15T11:40:16.024" v="8865" actId="1076"/>
          <ac:spMkLst>
            <pc:docMk/>
            <pc:sldMk cId="362365738" sldId="462"/>
            <ac:spMk id="19" creationId="{5101B7A1-B1E0-93A0-1C6A-4F7E11CC7C68}"/>
          </ac:spMkLst>
        </pc:spChg>
        <pc:spChg chg="mod">
          <ac:chgData name="Peethala Rajiv Roy (PED/Hosur/TVSMotor)" userId="e2d9917c-f3dd-4083-a688-e3a90de602c2" providerId="ADAL" clId="{7AECE3AF-5704-4967-BD45-876FBB82BAF3}" dt="2026-08-15T11:40:16.024" v="8865" actId="1076"/>
          <ac:spMkLst>
            <pc:docMk/>
            <pc:sldMk cId="362365738" sldId="462"/>
            <ac:spMk id="21" creationId="{87ABC432-0EF6-AF2C-C860-58CC8926F52B}"/>
          </ac:spMkLst>
        </pc:spChg>
        <pc:spChg chg="mod">
          <ac:chgData name="Peethala Rajiv Roy (PED/Hosur/TVSMotor)" userId="e2d9917c-f3dd-4083-a688-e3a90de602c2" providerId="ADAL" clId="{7AECE3AF-5704-4967-BD45-876FBB82BAF3}" dt="2026-08-15T11:38:09.944" v="8849" actId="20577"/>
          <ac:spMkLst>
            <pc:docMk/>
            <pc:sldMk cId="362365738" sldId="462"/>
            <ac:spMk id="22" creationId="{C9C5B240-1B47-9C31-3C1B-7B6EBE9EF9A5}"/>
          </ac:spMkLst>
        </pc:spChg>
        <pc:spChg chg="mod">
          <ac:chgData name="Peethala Rajiv Roy (PED/Hosur/TVSMotor)" userId="e2d9917c-f3dd-4083-a688-e3a90de602c2" providerId="ADAL" clId="{7AECE3AF-5704-4967-BD45-876FBB82BAF3}" dt="2026-08-15T11:39:09.049" v="8859" actId="1076"/>
          <ac:spMkLst>
            <pc:docMk/>
            <pc:sldMk cId="362365738" sldId="462"/>
            <ac:spMk id="24" creationId="{5026A3FE-3DD5-757B-0FC4-6959753A1DAD}"/>
          </ac:spMkLst>
        </pc:spChg>
        <pc:picChg chg="del">
          <ac:chgData name="Peethala Rajiv Roy (PED/Hosur/TVSMotor)" userId="e2d9917c-f3dd-4083-a688-e3a90de602c2" providerId="ADAL" clId="{7AECE3AF-5704-4967-BD45-876FBB82BAF3}" dt="2026-08-15T11:38:12.705" v="8850" actId="478"/>
          <ac:picMkLst>
            <pc:docMk/>
            <pc:sldMk cId="362365738" sldId="462"/>
            <ac:picMk id="3" creationId="{C4022AF7-E6D9-C21F-73D5-30B7C91D6E06}"/>
          </ac:picMkLst>
        </pc:picChg>
        <pc:picChg chg="add mod">
          <ac:chgData name="Peethala Rajiv Roy (PED/Hosur/TVSMotor)" userId="e2d9917c-f3dd-4083-a688-e3a90de602c2" providerId="ADAL" clId="{7AECE3AF-5704-4967-BD45-876FBB82BAF3}" dt="2026-08-15T11:38:48.815" v="8854" actId="208"/>
          <ac:picMkLst>
            <pc:docMk/>
            <pc:sldMk cId="362365738" sldId="462"/>
            <ac:picMk id="6" creationId="{792585D9-D7F5-4DB9-38A9-0B1E11682ECB}"/>
          </ac:picMkLst>
        </pc:picChg>
        <pc:picChg chg="del">
          <ac:chgData name="Peethala Rajiv Roy (PED/Hosur/TVSMotor)" userId="e2d9917c-f3dd-4083-a688-e3a90de602c2" providerId="ADAL" clId="{7AECE3AF-5704-4967-BD45-876FBB82BAF3}" dt="2026-08-15T11:38:58.478" v="8858" actId="478"/>
          <ac:picMkLst>
            <pc:docMk/>
            <pc:sldMk cId="362365738" sldId="462"/>
            <ac:picMk id="8" creationId="{C4589A30-39CD-4226-5412-B3C664023AC4}"/>
          </ac:picMkLst>
        </pc:picChg>
        <pc:picChg chg="add mod">
          <ac:chgData name="Peethala Rajiv Roy (PED/Hosur/TVSMotor)" userId="e2d9917c-f3dd-4083-a688-e3a90de602c2" providerId="ADAL" clId="{7AECE3AF-5704-4967-BD45-876FBB82BAF3}" dt="2026-08-15T11:40:08.503" v="8864" actId="208"/>
          <ac:picMkLst>
            <pc:docMk/>
            <pc:sldMk cId="362365738" sldId="462"/>
            <ac:picMk id="9" creationId="{B083A3FE-E77F-5F37-440D-AE806CC43AB0}"/>
          </ac:picMkLst>
        </pc:picChg>
        <pc:picChg chg="del">
          <ac:chgData name="Peethala Rajiv Roy (PED/Hosur/TVSMotor)" userId="e2d9917c-f3dd-4083-a688-e3a90de602c2" providerId="ADAL" clId="{7AECE3AF-5704-4967-BD45-876FBB82BAF3}" dt="2026-08-15T11:38:53.985" v="8855" actId="478"/>
          <ac:picMkLst>
            <pc:docMk/>
            <pc:sldMk cId="362365738" sldId="462"/>
            <ac:picMk id="11" creationId="{E6F9C64D-A3FD-CFFB-7AC3-67BBB48080F2}"/>
          </ac:picMkLst>
        </pc:picChg>
        <pc:cxnChg chg="del">
          <ac:chgData name="Peethala Rajiv Roy (PED/Hosur/TVSMotor)" userId="e2d9917c-f3dd-4083-a688-e3a90de602c2" providerId="ADAL" clId="{7AECE3AF-5704-4967-BD45-876FBB82BAF3}" dt="2026-08-15T11:38:55.577" v="8856" actId="478"/>
          <ac:cxnSpMkLst>
            <pc:docMk/>
            <pc:sldMk cId="362365738" sldId="462"/>
            <ac:cxnSpMk id="12" creationId="{3DF70BD1-5573-006D-72A7-BD741E404246}"/>
          </ac:cxnSpMkLst>
        </pc:cxnChg>
        <pc:cxnChg chg="del">
          <ac:chgData name="Peethala Rajiv Roy (PED/Hosur/TVSMotor)" userId="e2d9917c-f3dd-4083-a688-e3a90de602c2" providerId="ADAL" clId="{7AECE3AF-5704-4967-BD45-876FBB82BAF3}" dt="2026-08-15T11:38:55.577" v="8856" actId="478"/>
          <ac:cxnSpMkLst>
            <pc:docMk/>
            <pc:sldMk cId="362365738" sldId="462"/>
            <ac:cxnSpMk id="14" creationId="{EA152A98-6F48-7524-7B98-304547E7B291}"/>
          </ac:cxnSpMkLst>
        </pc:cxnChg>
        <pc:cxnChg chg="mod">
          <ac:chgData name="Peethala Rajiv Roy (PED/Hosur/TVSMotor)" userId="e2d9917c-f3dd-4083-a688-e3a90de602c2" providerId="ADAL" clId="{7AECE3AF-5704-4967-BD45-876FBB82BAF3}" dt="2026-08-15T11:40:16.024" v="8865" actId="1076"/>
          <ac:cxnSpMkLst>
            <pc:docMk/>
            <pc:sldMk cId="362365738" sldId="462"/>
            <ac:cxnSpMk id="18" creationId="{063CC2D3-99E4-BD98-8347-641B6FA82274}"/>
          </ac:cxnSpMkLst>
        </pc:cxnChg>
        <pc:cxnChg chg="mod">
          <ac:chgData name="Peethala Rajiv Roy (PED/Hosur/TVSMotor)" userId="e2d9917c-f3dd-4083-a688-e3a90de602c2" providerId="ADAL" clId="{7AECE3AF-5704-4967-BD45-876FBB82BAF3}" dt="2026-08-15T11:40:16.024" v="8865" actId="1076"/>
          <ac:cxnSpMkLst>
            <pc:docMk/>
            <pc:sldMk cId="362365738" sldId="462"/>
            <ac:cxnSpMk id="20" creationId="{E0666A22-6DE4-1024-2A67-68319BF7627C}"/>
          </ac:cxnSpMkLst>
        </pc:cxnChg>
      </pc:sldChg>
      <pc:sldChg chg="addSp delSp modSp add mod">
        <pc:chgData name="Peethala Rajiv Roy (PED/Hosur/TVSMotor)" userId="e2d9917c-f3dd-4083-a688-e3a90de602c2" providerId="ADAL" clId="{7AECE3AF-5704-4967-BD45-876FBB82BAF3}" dt="2026-08-15T11:45:09.694" v="8928" actId="1076"/>
        <pc:sldMkLst>
          <pc:docMk/>
          <pc:sldMk cId="1412000712" sldId="463"/>
        </pc:sldMkLst>
        <pc:spChg chg="add del mod">
          <ac:chgData name="Peethala Rajiv Roy (PED/Hosur/TVSMotor)" userId="e2d9917c-f3dd-4083-a688-e3a90de602c2" providerId="ADAL" clId="{7AECE3AF-5704-4967-BD45-876FBB82BAF3}" dt="2026-08-15T11:44:38.216" v="8922" actId="478"/>
          <ac:spMkLst>
            <pc:docMk/>
            <pc:sldMk cId="1412000712" sldId="463"/>
            <ac:spMk id="11" creationId="{7111898D-A857-19D5-1759-A6BBD021DBB8}"/>
          </ac:spMkLst>
        </pc:spChg>
        <pc:spChg chg="mod">
          <ac:chgData name="Peethala Rajiv Roy (PED/Hosur/TVSMotor)" userId="e2d9917c-f3dd-4083-a688-e3a90de602c2" providerId="ADAL" clId="{7AECE3AF-5704-4967-BD45-876FBB82BAF3}" dt="2026-08-15T11:45:03.504" v="8927" actId="1076"/>
          <ac:spMkLst>
            <pc:docMk/>
            <pc:sldMk cId="1412000712" sldId="463"/>
            <ac:spMk id="19" creationId="{BFC6A377-E662-1345-8961-5FA0162B8BDD}"/>
          </ac:spMkLst>
        </pc:spChg>
        <pc:spChg chg="mod">
          <ac:chgData name="Peethala Rajiv Roy (PED/Hosur/TVSMotor)" userId="e2d9917c-f3dd-4083-a688-e3a90de602c2" providerId="ADAL" clId="{7AECE3AF-5704-4967-BD45-876FBB82BAF3}" dt="2026-08-15T11:45:09.694" v="8928" actId="1076"/>
          <ac:spMkLst>
            <pc:docMk/>
            <pc:sldMk cId="1412000712" sldId="463"/>
            <ac:spMk id="21" creationId="{0D48A395-CF74-F7EB-3C21-25E3BD05225C}"/>
          </ac:spMkLst>
        </pc:spChg>
        <pc:spChg chg="mod">
          <ac:chgData name="Peethala Rajiv Roy (PED/Hosur/TVSMotor)" userId="e2d9917c-f3dd-4083-a688-e3a90de602c2" providerId="ADAL" clId="{7AECE3AF-5704-4967-BD45-876FBB82BAF3}" dt="2026-08-15T11:40:58.792" v="8886" actId="6549"/>
          <ac:spMkLst>
            <pc:docMk/>
            <pc:sldMk cId="1412000712" sldId="463"/>
            <ac:spMk id="22" creationId="{6F53933C-1337-A425-9661-4FBDA0D3A13A}"/>
          </ac:spMkLst>
        </pc:spChg>
        <pc:spChg chg="mod">
          <ac:chgData name="Peethala Rajiv Roy (PED/Hosur/TVSMotor)" userId="e2d9917c-f3dd-4083-a688-e3a90de602c2" providerId="ADAL" clId="{7AECE3AF-5704-4967-BD45-876FBB82BAF3}" dt="2026-08-15T11:41:49.413" v="8893" actId="1076"/>
          <ac:spMkLst>
            <pc:docMk/>
            <pc:sldMk cId="1412000712" sldId="463"/>
            <ac:spMk id="24" creationId="{08668F23-D816-E7E3-1C86-41F9C221EB3E}"/>
          </ac:spMkLst>
        </pc:spChg>
        <pc:picChg chg="add mod">
          <ac:chgData name="Peethala Rajiv Roy (PED/Hosur/TVSMotor)" userId="e2d9917c-f3dd-4083-a688-e3a90de602c2" providerId="ADAL" clId="{7AECE3AF-5704-4967-BD45-876FBB82BAF3}" dt="2026-08-15T11:41:44.396" v="8892" actId="1076"/>
          <ac:picMkLst>
            <pc:docMk/>
            <pc:sldMk cId="1412000712" sldId="463"/>
            <ac:picMk id="3" creationId="{1B9014FA-BB12-A24B-9260-93A062756192}"/>
          </ac:picMkLst>
        </pc:picChg>
        <pc:picChg chg="del">
          <ac:chgData name="Peethala Rajiv Roy (PED/Hosur/TVSMotor)" userId="e2d9917c-f3dd-4083-a688-e3a90de602c2" providerId="ADAL" clId="{7AECE3AF-5704-4967-BD45-876FBB82BAF3}" dt="2026-08-15T11:41:01.622" v="8887" actId="478"/>
          <ac:picMkLst>
            <pc:docMk/>
            <pc:sldMk cId="1412000712" sldId="463"/>
            <ac:picMk id="6" creationId="{744E008C-4F76-104B-5497-36A750034CB2}"/>
          </ac:picMkLst>
        </pc:picChg>
        <pc:picChg chg="add mod">
          <ac:chgData name="Peethala Rajiv Roy (PED/Hosur/TVSMotor)" userId="e2d9917c-f3dd-4083-a688-e3a90de602c2" providerId="ADAL" clId="{7AECE3AF-5704-4967-BD45-876FBB82BAF3}" dt="2026-08-15T11:44:58.907" v="8926" actId="14100"/>
          <ac:picMkLst>
            <pc:docMk/>
            <pc:sldMk cId="1412000712" sldId="463"/>
            <ac:picMk id="8" creationId="{879748B7-4699-5E41-ADCB-41D4467F8672}"/>
          </ac:picMkLst>
        </pc:picChg>
        <pc:picChg chg="del">
          <ac:chgData name="Peethala Rajiv Roy (PED/Hosur/TVSMotor)" userId="e2d9917c-f3dd-4083-a688-e3a90de602c2" providerId="ADAL" clId="{7AECE3AF-5704-4967-BD45-876FBB82BAF3}" dt="2026-08-15T11:41:50.779" v="8894" actId="478"/>
          <ac:picMkLst>
            <pc:docMk/>
            <pc:sldMk cId="1412000712" sldId="463"/>
            <ac:picMk id="9" creationId="{0E7A4126-3D11-21AD-8ED4-FC7C5B4FA875}"/>
          </ac:picMkLst>
        </pc:picChg>
        <pc:cxnChg chg="mod">
          <ac:chgData name="Peethala Rajiv Roy (PED/Hosur/TVSMotor)" userId="e2d9917c-f3dd-4083-a688-e3a90de602c2" providerId="ADAL" clId="{7AECE3AF-5704-4967-BD45-876FBB82BAF3}" dt="2026-08-15T11:45:03.504" v="8927" actId="1076"/>
          <ac:cxnSpMkLst>
            <pc:docMk/>
            <pc:sldMk cId="1412000712" sldId="463"/>
            <ac:cxnSpMk id="18" creationId="{FB6F1557-4F9C-4D28-5752-8E49F4EFCCF8}"/>
          </ac:cxnSpMkLst>
        </pc:cxnChg>
        <pc:cxnChg chg="mod">
          <ac:chgData name="Peethala Rajiv Roy (PED/Hosur/TVSMotor)" userId="e2d9917c-f3dd-4083-a688-e3a90de602c2" providerId="ADAL" clId="{7AECE3AF-5704-4967-BD45-876FBB82BAF3}" dt="2026-08-15T11:45:09.694" v="8928" actId="1076"/>
          <ac:cxnSpMkLst>
            <pc:docMk/>
            <pc:sldMk cId="1412000712" sldId="463"/>
            <ac:cxnSpMk id="20" creationId="{B79CFEA6-1500-E438-B22B-3BA283AD5B84}"/>
          </ac:cxnSpMkLst>
        </pc:cxnChg>
      </pc:sldChg>
      <pc:sldChg chg="addSp delSp modSp add mod">
        <pc:chgData name="Peethala Rajiv Roy (PED/Hosur/TVSMotor)" userId="e2d9917c-f3dd-4083-a688-e3a90de602c2" providerId="ADAL" clId="{7AECE3AF-5704-4967-BD45-876FBB82BAF3}" dt="2026-08-15T11:47:26.828" v="8952" actId="1076"/>
        <pc:sldMkLst>
          <pc:docMk/>
          <pc:sldMk cId="3882519371" sldId="464"/>
        </pc:sldMkLst>
        <pc:spChg chg="mod">
          <ac:chgData name="Peethala Rajiv Roy (PED/Hosur/TVSMotor)" userId="e2d9917c-f3dd-4083-a688-e3a90de602c2" providerId="ADAL" clId="{7AECE3AF-5704-4967-BD45-876FBB82BAF3}" dt="2026-08-15T11:47:18.670" v="8951" actId="1076"/>
          <ac:spMkLst>
            <pc:docMk/>
            <pc:sldMk cId="3882519371" sldId="464"/>
            <ac:spMk id="19" creationId="{7A79C62C-18C9-A7CF-6EB0-5AFBC7722FF8}"/>
          </ac:spMkLst>
        </pc:spChg>
        <pc:spChg chg="mod">
          <ac:chgData name="Peethala Rajiv Roy (PED/Hosur/TVSMotor)" userId="e2d9917c-f3dd-4083-a688-e3a90de602c2" providerId="ADAL" clId="{7AECE3AF-5704-4967-BD45-876FBB82BAF3}" dt="2026-08-15T11:47:26.828" v="8952" actId="1076"/>
          <ac:spMkLst>
            <pc:docMk/>
            <pc:sldMk cId="3882519371" sldId="464"/>
            <ac:spMk id="21" creationId="{4DFEE331-89E0-3B1C-00DF-E25311326878}"/>
          </ac:spMkLst>
        </pc:spChg>
        <pc:spChg chg="mod">
          <ac:chgData name="Peethala Rajiv Roy (PED/Hosur/TVSMotor)" userId="e2d9917c-f3dd-4083-a688-e3a90de602c2" providerId="ADAL" clId="{7AECE3AF-5704-4967-BD45-876FBB82BAF3}" dt="2026-08-15T11:45:36.213" v="8937" actId="20577"/>
          <ac:spMkLst>
            <pc:docMk/>
            <pc:sldMk cId="3882519371" sldId="464"/>
            <ac:spMk id="22" creationId="{67E7B640-247D-23CE-AA5B-A787FF8D8C2D}"/>
          </ac:spMkLst>
        </pc:spChg>
        <pc:picChg chg="del">
          <ac:chgData name="Peethala Rajiv Roy (PED/Hosur/TVSMotor)" userId="e2d9917c-f3dd-4083-a688-e3a90de602c2" providerId="ADAL" clId="{7AECE3AF-5704-4967-BD45-876FBB82BAF3}" dt="2026-08-15T11:45:39.324" v="8938" actId="478"/>
          <ac:picMkLst>
            <pc:docMk/>
            <pc:sldMk cId="3882519371" sldId="464"/>
            <ac:picMk id="3" creationId="{C7434B93-7944-E16E-9475-BBCE38F73674}"/>
          </ac:picMkLst>
        </pc:picChg>
        <pc:picChg chg="add mod">
          <ac:chgData name="Peethala Rajiv Roy (PED/Hosur/TVSMotor)" userId="e2d9917c-f3dd-4083-a688-e3a90de602c2" providerId="ADAL" clId="{7AECE3AF-5704-4967-BD45-876FBB82BAF3}" dt="2026-08-15T11:46:11.949" v="8942" actId="208"/>
          <ac:picMkLst>
            <pc:docMk/>
            <pc:sldMk cId="3882519371" sldId="464"/>
            <ac:picMk id="6" creationId="{65F8E350-943D-8BAE-D096-D7957783A4A5}"/>
          </ac:picMkLst>
        </pc:picChg>
        <pc:picChg chg="del mod">
          <ac:chgData name="Peethala Rajiv Roy (PED/Hosur/TVSMotor)" userId="e2d9917c-f3dd-4083-a688-e3a90de602c2" providerId="ADAL" clId="{7AECE3AF-5704-4967-BD45-876FBB82BAF3}" dt="2026-08-15T11:46:14.287" v="8944" actId="478"/>
          <ac:picMkLst>
            <pc:docMk/>
            <pc:sldMk cId="3882519371" sldId="464"/>
            <ac:picMk id="8" creationId="{6A88FBD7-E30B-1C9F-D5ED-734F3953D1AA}"/>
          </ac:picMkLst>
        </pc:picChg>
        <pc:picChg chg="add mod">
          <ac:chgData name="Peethala Rajiv Roy (PED/Hosur/TVSMotor)" userId="e2d9917c-f3dd-4083-a688-e3a90de602c2" providerId="ADAL" clId="{7AECE3AF-5704-4967-BD45-876FBB82BAF3}" dt="2026-08-15T11:47:05.828" v="8948" actId="208"/>
          <ac:picMkLst>
            <pc:docMk/>
            <pc:sldMk cId="3882519371" sldId="464"/>
            <ac:picMk id="9" creationId="{41C8BD82-A3BE-3D12-A5C0-8E3D56BD27F0}"/>
          </ac:picMkLst>
        </pc:picChg>
        <pc:cxnChg chg="mod">
          <ac:chgData name="Peethala Rajiv Roy (PED/Hosur/TVSMotor)" userId="e2d9917c-f3dd-4083-a688-e3a90de602c2" providerId="ADAL" clId="{7AECE3AF-5704-4967-BD45-876FBB82BAF3}" dt="2026-08-15T11:47:18.670" v="8951" actId="1076"/>
          <ac:cxnSpMkLst>
            <pc:docMk/>
            <pc:sldMk cId="3882519371" sldId="464"/>
            <ac:cxnSpMk id="18" creationId="{AB6E75F2-9FAA-A832-21C6-FBDF634F9D49}"/>
          </ac:cxnSpMkLst>
        </pc:cxnChg>
        <pc:cxnChg chg="mod">
          <ac:chgData name="Peethala Rajiv Roy (PED/Hosur/TVSMotor)" userId="e2d9917c-f3dd-4083-a688-e3a90de602c2" providerId="ADAL" clId="{7AECE3AF-5704-4967-BD45-876FBB82BAF3}" dt="2026-08-15T11:47:26.828" v="8952" actId="1076"/>
          <ac:cxnSpMkLst>
            <pc:docMk/>
            <pc:sldMk cId="3882519371" sldId="464"/>
            <ac:cxnSpMk id="20" creationId="{157E3FBD-826E-DDE5-D1E5-A06C80605DC7}"/>
          </ac:cxnSpMkLst>
        </pc:cxnChg>
      </pc:sldChg>
      <pc:sldChg chg="addSp delSp modSp add mod">
        <pc:chgData name="Peethala Rajiv Roy (PED/Hosur/TVSMotor)" userId="e2d9917c-f3dd-4083-a688-e3a90de602c2" providerId="ADAL" clId="{7AECE3AF-5704-4967-BD45-876FBB82BAF3}" dt="2026-08-15T11:49:48.918" v="8989" actId="1076"/>
        <pc:sldMkLst>
          <pc:docMk/>
          <pc:sldMk cId="2965623422" sldId="465"/>
        </pc:sldMkLst>
        <pc:spChg chg="mod">
          <ac:chgData name="Peethala Rajiv Roy (PED/Hosur/TVSMotor)" userId="e2d9917c-f3dd-4083-a688-e3a90de602c2" providerId="ADAL" clId="{7AECE3AF-5704-4967-BD45-876FBB82BAF3}" dt="2026-08-15T11:49:42.917" v="8988" actId="1076"/>
          <ac:spMkLst>
            <pc:docMk/>
            <pc:sldMk cId="2965623422" sldId="465"/>
            <ac:spMk id="19" creationId="{11E6D370-9497-D7AE-281A-08812E161C6D}"/>
          </ac:spMkLst>
        </pc:spChg>
        <pc:spChg chg="mod">
          <ac:chgData name="Peethala Rajiv Roy (PED/Hosur/TVSMotor)" userId="e2d9917c-f3dd-4083-a688-e3a90de602c2" providerId="ADAL" clId="{7AECE3AF-5704-4967-BD45-876FBB82BAF3}" dt="2026-08-15T11:49:48.918" v="8989" actId="1076"/>
          <ac:spMkLst>
            <pc:docMk/>
            <pc:sldMk cId="2965623422" sldId="465"/>
            <ac:spMk id="21" creationId="{B06A57BF-0468-3E38-8103-835BD09518DE}"/>
          </ac:spMkLst>
        </pc:spChg>
        <pc:spChg chg="mod">
          <ac:chgData name="Peethala Rajiv Roy (PED/Hosur/TVSMotor)" userId="e2d9917c-f3dd-4083-a688-e3a90de602c2" providerId="ADAL" clId="{7AECE3AF-5704-4967-BD45-876FBB82BAF3}" dt="2026-08-15T11:47:46.288" v="8977" actId="20577"/>
          <ac:spMkLst>
            <pc:docMk/>
            <pc:sldMk cId="2965623422" sldId="465"/>
            <ac:spMk id="22" creationId="{3833FB28-CF4F-2322-3DDE-8915E38DA4A5}"/>
          </ac:spMkLst>
        </pc:spChg>
        <pc:picChg chg="add mod">
          <ac:chgData name="Peethala Rajiv Roy (PED/Hosur/TVSMotor)" userId="e2d9917c-f3dd-4083-a688-e3a90de602c2" providerId="ADAL" clId="{7AECE3AF-5704-4967-BD45-876FBB82BAF3}" dt="2026-08-15T11:48:29.384" v="8982" actId="208"/>
          <ac:picMkLst>
            <pc:docMk/>
            <pc:sldMk cId="2965623422" sldId="465"/>
            <ac:picMk id="3" creationId="{1C1D47B5-13F9-DBE5-E7E8-02C918F772DA}"/>
          </ac:picMkLst>
        </pc:picChg>
        <pc:picChg chg="del">
          <ac:chgData name="Peethala Rajiv Roy (PED/Hosur/TVSMotor)" userId="e2d9917c-f3dd-4083-a688-e3a90de602c2" providerId="ADAL" clId="{7AECE3AF-5704-4967-BD45-876FBB82BAF3}" dt="2026-08-15T11:47:59.510" v="8978" actId="478"/>
          <ac:picMkLst>
            <pc:docMk/>
            <pc:sldMk cId="2965623422" sldId="465"/>
            <ac:picMk id="6" creationId="{2457AD93-6007-BB92-8A72-EF847B2DE15F}"/>
          </ac:picMkLst>
        </pc:picChg>
        <pc:picChg chg="add mod">
          <ac:chgData name="Peethala Rajiv Roy (PED/Hosur/TVSMotor)" userId="e2d9917c-f3dd-4083-a688-e3a90de602c2" providerId="ADAL" clId="{7AECE3AF-5704-4967-BD45-876FBB82BAF3}" dt="2026-08-15T11:49:36.343" v="8987" actId="208"/>
          <ac:picMkLst>
            <pc:docMk/>
            <pc:sldMk cId="2965623422" sldId="465"/>
            <ac:picMk id="8" creationId="{B20D26DE-FE53-8E08-4F1D-9D94D018E596}"/>
          </ac:picMkLst>
        </pc:picChg>
        <pc:picChg chg="del">
          <ac:chgData name="Peethala Rajiv Roy (PED/Hosur/TVSMotor)" userId="e2d9917c-f3dd-4083-a688-e3a90de602c2" providerId="ADAL" clId="{7AECE3AF-5704-4967-BD45-876FBB82BAF3}" dt="2026-08-15T11:48:38.920" v="8983" actId="478"/>
          <ac:picMkLst>
            <pc:docMk/>
            <pc:sldMk cId="2965623422" sldId="465"/>
            <ac:picMk id="9" creationId="{B6F27FF1-DA41-EEF6-FFEF-EFBAA980C999}"/>
          </ac:picMkLst>
        </pc:picChg>
        <pc:cxnChg chg="mod">
          <ac:chgData name="Peethala Rajiv Roy (PED/Hosur/TVSMotor)" userId="e2d9917c-f3dd-4083-a688-e3a90de602c2" providerId="ADAL" clId="{7AECE3AF-5704-4967-BD45-876FBB82BAF3}" dt="2026-08-15T11:49:42.917" v="8988" actId="1076"/>
          <ac:cxnSpMkLst>
            <pc:docMk/>
            <pc:sldMk cId="2965623422" sldId="465"/>
            <ac:cxnSpMk id="18" creationId="{BB3CA5C6-3515-5408-CB3F-C12E7664FB11}"/>
          </ac:cxnSpMkLst>
        </pc:cxnChg>
        <pc:cxnChg chg="mod">
          <ac:chgData name="Peethala Rajiv Roy (PED/Hosur/TVSMotor)" userId="e2d9917c-f3dd-4083-a688-e3a90de602c2" providerId="ADAL" clId="{7AECE3AF-5704-4967-BD45-876FBB82BAF3}" dt="2026-08-15T11:49:48.918" v="8989" actId="1076"/>
          <ac:cxnSpMkLst>
            <pc:docMk/>
            <pc:sldMk cId="2965623422" sldId="465"/>
            <ac:cxnSpMk id="20" creationId="{AB07E1B9-8BE9-1C72-4B7F-019173943858}"/>
          </ac:cxnSpMkLst>
        </pc:cxnChg>
      </pc:sldChg>
      <pc:sldChg chg="addSp delSp modSp add mod">
        <pc:chgData name="Peethala Rajiv Roy (PED/Hosur/TVSMotor)" userId="e2d9917c-f3dd-4083-a688-e3a90de602c2" providerId="ADAL" clId="{7AECE3AF-5704-4967-BD45-876FBB82BAF3}" dt="2026-08-15T11:52:17.061" v="9033" actId="1076"/>
        <pc:sldMkLst>
          <pc:docMk/>
          <pc:sldMk cId="2474576433" sldId="466"/>
        </pc:sldMkLst>
        <pc:spChg chg="mod">
          <ac:chgData name="Peethala Rajiv Roy (PED/Hosur/TVSMotor)" userId="e2d9917c-f3dd-4083-a688-e3a90de602c2" providerId="ADAL" clId="{7AECE3AF-5704-4967-BD45-876FBB82BAF3}" dt="2026-08-15T11:52:11.504" v="9032" actId="1076"/>
          <ac:spMkLst>
            <pc:docMk/>
            <pc:sldMk cId="2474576433" sldId="466"/>
            <ac:spMk id="19" creationId="{ADD072AD-189D-F07E-6917-D50F31632F0D}"/>
          </ac:spMkLst>
        </pc:spChg>
        <pc:spChg chg="mod">
          <ac:chgData name="Peethala Rajiv Roy (PED/Hosur/TVSMotor)" userId="e2d9917c-f3dd-4083-a688-e3a90de602c2" providerId="ADAL" clId="{7AECE3AF-5704-4967-BD45-876FBB82BAF3}" dt="2026-08-15T11:52:17.061" v="9033" actId="1076"/>
          <ac:spMkLst>
            <pc:docMk/>
            <pc:sldMk cId="2474576433" sldId="466"/>
            <ac:spMk id="21" creationId="{2185EA85-F520-C647-3FD5-CD5B5771FAB0}"/>
          </ac:spMkLst>
        </pc:spChg>
        <pc:spChg chg="mod">
          <ac:chgData name="Peethala Rajiv Roy (PED/Hosur/TVSMotor)" userId="e2d9917c-f3dd-4083-a688-e3a90de602c2" providerId="ADAL" clId="{7AECE3AF-5704-4967-BD45-876FBB82BAF3}" dt="2026-08-15T11:50:12.339" v="9018" actId="20577"/>
          <ac:spMkLst>
            <pc:docMk/>
            <pc:sldMk cId="2474576433" sldId="466"/>
            <ac:spMk id="22" creationId="{688ECF40-A190-FA35-B45E-94A550ADE2A6}"/>
          </ac:spMkLst>
        </pc:spChg>
        <pc:spChg chg="mod">
          <ac:chgData name="Peethala Rajiv Roy (PED/Hosur/TVSMotor)" userId="e2d9917c-f3dd-4083-a688-e3a90de602c2" providerId="ADAL" clId="{7AECE3AF-5704-4967-BD45-876FBB82BAF3}" dt="2026-08-15T11:51:04.969" v="9026" actId="1076"/>
          <ac:spMkLst>
            <pc:docMk/>
            <pc:sldMk cId="2474576433" sldId="466"/>
            <ac:spMk id="24" creationId="{52D0D221-1377-6C6B-C749-46BBAFA71265}"/>
          </ac:spMkLst>
        </pc:spChg>
        <pc:picChg chg="del">
          <ac:chgData name="Peethala Rajiv Roy (PED/Hosur/TVSMotor)" userId="e2d9917c-f3dd-4083-a688-e3a90de602c2" providerId="ADAL" clId="{7AECE3AF-5704-4967-BD45-876FBB82BAF3}" dt="2026-08-15T11:50:16.064" v="9019" actId="478"/>
          <ac:picMkLst>
            <pc:docMk/>
            <pc:sldMk cId="2474576433" sldId="466"/>
            <ac:picMk id="3" creationId="{4E594CC6-6110-B111-F9B7-8301BB3CD65E}"/>
          </ac:picMkLst>
        </pc:picChg>
        <pc:picChg chg="add mod">
          <ac:chgData name="Peethala Rajiv Roy (PED/Hosur/TVSMotor)" userId="e2d9917c-f3dd-4083-a688-e3a90de602c2" providerId="ADAL" clId="{7AECE3AF-5704-4967-BD45-876FBB82BAF3}" dt="2026-08-15T11:50:58.610" v="9024" actId="208"/>
          <ac:picMkLst>
            <pc:docMk/>
            <pc:sldMk cId="2474576433" sldId="466"/>
            <ac:picMk id="6" creationId="{91EF9C2C-7FB7-C954-FA93-6EF5E8FB0112}"/>
          </ac:picMkLst>
        </pc:picChg>
        <pc:picChg chg="del">
          <ac:chgData name="Peethala Rajiv Roy (PED/Hosur/TVSMotor)" userId="e2d9917c-f3dd-4083-a688-e3a90de602c2" providerId="ADAL" clId="{7AECE3AF-5704-4967-BD45-876FBB82BAF3}" dt="2026-08-15T11:51:01.253" v="9025" actId="478"/>
          <ac:picMkLst>
            <pc:docMk/>
            <pc:sldMk cId="2474576433" sldId="466"/>
            <ac:picMk id="8" creationId="{A8B0E1BB-9475-C489-5DBF-B6932010BB25}"/>
          </ac:picMkLst>
        </pc:picChg>
        <pc:picChg chg="add mod">
          <ac:chgData name="Peethala Rajiv Roy (PED/Hosur/TVSMotor)" userId="e2d9917c-f3dd-4083-a688-e3a90de602c2" providerId="ADAL" clId="{7AECE3AF-5704-4967-BD45-876FBB82BAF3}" dt="2026-08-15T11:52:07.271" v="9031" actId="208"/>
          <ac:picMkLst>
            <pc:docMk/>
            <pc:sldMk cId="2474576433" sldId="466"/>
            <ac:picMk id="9" creationId="{16FB625F-F544-D720-A6CE-EBE5D8C3A39B}"/>
          </ac:picMkLst>
        </pc:picChg>
        <pc:cxnChg chg="mod">
          <ac:chgData name="Peethala Rajiv Roy (PED/Hosur/TVSMotor)" userId="e2d9917c-f3dd-4083-a688-e3a90de602c2" providerId="ADAL" clId="{7AECE3AF-5704-4967-BD45-876FBB82BAF3}" dt="2026-08-15T11:52:11.504" v="9032" actId="1076"/>
          <ac:cxnSpMkLst>
            <pc:docMk/>
            <pc:sldMk cId="2474576433" sldId="466"/>
            <ac:cxnSpMk id="18" creationId="{43A4AC6A-74ED-5DF6-9F5D-5674DC2052C0}"/>
          </ac:cxnSpMkLst>
        </pc:cxnChg>
        <pc:cxnChg chg="mod">
          <ac:chgData name="Peethala Rajiv Roy (PED/Hosur/TVSMotor)" userId="e2d9917c-f3dd-4083-a688-e3a90de602c2" providerId="ADAL" clId="{7AECE3AF-5704-4967-BD45-876FBB82BAF3}" dt="2026-08-15T11:52:17.061" v="9033" actId="1076"/>
          <ac:cxnSpMkLst>
            <pc:docMk/>
            <pc:sldMk cId="2474576433" sldId="466"/>
            <ac:cxnSpMk id="20" creationId="{01983099-DFC9-73D2-FAFB-7FA46429C343}"/>
          </ac:cxnSpMkLst>
        </pc:cxnChg>
      </pc:sldChg>
      <pc:sldChg chg="addSp delSp modSp add mod">
        <pc:chgData name="Peethala Rajiv Roy (PED/Hosur/TVSMotor)" userId="e2d9917c-f3dd-4083-a688-e3a90de602c2" providerId="ADAL" clId="{7AECE3AF-5704-4967-BD45-876FBB82BAF3}" dt="2026-08-15T11:56:04.048" v="9124" actId="208"/>
        <pc:sldMkLst>
          <pc:docMk/>
          <pc:sldMk cId="1629034360" sldId="467"/>
        </pc:sldMkLst>
        <pc:spChg chg="add mod">
          <ac:chgData name="Peethala Rajiv Roy (PED/Hosur/TVSMotor)" userId="e2d9917c-f3dd-4083-a688-e3a90de602c2" providerId="ADAL" clId="{7AECE3AF-5704-4967-BD45-876FBB82BAF3}" dt="2026-08-15T11:55:09.226" v="9121" actId="14100"/>
          <ac:spMkLst>
            <pc:docMk/>
            <pc:sldMk cId="1629034360" sldId="467"/>
            <ac:spMk id="11" creationId="{232F0430-8AA3-4EF9-F11D-20453731CDD2}"/>
          </ac:spMkLst>
        </pc:spChg>
        <pc:spChg chg="mod">
          <ac:chgData name="Peethala Rajiv Roy (PED/Hosur/TVSMotor)" userId="e2d9917c-f3dd-4083-a688-e3a90de602c2" providerId="ADAL" clId="{7AECE3AF-5704-4967-BD45-876FBB82BAF3}" dt="2026-08-15T11:54:36.800" v="9096" actId="1076"/>
          <ac:spMkLst>
            <pc:docMk/>
            <pc:sldMk cId="1629034360" sldId="467"/>
            <ac:spMk id="19" creationId="{561F77BD-E7CC-7646-FFA5-C9D358332DDB}"/>
          </ac:spMkLst>
        </pc:spChg>
        <pc:spChg chg="mod">
          <ac:chgData name="Peethala Rajiv Roy (PED/Hosur/TVSMotor)" userId="e2d9917c-f3dd-4083-a688-e3a90de602c2" providerId="ADAL" clId="{7AECE3AF-5704-4967-BD45-876FBB82BAF3}" dt="2026-08-15T11:54:42.996" v="9097" actId="1076"/>
          <ac:spMkLst>
            <pc:docMk/>
            <pc:sldMk cId="1629034360" sldId="467"/>
            <ac:spMk id="21" creationId="{C08EA3CE-6E7C-80C4-65BD-0E98EF87BFDC}"/>
          </ac:spMkLst>
        </pc:spChg>
        <pc:spChg chg="mod">
          <ac:chgData name="Peethala Rajiv Roy (PED/Hosur/TVSMotor)" userId="e2d9917c-f3dd-4083-a688-e3a90de602c2" providerId="ADAL" clId="{7AECE3AF-5704-4967-BD45-876FBB82BAF3}" dt="2026-08-15T11:52:52.740" v="9084" actId="20577"/>
          <ac:spMkLst>
            <pc:docMk/>
            <pc:sldMk cId="1629034360" sldId="467"/>
            <ac:spMk id="22" creationId="{20D81DB4-EEFA-34B0-2418-FD7F2CF7308E}"/>
          </ac:spMkLst>
        </pc:spChg>
        <pc:spChg chg="mod">
          <ac:chgData name="Peethala Rajiv Roy (PED/Hosur/TVSMotor)" userId="e2d9917c-f3dd-4083-a688-e3a90de602c2" providerId="ADAL" clId="{7AECE3AF-5704-4967-BD45-876FBB82BAF3}" dt="2026-08-15T11:54:02.175" v="9090" actId="1076"/>
          <ac:spMkLst>
            <pc:docMk/>
            <pc:sldMk cId="1629034360" sldId="467"/>
            <ac:spMk id="24" creationId="{FE81E59F-78C3-4282-A500-8270005730B7}"/>
          </ac:spMkLst>
        </pc:spChg>
        <pc:picChg chg="add mod">
          <ac:chgData name="Peethala Rajiv Roy (PED/Hosur/TVSMotor)" userId="e2d9917c-f3dd-4083-a688-e3a90de602c2" providerId="ADAL" clId="{7AECE3AF-5704-4967-BD45-876FBB82BAF3}" dt="2026-08-15T11:53:57.573" v="9089" actId="208"/>
          <ac:picMkLst>
            <pc:docMk/>
            <pc:sldMk cId="1629034360" sldId="467"/>
            <ac:picMk id="3" creationId="{6264CF69-6252-01DD-C5D3-62C712DD7C78}"/>
          </ac:picMkLst>
        </pc:picChg>
        <pc:picChg chg="del">
          <ac:chgData name="Peethala Rajiv Roy (PED/Hosur/TVSMotor)" userId="e2d9917c-f3dd-4083-a688-e3a90de602c2" providerId="ADAL" clId="{7AECE3AF-5704-4967-BD45-876FBB82BAF3}" dt="2026-08-15T11:53:02.765" v="9085" actId="478"/>
          <ac:picMkLst>
            <pc:docMk/>
            <pc:sldMk cId="1629034360" sldId="467"/>
            <ac:picMk id="6" creationId="{A41809F2-62DD-12FB-1DD3-CCBA07D1714E}"/>
          </ac:picMkLst>
        </pc:picChg>
        <pc:picChg chg="add mod">
          <ac:chgData name="Peethala Rajiv Roy (PED/Hosur/TVSMotor)" userId="e2d9917c-f3dd-4083-a688-e3a90de602c2" providerId="ADAL" clId="{7AECE3AF-5704-4967-BD45-876FBB82BAF3}" dt="2026-08-15T11:54:32.018" v="9095" actId="208"/>
          <ac:picMkLst>
            <pc:docMk/>
            <pc:sldMk cId="1629034360" sldId="467"/>
            <ac:picMk id="8" creationId="{C6F8DDE1-8056-28C6-0455-43C300F01FAB}"/>
          </ac:picMkLst>
        </pc:picChg>
        <pc:picChg chg="del">
          <ac:chgData name="Peethala Rajiv Roy (PED/Hosur/TVSMotor)" userId="e2d9917c-f3dd-4083-a688-e3a90de602c2" providerId="ADAL" clId="{7AECE3AF-5704-4967-BD45-876FBB82BAF3}" dt="2026-08-15T11:54:03.717" v="9091" actId="478"/>
          <ac:picMkLst>
            <pc:docMk/>
            <pc:sldMk cId="1629034360" sldId="467"/>
            <ac:picMk id="9" creationId="{C257A755-3051-286B-8ED6-26D16C1C1185}"/>
          </ac:picMkLst>
        </pc:picChg>
        <pc:picChg chg="add mod">
          <ac:chgData name="Peethala Rajiv Roy (PED/Hosur/TVSMotor)" userId="e2d9917c-f3dd-4083-a688-e3a90de602c2" providerId="ADAL" clId="{7AECE3AF-5704-4967-BD45-876FBB82BAF3}" dt="2026-08-15T11:56:04.048" v="9124" actId="208"/>
          <ac:picMkLst>
            <pc:docMk/>
            <pc:sldMk cId="1629034360" sldId="467"/>
            <ac:picMk id="13" creationId="{F2CDBC5C-2CA3-F464-05A6-A203479C2A70}"/>
          </ac:picMkLst>
        </pc:picChg>
        <pc:cxnChg chg="mod">
          <ac:chgData name="Peethala Rajiv Roy (PED/Hosur/TVSMotor)" userId="e2d9917c-f3dd-4083-a688-e3a90de602c2" providerId="ADAL" clId="{7AECE3AF-5704-4967-BD45-876FBB82BAF3}" dt="2026-08-15T11:54:36.800" v="9096" actId="1076"/>
          <ac:cxnSpMkLst>
            <pc:docMk/>
            <pc:sldMk cId="1629034360" sldId="467"/>
            <ac:cxnSpMk id="18" creationId="{A6C4B307-866A-A643-7B7A-4FE6C91B3425}"/>
          </ac:cxnSpMkLst>
        </pc:cxnChg>
        <pc:cxnChg chg="mod">
          <ac:chgData name="Peethala Rajiv Roy (PED/Hosur/TVSMotor)" userId="e2d9917c-f3dd-4083-a688-e3a90de602c2" providerId="ADAL" clId="{7AECE3AF-5704-4967-BD45-876FBB82BAF3}" dt="2026-08-15T11:54:42.996" v="9097" actId="1076"/>
          <ac:cxnSpMkLst>
            <pc:docMk/>
            <pc:sldMk cId="1629034360" sldId="467"/>
            <ac:cxnSpMk id="20" creationId="{B4BBF21B-31E7-41EA-8F0F-C742C7C81063}"/>
          </ac:cxnSpMkLst>
        </pc:cxnChg>
      </pc:sldChg>
      <pc:sldChg chg="addSp delSp modSp add mod">
        <pc:chgData name="Peethala Rajiv Roy (PED/Hosur/TVSMotor)" userId="e2d9917c-f3dd-4083-a688-e3a90de602c2" providerId="ADAL" clId="{7AECE3AF-5704-4967-BD45-876FBB82BAF3}" dt="2026-08-15T12:03:39.097" v="9161" actId="313"/>
        <pc:sldMkLst>
          <pc:docMk/>
          <pc:sldMk cId="2013718440" sldId="468"/>
        </pc:sldMkLst>
        <pc:spChg chg="mod">
          <ac:chgData name="Peethala Rajiv Roy (PED/Hosur/TVSMotor)" userId="e2d9917c-f3dd-4083-a688-e3a90de602c2" providerId="ADAL" clId="{7AECE3AF-5704-4967-BD45-876FBB82BAF3}" dt="2026-08-15T12:03:23.716" v="9158" actId="1076"/>
          <ac:spMkLst>
            <pc:docMk/>
            <pc:sldMk cId="2013718440" sldId="468"/>
            <ac:spMk id="11" creationId="{920C4EAB-C8FD-83F9-5174-6CDF8BE7C9B9}"/>
          </ac:spMkLst>
        </pc:spChg>
        <pc:spChg chg="mod">
          <ac:chgData name="Peethala Rajiv Roy (PED/Hosur/TVSMotor)" userId="e2d9917c-f3dd-4083-a688-e3a90de602c2" providerId="ADAL" clId="{7AECE3AF-5704-4967-BD45-876FBB82BAF3}" dt="2026-08-15T12:03:12.171" v="9157" actId="1076"/>
          <ac:spMkLst>
            <pc:docMk/>
            <pc:sldMk cId="2013718440" sldId="468"/>
            <ac:spMk id="19" creationId="{A7E5EE6C-E857-9B89-259B-8401B0E0712E}"/>
          </ac:spMkLst>
        </pc:spChg>
        <pc:spChg chg="mod">
          <ac:chgData name="Peethala Rajiv Roy (PED/Hosur/TVSMotor)" userId="e2d9917c-f3dd-4083-a688-e3a90de602c2" providerId="ADAL" clId="{7AECE3AF-5704-4967-BD45-876FBB82BAF3}" dt="2026-08-15T12:03:12.171" v="9157" actId="1076"/>
          <ac:spMkLst>
            <pc:docMk/>
            <pc:sldMk cId="2013718440" sldId="468"/>
            <ac:spMk id="21" creationId="{54A67EC3-FFFE-FE31-C4DB-CCE70F962D5C}"/>
          </ac:spMkLst>
        </pc:spChg>
        <pc:spChg chg="mod">
          <ac:chgData name="Peethala Rajiv Roy (PED/Hosur/TVSMotor)" userId="e2d9917c-f3dd-4083-a688-e3a90de602c2" providerId="ADAL" clId="{7AECE3AF-5704-4967-BD45-876FBB82BAF3}" dt="2026-08-15T12:03:39.097" v="9161" actId="313"/>
          <ac:spMkLst>
            <pc:docMk/>
            <pc:sldMk cId="2013718440" sldId="468"/>
            <ac:spMk id="22" creationId="{CB645B38-65D5-A013-A429-AD0CA944BD94}"/>
          </ac:spMkLst>
        </pc:spChg>
        <pc:spChg chg="mod">
          <ac:chgData name="Peethala Rajiv Roy (PED/Hosur/TVSMotor)" userId="e2d9917c-f3dd-4083-a688-e3a90de602c2" providerId="ADAL" clId="{7AECE3AF-5704-4967-BD45-876FBB82BAF3}" dt="2026-08-15T12:03:04.872" v="9155" actId="1076"/>
          <ac:spMkLst>
            <pc:docMk/>
            <pc:sldMk cId="2013718440" sldId="468"/>
            <ac:spMk id="24" creationId="{F52F9BD6-125B-8F94-9202-413CDAE4A6FC}"/>
          </ac:spMkLst>
        </pc:spChg>
        <pc:picChg chg="del">
          <ac:chgData name="Peethala Rajiv Roy (PED/Hosur/TVSMotor)" userId="e2d9917c-f3dd-4083-a688-e3a90de602c2" providerId="ADAL" clId="{7AECE3AF-5704-4967-BD45-876FBB82BAF3}" dt="2026-08-15T11:58:16.761" v="9127" actId="478"/>
          <ac:picMkLst>
            <pc:docMk/>
            <pc:sldMk cId="2013718440" sldId="468"/>
            <ac:picMk id="3" creationId="{456CAEF3-68DC-0E12-D54E-A4C26C6ABBC3}"/>
          </ac:picMkLst>
        </pc:picChg>
        <pc:picChg chg="add del mod">
          <ac:chgData name="Peethala Rajiv Roy (PED/Hosur/TVSMotor)" userId="e2d9917c-f3dd-4083-a688-e3a90de602c2" providerId="ADAL" clId="{7AECE3AF-5704-4967-BD45-876FBB82BAF3}" dt="2026-08-15T12:02:25.267" v="9149" actId="478"/>
          <ac:picMkLst>
            <pc:docMk/>
            <pc:sldMk cId="2013718440" sldId="468"/>
            <ac:picMk id="6" creationId="{80451F2F-6FC7-E636-AB19-25949EB1BB0D}"/>
          </ac:picMkLst>
        </pc:picChg>
        <pc:picChg chg="del">
          <ac:chgData name="Peethala Rajiv Roy (PED/Hosur/TVSMotor)" userId="e2d9917c-f3dd-4083-a688-e3a90de602c2" providerId="ADAL" clId="{7AECE3AF-5704-4967-BD45-876FBB82BAF3}" dt="2026-08-15T11:59:42.812" v="9134" actId="478"/>
          <ac:picMkLst>
            <pc:docMk/>
            <pc:sldMk cId="2013718440" sldId="468"/>
            <ac:picMk id="8" creationId="{60E475FB-7228-25B3-86BA-E578509C719E}"/>
          </ac:picMkLst>
        </pc:picChg>
        <pc:picChg chg="add mod">
          <ac:chgData name="Peethala Rajiv Roy (PED/Hosur/TVSMotor)" userId="e2d9917c-f3dd-4083-a688-e3a90de602c2" providerId="ADAL" clId="{7AECE3AF-5704-4967-BD45-876FBB82BAF3}" dt="2026-08-15T12:03:07.756" v="9156" actId="1076"/>
          <ac:picMkLst>
            <pc:docMk/>
            <pc:sldMk cId="2013718440" sldId="468"/>
            <ac:picMk id="9" creationId="{483D78AD-E2D6-C4CE-A96E-95177EFD3F36}"/>
          </ac:picMkLst>
        </pc:picChg>
        <pc:picChg chg="add mod">
          <ac:chgData name="Peethala Rajiv Roy (PED/Hosur/TVSMotor)" userId="e2d9917c-f3dd-4083-a688-e3a90de602c2" providerId="ADAL" clId="{7AECE3AF-5704-4967-BD45-876FBB82BAF3}" dt="2026-08-15T12:03:29.503" v="9160" actId="208"/>
          <ac:picMkLst>
            <pc:docMk/>
            <pc:sldMk cId="2013718440" sldId="468"/>
            <ac:picMk id="12" creationId="{F8D2B8A8-3DEA-5ADB-8BC9-8D9BF8DD13C2}"/>
          </ac:picMkLst>
        </pc:picChg>
        <pc:picChg chg="del">
          <ac:chgData name="Peethala Rajiv Roy (PED/Hosur/TVSMotor)" userId="e2d9917c-f3dd-4083-a688-e3a90de602c2" providerId="ADAL" clId="{7AECE3AF-5704-4967-BD45-876FBB82BAF3}" dt="2026-08-15T11:59:50.478" v="9136" actId="478"/>
          <ac:picMkLst>
            <pc:docMk/>
            <pc:sldMk cId="2013718440" sldId="468"/>
            <ac:picMk id="13" creationId="{3AD10D60-91F0-2BDA-C6A2-98F1A88346A6}"/>
          </ac:picMkLst>
        </pc:picChg>
        <pc:picChg chg="add mod">
          <ac:chgData name="Peethala Rajiv Roy (PED/Hosur/TVSMotor)" userId="e2d9917c-f3dd-4083-a688-e3a90de602c2" providerId="ADAL" clId="{7AECE3AF-5704-4967-BD45-876FBB82BAF3}" dt="2026-08-15T12:03:00.602" v="9154" actId="208"/>
          <ac:picMkLst>
            <pc:docMk/>
            <pc:sldMk cId="2013718440" sldId="468"/>
            <ac:picMk id="15" creationId="{D1D026ED-FB66-6748-98EF-0F5CFA673848}"/>
          </ac:picMkLst>
        </pc:picChg>
        <pc:cxnChg chg="mod">
          <ac:chgData name="Peethala Rajiv Roy (PED/Hosur/TVSMotor)" userId="e2d9917c-f3dd-4083-a688-e3a90de602c2" providerId="ADAL" clId="{7AECE3AF-5704-4967-BD45-876FBB82BAF3}" dt="2026-08-15T12:03:12.171" v="9157" actId="1076"/>
          <ac:cxnSpMkLst>
            <pc:docMk/>
            <pc:sldMk cId="2013718440" sldId="468"/>
            <ac:cxnSpMk id="18" creationId="{7FCE424C-BEA2-B171-C36A-CE6B2D7964B9}"/>
          </ac:cxnSpMkLst>
        </pc:cxnChg>
        <pc:cxnChg chg="mod">
          <ac:chgData name="Peethala Rajiv Roy (PED/Hosur/TVSMotor)" userId="e2d9917c-f3dd-4083-a688-e3a90de602c2" providerId="ADAL" clId="{7AECE3AF-5704-4967-BD45-876FBB82BAF3}" dt="2026-08-15T12:03:12.171" v="9157" actId="1076"/>
          <ac:cxnSpMkLst>
            <pc:docMk/>
            <pc:sldMk cId="2013718440" sldId="468"/>
            <ac:cxnSpMk id="20" creationId="{B7917FF4-50BE-E49E-1023-14E9127226CC}"/>
          </ac:cxnSpMkLst>
        </pc:cxnChg>
      </pc:sldChg>
      <pc:sldChg chg="addSp delSp modSp add mod">
        <pc:chgData name="Peethala Rajiv Roy (PED/Hosur/TVSMotor)" userId="e2d9917c-f3dd-4083-a688-e3a90de602c2" providerId="ADAL" clId="{7AECE3AF-5704-4967-BD45-876FBB82BAF3}" dt="2026-08-15T12:06:15.012" v="9224" actId="478"/>
        <pc:sldMkLst>
          <pc:docMk/>
          <pc:sldMk cId="2136671102" sldId="469"/>
        </pc:sldMkLst>
        <pc:spChg chg="del">
          <ac:chgData name="Peethala Rajiv Roy (PED/Hosur/TVSMotor)" userId="e2d9917c-f3dd-4083-a688-e3a90de602c2" providerId="ADAL" clId="{7AECE3AF-5704-4967-BD45-876FBB82BAF3}" dt="2026-08-15T12:06:15.012" v="9224" actId="478"/>
          <ac:spMkLst>
            <pc:docMk/>
            <pc:sldMk cId="2136671102" sldId="469"/>
            <ac:spMk id="11" creationId="{F5F2157B-520A-9EA2-81C9-3B081832029A}"/>
          </ac:spMkLst>
        </pc:spChg>
        <pc:spChg chg="mod">
          <ac:chgData name="Peethala Rajiv Roy (PED/Hosur/TVSMotor)" userId="e2d9917c-f3dd-4083-a688-e3a90de602c2" providerId="ADAL" clId="{7AECE3AF-5704-4967-BD45-876FBB82BAF3}" dt="2026-08-15T12:05:46.310" v="9222" actId="1076"/>
          <ac:spMkLst>
            <pc:docMk/>
            <pc:sldMk cId="2136671102" sldId="469"/>
            <ac:spMk id="19" creationId="{208A4AD4-9567-C677-75F4-3AA36AA63C32}"/>
          </ac:spMkLst>
        </pc:spChg>
        <pc:spChg chg="mod">
          <ac:chgData name="Peethala Rajiv Roy (PED/Hosur/TVSMotor)" userId="e2d9917c-f3dd-4083-a688-e3a90de602c2" providerId="ADAL" clId="{7AECE3AF-5704-4967-BD45-876FBB82BAF3}" dt="2026-08-15T12:05:46.310" v="9222" actId="1076"/>
          <ac:spMkLst>
            <pc:docMk/>
            <pc:sldMk cId="2136671102" sldId="469"/>
            <ac:spMk id="21" creationId="{BCCEB8F5-8D8A-E688-462D-9405C7E767D6}"/>
          </ac:spMkLst>
        </pc:spChg>
        <pc:spChg chg="mod">
          <ac:chgData name="Peethala Rajiv Roy (PED/Hosur/TVSMotor)" userId="e2d9917c-f3dd-4083-a688-e3a90de602c2" providerId="ADAL" clId="{7AECE3AF-5704-4967-BD45-876FBB82BAF3}" dt="2026-08-15T12:04:31.395" v="9211" actId="20577"/>
          <ac:spMkLst>
            <pc:docMk/>
            <pc:sldMk cId="2136671102" sldId="469"/>
            <ac:spMk id="22" creationId="{674F7F4B-83AC-9634-393E-D65E5C2336F2}"/>
          </ac:spMkLst>
        </pc:spChg>
        <pc:picChg chg="add mod">
          <ac:chgData name="Peethala Rajiv Roy (PED/Hosur/TVSMotor)" userId="e2d9917c-f3dd-4083-a688-e3a90de602c2" providerId="ADAL" clId="{7AECE3AF-5704-4967-BD45-876FBB82BAF3}" dt="2026-08-15T12:05:09.839" v="9216" actId="208"/>
          <ac:picMkLst>
            <pc:docMk/>
            <pc:sldMk cId="2136671102" sldId="469"/>
            <ac:picMk id="3" creationId="{3AA3319C-5B96-CEBA-69E5-236ABDFA248C}"/>
          </ac:picMkLst>
        </pc:picChg>
        <pc:picChg chg="add mod">
          <ac:chgData name="Peethala Rajiv Roy (PED/Hosur/TVSMotor)" userId="e2d9917c-f3dd-4083-a688-e3a90de602c2" providerId="ADAL" clId="{7AECE3AF-5704-4967-BD45-876FBB82BAF3}" dt="2026-08-15T12:05:40.060" v="9221" actId="208"/>
          <ac:picMkLst>
            <pc:docMk/>
            <pc:sldMk cId="2136671102" sldId="469"/>
            <ac:picMk id="7" creationId="{ABCEAE64-A83A-1992-495C-7A6877FA0BA2}"/>
          </ac:picMkLst>
        </pc:picChg>
        <pc:picChg chg="del">
          <ac:chgData name="Peethala Rajiv Roy (PED/Hosur/TVSMotor)" userId="e2d9917c-f3dd-4083-a688-e3a90de602c2" providerId="ADAL" clId="{7AECE3AF-5704-4967-BD45-876FBB82BAF3}" dt="2026-08-15T12:05:13.132" v="9217" actId="478"/>
          <ac:picMkLst>
            <pc:docMk/>
            <pc:sldMk cId="2136671102" sldId="469"/>
            <ac:picMk id="9" creationId="{8ACF4FDB-7CF8-AF7B-D9CA-A385413FA3AD}"/>
          </ac:picMkLst>
        </pc:picChg>
        <pc:picChg chg="del">
          <ac:chgData name="Peethala Rajiv Roy (PED/Hosur/TVSMotor)" userId="e2d9917c-f3dd-4083-a688-e3a90de602c2" providerId="ADAL" clId="{7AECE3AF-5704-4967-BD45-876FBB82BAF3}" dt="2026-08-15T12:06:13.339" v="9223" actId="478"/>
          <ac:picMkLst>
            <pc:docMk/>
            <pc:sldMk cId="2136671102" sldId="469"/>
            <ac:picMk id="12" creationId="{1C1270A6-8125-5CBA-A112-5599A6706CD7}"/>
          </ac:picMkLst>
        </pc:picChg>
        <pc:picChg chg="del">
          <ac:chgData name="Peethala Rajiv Roy (PED/Hosur/TVSMotor)" userId="e2d9917c-f3dd-4083-a688-e3a90de602c2" providerId="ADAL" clId="{7AECE3AF-5704-4967-BD45-876FBB82BAF3}" dt="2026-08-15T12:04:34.192" v="9212" actId="478"/>
          <ac:picMkLst>
            <pc:docMk/>
            <pc:sldMk cId="2136671102" sldId="469"/>
            <ac:picMk id="15" creationId="{702D0F3B-0535-8B6A-0557-6F4A1A5955CA}"/>
          </ac:picMkLst>
        </pc:picChg>
        <pc:cxnChg chg="mod">
          <ac:chgData name="Peethala Rajiv Roy (PED/Hosur/TVSMotor)" userId="e2d9917c-f3dd-4083-a688-e3a90de602c2" providerId="ADAL" clId="{7AECE3AF-5704-4967-BD45-876FBB82BAF3}" dt="2026-08-15T12:05:46.310" v="9222" actId="1076"/>
          <ac:cxnSpMkLst>
            <pc:docMk/>
            <pc:sldMk cId="2136671102" sldId="469"/>
            <ac:cxnSpMk id="18" creationId="{ECC8E615-304D-3555-C37C-E71BCF40FC40}"/>
          </ac:cxnSpMkLst>
        </pc:cxnChg>
        <pc:cxnChg chg="mod">
          <ac:chgData name="Peethala Rajiv Roy (PED/Hosur/TVSMotor)" userId="e2d9917c-f3dd-4083-a688-e3a90de602c2" providerId="ADAL" clId="{7AECE3AF-5704-4967-BD45-876FBB82BAF3}" dt="2026-08-15T12:05:46.310" v="9222" actId="1076"/>
          <ac:cxnSpMkLst>
            <pc:docMk/>
            <pc:sldMk cId="2136671102" sldId="469"/>
            <ac:cxnSpMk id="20" creationId="{D0BA4EBA-88B5-D8C0-1854-4741110363EF}"/>
          </ac:cxnSpMkLst>
        </pc:cxnChg>
      </pc:sldChg>
      <pc:sldChg chg="addSp delSp modSp add mod">
        <pc:chgData name="Peethala Rajiv Roy (PED/Hosur/TVSMotor)" userId="e2d9917c-f3dd-4083-a688-e3a90de602c2" providerId="ADAL" clId="{7AECE3AF-5704-4967-BD45-876FBB82BAF3}" dt="2026-08-15T12:08:17.471" v="9273" actId="1076"/>
        <pc:sldMkLst>
          <pc:docMk/>
          <pc:sldMk cId="420184870" sldId="470"/>
        </pc:sldMkLst>
        <pc:spChg chg="mod">
          <ac:chgData name="Peethala Rajiv Roy (PED/Hosur/TVSMotor)" userId="e2d9917c-f3dd-4083-a688-e3a90de602c2" providerId="ADAL" clId="{7AECE3AF-5704-4967-BD45-876FBB82BAF3}" dt="2026-08-15T12:08:17.471" v="9273" actId="1076"/>
          <ac:spMkLst>
            <pc:docMk/>
            <pc:sldMk cId="420184870" sldId="470"/>
            <ac:spMk id="19" creationId="{0F95AF28-E895-C7FC-5970-BCDFF3D70460}"/>
          </ac:spMkLst>
        </pc:spChg>
        <pc:spChg chg="mod">
          <ac:chgData name="Peethala Rajiv Roy (PED/Hosur/TVSMotor)" userId="e2d9917c-f3dd-4083-a688-e3a90de602c2" providerId="ADAL" clId="{7AECE3AF-5704-4967-BD45-876FBB82BAF3}" dt="2026-08-15T12:08:17.471" v="9273" actId="1076"/>
          <ac:spMkLst>
            <pc:docMk/>
            <pc:sldMk cId="420184870" sldId="470"/>
            <ac:spMk id="21" creationId="{8E369D22-E109-7ACC-AA9D-0E480F778AA8}"/>
          </ac:spMkLst>
        </pc:spChg>
        <pc:spChg chg="mod">
          <ac:chgData name="Peethala Rajiv Roy (PED/Hosur/TVSMotor)" userId="e2d9917c-f3dd-4083-a688-e3a90de602c2" providerId="ADAL" clId="{7AECE3AF-5704-4967-BD45-876FBB82BAF3}" dt="2026-08-15T12:06:59.640" v="9261" actId="20577"/>
          <ac:spMkLst>
            <pc:docMk/>
            <pc:sldMk cId="420184870" sldId="470"/>
            <ac:spMk id="22" creationId="{B4F4E536-BE2A-A402-D32F-8E7F689FCC63}"/>
          </ac:spMkLst>
        </pc:spChg>
        <pc:picChg chg="del">
          <ac:chgData name="Peethala Rajiv Roy (PED/Hosur/TVSMotor)" userId="e2d9917c-f3dd-4083-a688-e3a90de602c2" providerId="ADAL" clId="{7AECE3AF-5704-4967-BD45-876FBB82BAF3}" dt="2026-08-15T12:07:03.421" v="9262" actId="478"/>
          <ac:picMkLst>
            <pc:docMk/>
            <pc:sldMk cId="420184870" sldId="470"/>
            <ac:picMk id="3" creationId="{29EEC831-AE6D-B357-09AA-AF842A6BC9E9}"/>
          </ac:picMkLst>
        </pc:picChg>
        <pc:picChg chg="add mod">
          <ac:chgData name="Peethala Rajiv Roy (PED/Hosur/TVSMotor)" userId="e2d9917c-f3dd-4083-a688-e3a90de602c2" providerId="ADAL" clId="{7AECE3AF-5704-4967-BD45-876FBB82BAF3}" dt="2026-08-15T12:07:39.636" v="9266" actId="208"/>
          <ac:picMkLst>
            <pc:docMk/>
            <pc:sldMk cId="420184870" sldId="470"/>
            <ac:picMk id="6" creationId="{B813B88F-CC22-91A5-AA32-9AB8333673A7}"/>
          </ac:picMkLst>
        </pc:picChg>
        <pc:picChg chg="del">
          <ac:chgData name="Peethala Rajiv Roy (PED/Hosur/TVSMotor)" userId="e2d9917c-f3dd-4083-a688-e3a90de602c2" providerId="ADAL" clId="{7AECE3AF-5704-4967-BD45-876FBB82BAF3}" dt="2026-08-15T12:07:42.041" v="9267" actId="478"/>
          <ac:picMkLst>
            <pc:docMk/>
            <pc:sldMk cId="420184870" sldId="470"/>
            <ac:picMk id="7" creationId="{C26B528A-6682-96CA-E2D7-FAE5A706CB82}"/>
          </ac:picMkLst>
        </pc:picChg>
        <pc:picChg chg="add mod">
          <ac:chgData name="Peethala Rajiv Roy (PED/Hosur/TVSMotor)" userId="e2d9917c-f3dd-4083-a688-e3a90de602c2" providerId="ADAL" clId="{7AECE3AF-5704-4967-BD45-876FBB82BAF3}" dt="2026-08-15T12:08:11.481" v="9272" actId="1076"/>
          <ac:picMkLst>
            <pc:docMk/>
            <pc:sldMk cId="420184870" sldId="470"/>
            <ac:picMk id="9" creationId="{D0AE406D-2CAE-3558-AC2D-4209C33757C3}"/>
          </ac:picMkLst>
        </pc:picChg>
        <pc:cxnChg chg="mod">
          <ac:chgData name="Peethala Rajiv Roy (PED/Hosur/TVSMotor)" userId="e2d9917c-f3dd-4083-a688-e3a90de602c2" providerId="ADAL" clId="{7AECE3AF-5704-4967-BD45-876FBB82BAF3}" dt="2026-08-15T12:08:17.471" v="9273" actId="1076"/>
          <ac:cxnSpMkLst>
            <pc:docMk/>
            <pc:sldMk cId="420184870" sldId="470"/>
            <ac:cxnSpMk id="18" creationId="{D54E28F0-6E13-C0AB-324E-A3D6E9D82417}"/>
          </ac:cxnSpMkLst>
        </pc:cxnChg>
        <pc:cxnChg chg="mod">
          <ac:chgData name="Peethala Rajiv Roy (PED/Hosur/TVSMotor)" userId="e2d9917c-f3dd-4083-a688-e3a90de602c2" providerId="ADAL" clId="{7AECE3AF-5704-4967-BD45-876FBB82BAF3}" dt="2026-08-15T12:08:17.471" v="9273" actId="1076"/>
          <ac:cxnSpMkLst>
            <pc:docMk/>
            <pc:sldMk cId="420184870" sldId="470"/>
            <ac:cxnSpMk id="20" creationId="{56B445D9-CF58-33E5-FEEC-C08B56D7F46F}"/>
          </ac:cxnSpMkLst>
        </pc:cxnChg>
      </pc:sldChg>
      <pc:sldChg chg="addSp delSp modSp add mod">
        <pc:chgData name="Peethala Rajiv Roy (PED/Hosur/TVSMotor)" userId="e2d9917c-f3dd-4083-a688-e3a90de602c2" providerId="ADAL" clId="{7AECE3AF-5704-4967-BD45-876FBB82BAF3}" dt="2026-08-15T12:11:08.808" v="9311" actId="1035"/>
        <pc:sldMkLst>
          <pc:docMk/>
          <pc:sldMk cId="1262588318" sldId="471"/>
        </pc:sldMkLst>
        <pc:spChg chg="mod">
          <ac:chgData name="Peethala Rajiv Roy (PED/Hosur/TVSMotor)" userId="e2d9917c-f3dd-4083-a688-e3a90de602c2" providerId="ADAL" clId="{7AECE3AF-5704-4967-BD45-876FBB82BAF3}" dt="2026-08-15T12:11:08.808" v="9311" actId="1035"/>
          <ac:spMkLst>
            <pc:docMk/>
            <pc:sldMk cId="1262588318" sldId="471"/>
            <ac:spMk id="19" creationId="{1B903E07-6400-1734-F198-150933D7FA5F}"/>
          </ac:spMkLst>
        </pc:spChg>
        <pc:spChg chg="mod">
          <ac:chgData name="Peethala Rajiv Roy (PED/Hosur/TVSMotor)" userId="e2d9917c-f3dd-4083-a688-e3a90de602c2" providerId="ADAL" clId="{7AECE3AF-5704-4967-BD45-876FBB82BAF3}" dt="2026-08-15T12:11:08.808" v="9311" actId="1035"/>
          <ac:spMkLst>
            <pc:docMk/>
            <pc:sldMk cId="1262588318" sldId="471"/>
            <ac:spMk id="21" creationId="{53DEA65B-B2CF-D7E9-9B7C-760179ED809F}"/>
          </ac:spMkLst>
        </pc:spChg>
        <pc:spChg chg="mod">
          <ac:chgData name="Peethala Rajiv Roy (PED/Hosur/TVSMotor)" userId="e2d9917c-f3dd-4083-a688-e3a90de602c2" providerId="ADAL" clId="{7AECE3AF-5704-4967-BD45-876FBB82BAF3}" dt="2026-08-15T12:09:20.426" v="9283" actId="20577"/>
          <ac:spMkLst>
            <pc:docMk/>
            <pc:sldMk cId="1262588318" sldId="471"/>
            <ac:spMk id="22" creationId="{B08C14A7-248A-1388-FD9E-6AF4E23EF7CC}"/>
          </ac:spMkLst>
        </pc:spChg>
        <pc:picChg chg="add mod">
          <ac:chgData name="Peethala Rajiv Roy (PED/Hosur/TVSMotor)" userId="e2d9917c-f3dd-4083-a688-e3a90de602c2" providerId="ADAL" clId="{7AECE3AF-5704-4967-BD45-876FBB82BAF3}" dt="2026-08-15T12:10:03.144" v="9288" actId="208"/>
          <ac:picMkLst>
            <pc:docMk/>
            <pc:sldMk cId="1262588318" sldId="471"/>
            <ac:picMk id="3" creationId="{B5E4B847-4870-2F01-581E-6BAD7E226086}"/>
          </ac:picMkLst>
        </pc:picChg>
        <pc:picChg chg="del">
          <ac:chgData name="Peethala Rajiv Roy (PED/Hosur/TVSMotor)" userId="e2d9917c-f3dd-4083-a688-e3a90de602c2" providerId="ADAL" clId="{7AECE3AF-5704-4967-BD45-876FBB82BAF3}" dt="2026-08-15T12:09:23.446" v="9284" actId="478"/>
          <ac:picMkLst>
            <pc:docMk/>
            <pc:sldMk cId="1262588318" sldId="471"/>
            <ac:picMk id="6" creationId="{4EA9274C-4898-C07D-7F91-32E086FD9BAE}"/>
          </ac:picMkLst>
        </pc:picChg>
        <pc:picChg chg="add mod">
          <ac:chgData name="Peethala Rajiv Roy (PED/Hosur/TVSMotor)" userId="e2d9917c-f3dd-4083-a688-e3a90de602c2" providerId="ADAL" clId="{7AECE3AF-5704-4967-BD45-876FBB82BAF3}" dt="2026-08-15T12:11:00.423" v="9294" actId="1076"/>
          <ac:picMkLst>
            <pc:docMk/>
            <pc:sldMk cId="1262588318" sldId="471"/>
            <ac:picMk id="8" creationId="{7EDFC009-3FCE-28C1-F429-842C45E82A9A}"/>
          </ac:picMkLst>
        </pc:picChg>
        <pc:picChg chg="del">
          <ac:chgData name="Peethala Rajiv Roy (PED/Hosur/TVSMotor)" userId="e2d9917c-f3dd-4083-a688-e3a90de602c2" providerId="ADAL" clId="{7AECE3AF-5704-4967-BD45-876FBB82BAF3}" dt="2026-08-15T12:10:10.243" v="9289" actId="478"/>
          <ac:picMkLst>
            <pc:docMk/>
            <pc:sldMk cId="1262588318" sldId="471"/>
            <ac:picMk id="9" creationId="{5DF54F2D-F8DE-7292-6837-4EAD28CC72D3}"/>
          </ac:picMkLst>
        </pc:picChg>
        <pc:cxnChg chg="mod">
          <ac:chgData name="Peethala Rajiv Roy (PED/Hosur/TVSMotor)" userId="e2d9917c-f3dd-4083-a688-e3a90de602c2" providerId="ADAL" clId="{7AECE3AF-5704-4967-BD45-876FBB82BAF3}" dt="2026-08-15T12:11:08.808" v="9311" actId="1035"/>
          <ac:cxnSpMkLst>
            <pc:docMk/>
            <pc:sldMk cId="1262588318" sldId="471"/>
            <ac:cxnSpMk id="18" creationId="{F042B9BB-4106-07DB-357B-DF3CF711D549}"/>
          </ac:cxnSpMkLst>
        </pc:cxnChg>
        <pc:cxnChg chg="mod">
          <ac:chgData name="Peethala Rajiv Roy (PED/Hosur/TVSMotor)" userId="e2d9917c-f3dd-4083-a688-e3a90de602c2" providerId="ADAL" clId="{7AECE3AF-5704-4967-BD45-876FBB82BAF3}" dt="2026-08-15T12:11:08.808" v="9311" actId="1035"/>
          <ac:cxnSpMkLst>
            <pc:docMk/>
            <pc:sldMk cId="1262588318" sldId="471"/>
            <ac:cxnSpMk id="20" creationId="{EA7FDC50-87C0-9A5B-E1ED-67DC51AB9E6C}"/>
          </ac:cxnSpMkLst>
        </pc:cxnChg>
      </pc:sldChg>
      <pc:sldChg chg="addSp delSp modSp add mod">
        <pc:chgData name="Peethala Rajiv Roy (PED/Hosur/TVSMotor)" userId="e2d9917c-f3dd-4083-a688-e3a90de602c2" providerId="ADAL" clId="{7AECE3AF-5704-4967-BD45-876FBB82BAF3}" dt="2026-08-15T12:17:08.032" v="9384" actId="1076"/>
        <pc:sldMkLst>
          <pc:docMk/>
          <pc:sldMk cId="1389943419" sldId="472"/>
        </pc:sldMkLst>
        <pc:spChg chg="add mod">
          <ac:chgData name="Peethala Rajiv Roy (PED/Hosur/TVSMotor)" userId="e2d9917c-f3dd-4083-a688-e3a90de602c2" providerId="ADAL" clId="{7AECE3AF-5704-4967-BD45-876FBB82BAF3}" dt="2026-08-15T12:16:58.595" v="9383" actId="14100"/>
          <ac:spMkLst>
            <pc:docMk/>
            <pc:sldMk cId="1389943419" sldId="472"/>
            <ac:spMk id="17" creationId="{669A8246-6187-8490-0C41-E6F0C3A352D3}"/>
          </ac:spMkLst>
        </pc:spChg>
        <pc:spChg chg="mod">
          <ac:chgData name="Peethala Rajiv Roy (PED/Hosur/TVSMotor)" userId="e2d9917c-f3dd-4083-a688-e3a90de602c2" providerId="ADAL" clId="{7AECE3AF-5704-4967-BD45-876FBB82BAF3}" dt="2026-08-15T12:14:28.333" v="9343" actId="1076"/>
          <ac:spMkLst>
            <pc:docMk/>
            <pc:sldMk cId="1389943419" sldId="472"/>
            <ac:spMk id="19" creationId="{95B53E3D-EAEE-9CD1-5C03-FAD825518A79}"/>
          </ac:spMkLst>
        </pc:spChg>
        <pc:spChg chg="mod">
          <ac:chgData name="Peethala Rajiv Roy (PED/Hosur/TVSMotor)" userId="e2d9917c-f3dd-4083-a688-e3a90de602c2" providerId="ADAL" clId="{7AECE3AF-5704-4967-BD45-876FBB82BAF3}" dt="2026-08-15T12:14:28.333" v="9343" actId="1076"/>
          <ac:spMkLst>
            <pc:docMk/>
            <pc:sldMk cId="1389943419" sldId="472"/>
            <ac:spMk id="21" creationId="{377A3155-20A2-CEEC-2E9D-0264AE764339}"/>
          </ac:spMkLst>
        </pc:spChg>
        <pc:spChg chg="mod">
          <ac:chgData name="Peethala Rajiv Roy (PED/Hosur/TVSMotor)" userId="e2d9917c-f3dd-4083-a688-e3a90de602c2" providerId="ADAL" clId="{7AECE3AF-5704-4967-BD45-876FBB82BAF3}" dt="2026-08-15T12:11:50.646" v="9326" actId="20577"/>
          <ac:spMkLst>
            <pc:docMk/>
            <pc:sldMk cId="1389943419" sldId="472"/>
            <ac:spMk id="22" creationId="{C947D5E9-2256-1F58-9362-5F0285D6E50C}"/>
          </ac:spMkLst>
        </pc:spChg>
        <pc:picChg chg="del">
          <ac:chgData name="Peethala Rajiv Roy (PED/Hosur/TVSMotor)" userId="e2d9917c-f3dd-4083-a688-e3a90de602c2" providerId="ADAL" clId="{7AECE3AF-5704-4967-BD45-876FBB82BAF3}" dt="2026-08-15T12:11:53.802" v="9327" actId="478"/>
          <ac:picMkLst>
            <pc:docMk/>
            <pc:sldMk cId="1389943419" sldId="472"/>
            <ac:picMk id="3" creationId="{1A08EA2E-FF40-1A6F-95FA-189D165920AB}"/>
          </ac:picMkLst>
        </pc:picChg>
        <pc:picChg chg="add del mod">
          <ac:chgData name="Peethala Rajiv Roy (PED/Hosur/TVSMotor)" userId="e2d9917c-f3dd-4083-a688-e3a90de602c2" providerId="ADAL" clId="{7AECE3AF-5704-4967-BD45-876FBB82BAF3}" dt="2026-08-15T12:13:34.283" v="9332" actId="478"/>
          <ac:picMkLst>
            <pc:docMk/>
            <pc:sldMk cId="1389943419" sldId="472"/>
            <ac:picMk id="6" creationId="{23921F2E-1978-792F-B5AA-19CBAF510ACE}"/>
          </ac:picMkLst>
        </pc:picChg>
        <pc:picChg chg="del">
          <ac:chgData name="Peethala Rajiv Roy (PED/Hosur/TVSMotor)" userId="e2d9917c-f3dd-4083-a688-e3a90de602c2" providerId="ADAL" clId="{7AECE3AF-5704-4967-BD45-876FBB82BAF3}" dt="2026-08-15T12:13:47.875" v="9337" actId="478"/>
          <ac:picMkLst>
            <pc:docMk/>
            <pc:sldMk cId="1389943419" sldId="472"/>
            <ac:picMk id="8" creationId="{DD684C6B-313C-0222-6D89-2C0B5EE0A395}"/>
          </ac:picMkLst>
        </pc:picChg>
        <pc:picChg chg="add mod">
          <ac:chgData name="Peethala Rajiv Roy (PED/Hosur/TVSMotor)" userId="e2d9917c-f3dd-4083-a688-e3a90de602c2" providerId="ADAL" clId="{7AECE3AF-5704-4967-BD45-876FBB82BAF3}" dt="2026-08-15T12:13:42.892" v="9336" actId="208"/>
          <ac:picMkLst>
            <pc:docMk/>
            <pc:sldMk cId="1389943419" sldId="472"/>
            <ac:picMk id="9" creationId="{BFA14C3A-8A5D-5527-7920-08B69FED8346}"/>
          </ac:picMkLst>
        </pc:picChg>
        <pc:picChg chg="add mod">
          <ac:chgData name="Peethala Rajiv Roy (PED/Hosur/TVSMotor)" userId="e2d9917c-f3dd-4083-a688-e3a90de602c2" providerId="ADAL" clId="{7AECE3AF-5704-4967-BD45-876FBB82BAF3}" dt="2026-08-15T12:14:21.491" v="9342" actId="208"/>
          <ac:picMkLst>
            <pc:docMk/>
            <pc:sldMk cId="1389943419" sldId="472"/>
            <ac:picMk id="11" creationId="{30F0DCDB-3885-A852-74AE-CE2C35C167B3}"/>
          </ac:picMkLst>
        </pc:picChg>
        <pc:picChg chg="add mod">
          <ac:chgData name="Peethala Rajiv Roy (PED/Hosur/TVSMotor)" userId="e2d9917c-f3dd-4083-a688-e3a90de602c2" providerId="ADAL" clId="{7AECE3AF-5704-4967-BD45-876FBB82BAF3}" dt="2026-08-15T12:17:08.032" v="9384" actId="1076"/>
          <ac:picMkLst>
            <pc:docMk/>
            <pc:sldMk cId="1389943419" sldId="472"/>
            <ac:picMk id="13" creationId="{00B61291-16A8-4EEF-A5C3-85FD94997D06}"/>
          </ac:picMkLst>
        </pc:picChg>
        <pc:picChg chg="add mod">
          <ac:chgData name="Peethala Rajiv Roy (PED/Hosur/TVSMotor)" userId="e2d9917c-f3dd-4083-a688-e3a90de602c2" providerId="ADAL" clId="{7AECE3AF-5704-4967-BD45-876FBB82BAF3}" dt="2026-08-15T12:17:08.032" v="9384" actId="1076"/>
          <ac:picMkLst>
            <pc:docMk/>
            <pc:sldMk cId="1389943419" sldId="472"/>
            <ac:picMk id="15" creationId="{219A9B07-08AE-962A-8154-F59F883B9DDA}"/>
          </ac:picMkLst>
        </pc:picChg>
        <pc:cxnChg chg="mod">
          <ac:chgData name="Peethala Rajiv Roy (PED/Hosur/TVSMotor)" userId="e2d9917c-f3dd-4083-a688-e3a90de602c2" providerId="ADAL" clId="{7AECE3AF-5704-4967-BD45-876FBB82BAF3}" dt="2026-08-15T12:14:28.333" v="9343" actId="1076"/>
          <ac:cxnSpMkLst>
            <pc:docMk/>
            <pc:sldMk cId="1389943419" sldId="472"/>
            <ac:cxnSpMk id="18" creationId="{F73C1218-A2FA-037B-97FE-86706001B3E1}"/>
          </ac:cxnSpMkLst>
        </pc:cxnChg>
        <pc:cxnChg chg="mod">
          <ac:chgData name="Peethala Rajiv Roy (PED/Hosur/TVSMotor)" userId="e2d9917c-f3dd-4083-a688-e3a90de602c2" providerId="ADAL" clId="{7AECE3AF-5704-4967-BD45-876FBB82BAF3}" dt="2026-08-15T12:14:28.333" v="9343" actId="1076"/>
          <ac:cxnSpMkLst>
            <pc:docMk/>
            <pc:sldMk cId="1389943419" sldId="472"/>
            <ac:cxnSpMk id="20" creationId="{49ABF4FF-37AB-D5B9-F6AA-836FFB8E448D}"/>
          </ac:cxnSpMkLst>
        </pc:cxnChg>
      </pc:sldChg>
      <pc:sldChg chg="addSp delSp modSp add mod">
        <pc:chgData name="Peethala Rajiv Roy (PED/Hosur/TVSMotor)" userId="e2d9917c-f3dd-4083-a688-e3a90de602c2" providerId="ADAL" clId="{7AECE3AF-5704-4967-BD45-876FBB82BAF3}" dt="2026-08-15T12:22:37.752" v="9433" actId="20577"/>
        <pc:sldMkLst>
          <pc:docMk/>
          <pc:sldMk cId="177120041" sldId="473"/>
        </pc:sldMkLst>
        <pc:spChg chg="add mod">
          <ac:chgData name="Peethala Rajiv Roy (PED/Hosur/TVSMotor)" userId="e2d9917c-f3dd-4083-a688-e3a90de602c2" providerId="ADAL" clId="{7AECE3AF-5704-4967-BD45-876FBB82BAF3}" dt="2026-08-15T12:20:44.794" v="9417" actId="14100"/>
          <ac:spMkLst>
            <pc:docMk/>
            <pc:sldMk cId="177120041" sldId="473"/>
            <ac:spMk id="10" creationId="{101043B1-785B-218D-7AD6-91C8347484D4}"/>
          </ac:spMkLst>
        </pc:spChg>
        <pc:spChg chg="mod">
          <ac:chgData name="Peethala Rajiv Roy (PED/Hosur/TVSMotor)" userId="e2d9917c-f3dd-4083-a688-e3a90de602c2" providerId="ADAL" clId="{7AECE3AF-5704-4967-BD45-876FBB82BAF3}" dt="2026-08-15T12:20:23.455" v="9394" actId="1076"/>
          <ac:spMkLst>
            <pc:docMk/>
            <pc:sldMk cId="177120041" sldId="473"/>
            <ac:spMk id="19" creationId="{80FD6815-A150-8E14-E2EA-4D720A7547B2}"/>
          </ac:spMkLst>
        </pc:spChg>
        <pc:spChg chg="mod">
          <ac:chgData name="Peethala Rajiv Roy (PED/Hosur/TVSMotor)" userId="e2d9917c-f3dd-4083-a688-e3a90de602c2" providerId="ADAL" clId="{7AECE3AF-5704-4967-BD45-876FBB82BAF3}" dt="2026-08-15T12:20:23.455" v="9394" actId="1076"/>
          <ac:spMkLst>
            <pc:docMk/>
            <pc:sldMk cId="177120041" sldId="473"/>
            <ac:spMk id="21" creationId="{011D206E-D41F-6892-1CDE-E8125F7FC1D0}"/>
          </ac:spMkLst>
        </pc:spChg>
        <pc:spChg chg="mod">
          <ac:chgData name="Peethala Rajiv Roy (PED/Hosur/TVSMotor)" userId="e2d9917c-f3dd-4083-a688-e3a90de602c2" providerId="ADAL" clId="{7AECE3AF-5704-4967-BD45-876FBB82BAF3}" dt="2026-08-15T12:22:37.752" v="9433" actId="20577"/>
          <ac:spMkLst>
            <pc:docMk/>
            <pc:sldMk cId="177120041" sldId="473"/>
            <ac:spMk id="22" creationId="{43635AC5-7E0F-7549-8FB2-F22A5E35DA67}"/>
          </ac:spMkLst>
        </pc:spChg>
        <pc:picChg chg="add mod">
          <ac:chgData name="Peethala Rajiv Roy (PED/Hosur/TVSMotor)" userId="e2d9917c-f3dd-4083-a688-e3a90de602c2" providerId="ADAL" clId="{7AECE3AF-5704-4967-BD45-876FBB82BAF3}" dt="2026-08-15T12:17:49.287" v="9388" actId="208"/>
          <ac:picMkLst>
            <pc:docMk/>
            <pc:sldMk cId="177120041" sldId="473"/>
            <ac:picMk id="3" creationId="{F9FFC9F2-65A5-1CF8-37D7-EB57F76AF521}"/>
          </ac:picMkLst>
        </pc:picChg>
        <pc:picChg chg="add mod">
          <ac:chgData name="Peethala Rajiv Roy (PED/Hosur/TVSMotor)" userId="e2d9917c-f3dd-4083-a688-e3a90de602c2" providerId="ADAL" clId="{7AECE3AF-5704-4967-BD45-876FBB82BAF3}" dt="2026-08-15T12:20:17.793" v="9393" actId="208"/>
          <ac:picMkLst>
            <pc:docMk/>
            <pc:sldMk cId="177120041" sldId="473"/>
            <ac:picMk id="7" creationId="{19BDE48B-D704-FC8F-E78B-5FF4478F9764}"/>
          </ac:picMkLst>
        </pc:picChg>
        <pc:picChg chg="del">
          <ac:chgData name="Peethala Rajiv Roy (PED/Hosur/TVSMotor)" userId="e2d9917c-f3dd-4083-a688-e3a90de602c2" providerId="ADAL" clId="{7AECE3AF-5704-4967-BD45-876FBB82BAF3}" dt="2026-08-15T12:14:53.854" v="9346" actId="478"/>
          <ac:picMkLst>
            <pc:docMk/>
            <pc:sldMk cId="177120041" sldId="473"/>
            <ac:picMk id="9" creationId="{061F00B0-E2B8-9709-F8E2-2592AED80108}"/>
          </ac:picMkLst>
        </pc:picChg>
        <pc:picChg chg="del">
          <ac:chgData name="Peethala Rajiv Roy (PED/Hosur/TVSMotor)" userId="e2d9917c-f3dd-4083-a688-e3a90de602c2" providerId="ADAL" clId="{7AECE3AF-5704-4967-BD45-876FBB82BAF3}" dt="2026-08-15T12:17:52.453" v="9389" actId="478"/>
          <ac:picMkLst>
            <pc:docMk/>
            <pc:sldMk cId="177120041" sldId="473"/>
            <ac:picMk id="11" creationId="{5B806A74-2C1E-F849-BB45-FF1307A40461}"/>
          </ac:picMkLst>
        </pc:picChg>
        <pc:picChg chg="add mod">
          <ac:chgData name="Peethala Rajiv Roy (PED/Hosur/TVSMotor)" userId="e2d9917c-f3dd-4083-a688-e3a90de602c2" providerId="ADAL" clId="{7AECE3AF-5704-4967-BD45-876FBB82BAF3}" dt="2026-08-15T12:21:30.383" v="9420" actId="208"/>
          <ac:picMkLst>
            <pc:docMk/>
            <pc:sldMk cId="177120041" sldId="473"/>
            <ac:picMk id="13" creationId="{1394F688-B1D1-2066-E554-79B52A6BE973}"/>
          </ac:picMkLst>
        </pc:picChg>
        <pc:cxnChg chg="mod">
          <ac:chgData name="Peethala Rajiv Roy (PED/Hosur/TVSMotor)" userId="e2d9917c-f3dd-4083-a688-e3a90de602c2" providerId="ADAL" clId="{7AECE3AF-5704-4967-BD45-876FBB82BAF3}" dt="2026-08-15T12:20:23.455" v="9394" actId="1076"/>
          <ac:cxnSpMkLst>
            <pc:docMk/>
            <pc:sldMk cId="177120041" sldId="473"/>
            <ac:cxnSpMk id="18" creationId="{A93B4F5F-4532-4133-175B-9D2A819485D8}"/>
          </ac:cxnSpMkLst>
        </pc:cxnChg>
        <pc:cxnChg chg="mod">
          <ac:chgData name="Peethala Rajiv Roy (PED/Hosur/TVSMotor)" userId="e2d9917c-f3dd-4083-a688-e3a90de602c2" providerId="ADAL" clId="{7AECE3AF-5704-4967-BD45-876FBB82BAF3}" dt="2026-08-15T12:20:23.455" v="9394" actId="1076"/>
          <ac:cxnSpMkLst>
            <pc:docMk/>
            <pc:sldMk cId="177120041" sldId="473"/>
            <ac:cxnSpMk id="20" creationId="{55A3517F-ADF0-5117-F86C-85843096E6C4}"/>
          </ac:cxnSpMkLst>
        </pc:cxnChg>
      </pc:sldChg>
      <pc:sldChg chg="addSp delSp modSp add mod">
        <pc:chgData name="Peethala Rajiv Roy (PED/Hosur/TVSMotor)" userId="e2d9917c-f3dd-4083-a688-e3a90de602c2" providerId="ADAL" clId="{7AECE3AF-5704-4967-BD45-876FBB82BAF3}" dt="2026-08-15T12:27:51.406" v="9544" actId="478"/>
        <pc:sldMkLst>
          <pc:docMk/>
          <pc:sldMk cId="2656073411" sldId="474"/>
        </pc:sldMkLst>
        <pc:spChg chg="del">
          <ac:chgData name="Peethala Rajiv Roy (PED/Hosur/TVSMotor)" userId="e2d9917c-f3dd-4083-a688-e3a90de602c2" providerId="ADAL" clId="{7AECE3AF-5704-4967-BD45-876FBB82BAF3}" dt="2026-08-15T12:23:45.608" v="9462" actId="478"/>
          <ac:spMkLst>
            <pc:docMk/>
            <pc:sldMk cId="2656073411" sldId="474"/>
            <ac:spMk id="10" creationId="{0D3B1182-D9D6-2319-D864-B01F73E1861B}"/>
          </ac:spMkLst>
        </pc:spChg>
        <pc:spChg chg="mod">
          <ac:chgData name="Peethala Rajiv Roy (PED/Hosur/TVSMotor)" userId="e2d9917c-f3dd-4083-a688-e3a90de602c2" providerId="ADAL" clId="{7AECE3AF-5704-4967-BD45-876FBB82BAF3}" dt="2026-08-15T12:27:09.405" v="9511" actId="14100"/>
          <ac:spMkLst>
            <pc:docMk/>
            <pc:sldMk cId="2656073411" sldId="474"/>
            <ac:spMk id="19" creationId="{9C7D2E33-C462-A388-3F1B-8A3FEBDE58E6}"/>
          </ac:spMkLst>
        </pc:spChg>
        <pc:spChg chg="del mod">
          <ac:chgData name="Peethala Rajiv Roy (PED/Hosur/TVSMotor)" userId="e2d9917c-f3dd-4083-a688-e3a90de602c2" providerId="ADAL" clId="{7AECE3AF-5704-4967-BD45-876FBB82BAF3}" dt="2026-08-15T12:27:51.406" v="9544" actId="478"/>
          <ac:spMkLst>
            <pc:docMk/>
            <pc:sldMk cId="2656073411" sldId="474"/>
            <ac:spMk id="21" creationId="{1C1EA2CD-80C9-0684-6498-0BC988CA8C33}"/>
          </ac:spMkLst>
        </pc:spChg>
        <pc:spChg chg="mod">
          <ac:chgData name="Peethala Rajiv Roy (PED/Hosur/TVSMotor)" userId="e2d9917c-f3dd-4083-a688-e3a90de602c2" providerId="ADAL" clId="{7AECE3AF-5704-4967-BD45-876FBB82BAF3}" dt="2026-08-15T12:22:51.244" v="9458" actId="20577"/>
          <ac:spMkLst>
            <pc:docMk/>
            <pc:sldMk cId="2656073411" sldId="474"/>
            <ac:spMk id="22" creationId="{F7334564-2EF4-6D4F-4453-1DD96F6B7B14}"/>
          </ac:spMkLst>
        </pc:spChg>
        <pc:spChg chg="add mod">
          <ac:chgData name="Peethala Rajiv Roy (PED/Hosur/TVSMotor)" userId="e2d9917c-f3dd-4083-a688-e3a90de602c2" providerId="ADAL" clId="{7AECE3AF-5704-4967-BD45-876FBB82BAF3}" dt="2026-08-15T12:27:22.115" v="9520" actId="20577"/>
          <ac:spMkLst>
            <pc:docMk/>
            <pc:sldMk cId="2656073411" sldId="474"/>
            <ac:spMk id="23" creationId="{9B96B5AC-2D76-7DF1-92D5-DAF7883D8985}"/>
          </ac:spMkLst>
        </pc:spChg>
        <pc:spChg chg="mod">
          <ac:chgData name="Peethala Rajiv Roy (PED/Hosur/TVSMotor)" userId="e2d9917c-f3dd-4083-a688-e3a90de602c2" providerId="ADAL" clId="{7AECE3AF-5704-4967-BD45-876FBB82BAF3}" dt="2026-08-15T12:24:10.556" v="9470" actId="1076"/>
          <ac:spMkLst>
            <pc:docMk/>
            <pc:sldMk cId="2656073411" sldId="474"/>
            <ac:spMk id="24" creationId="{2F107DF4-C23D-90E0-784C-BFD4650AFCC8}"/>
          </ac:spMkLst>
        </pc:spChg>
        <pc:spChg chg="add mod">
          <ac:chgData name="Peethala Rajiv Roy (PED/Hosur/TVSMotor)" userId="e2d9917c-f3dd-4083-a688-e3a90de602c2" providerId="ADAL" clId="{7AECE3AF-5704-4967-BD45-876FBB82BAF3}" dt="2026-08-15T12:27:47.138" v="9543" actId="14100"/>
          <ac:spMkLst>
            <pc:docMk/>
            <pc:sldMk cId="2656073411" sldId="474"/>
            <ac:spMk id="26" creationId="{82C0F7E2-3C46-0D47-EB5E-1C2802261DCF}"/>
          </ac:spMkLst>
        </pc:spChg>
        <pc:picChg chg="del">
          <ac:chgData name="Peethala Rajiv Roy (PED/Hosur/TVSMotor)" userId="e2d9917c-f3dd-4083-a688-e3a90de602c2" providerId="ADAL" clId="{7AECE3AF-5704-4967-BD45-876FBB82BAF3}" dt="2026-08-15T12:22:54.269" v="9459" actId="478"/>
          <ac:picMkLst>
            <pc:docMk/>
            <pc:sldMk cId="2656073411" sldId="474"/>
            <ac:picMk id="3" creationId="{ED453F2B-EF3A-E5C0-76BD-384CFFD1EB53}"/>
          </ac:picMkLst>
        </pc:picChg>
        <pc:picChg chg="add mod">
          <ac:chgData name="Peethala Rajiv Roy (PED/Hosur/TVSMotor)" userId="e2d9917c-f3dd-4083-a688-e3a90de602c2" providerId="ADAL" clId="{7AECE3AF-5704-4967-BD45-876FBB82BAF3}" dt="2026-08-15T12:24:01.844" v="9468" actId="208"/>
          <ac:picMkLst>
            <pc:docMk/>
            <pc:sldMk cId="2656073411" sldId="474"/>
            <ac:picMk id="6" creationId="{E3FA6917-7900-7894-A127-E7508C889707}"/>
          </ac:picMkLst>
        </pc:picChg>
        <pc:picChg chg="del">
          <ac:chgData name="Peethala Rajiv Roy (PED/Hosur/TVSMotor)" userId="e2d9917c-f3dd-4083-a688-e3a90de602c2" providerId="ADAL" clId="{7AECE3AF-5704-4967-BD45-876FBB82BAF3}" dt="2026-08-15T12:23:49.314" v="9464" actId="478"/>
          <ac:picMkLst>
            <pc:docMk/>
            <pc:sldMk cId="2656073411" sldId="474"/>
            <ac:picMk id="7" creationId="{CF1CFC31-7608-BDF0-54ED-0A218A1D324C}"/>
          </ac:picMkLst>
        </pc:picChg>
        <pc:picChg chg="add mod">
          <ac:chgData name="Peethala Rajiv Roy (PED/Hosur/TVSMotor)" userId="e2d9917c-f3dd-4083-a688-e3a90de602c2" providerId="ADAL" clId="{7AECE3AF-5704-4967-BD45-876FBB82BAF3}" dt="2026-08-15T12:26:21.342" v="9484" actId="208"/>
          <ac:picMkLst>
            <pc:docMk/>
            <pc:sldMk cId="2656073411" sldId="474"/>
            <ac:picMk id="9" creationId="{247C21F4-FB09-F57A-972C-CB5393AE5517}"/>
          </ac:picMkLst>
        </pc:picChg>
        <pc:picChg chg="add mod">
          <ac:chgData name="Peethala Rajiv Roy (PED/Hosur/TVSMotor)" userId="e2d9917c-f3dd-4083-a688-e3a90de602c2" providerId="ADAL" clId="{7AECE3AF-5704-4967-BD45-876FBB82BAF3}" dt="2026-08-15T12:26:29.407" v="9487" actId="1076"/>
          <ac:picMkLst>
            <pc:docMk/>
            <pc:sldMk cId="2656073411" sldId="474"/>
            <ac:picMk id="12" creationId="{769C5AC1-17BF-D8E3-D1C6-6DE005D48A2E}"/>
          </ac:picMkLst>
        </pc:picChg>
        <pc:picChg chg="del">
          <ac:chgData name="Peethala Rajiv Roy (PED/Hosur/TVSMotor)" userId="e2d9917c-f3dd-4083-a688-e3a90de602c2" providerId="ADAL" clId="{7AECE3AF-5704-4967-BD45-876FBB82BAF3}" dt="2026-08-15T12:23:43.758" v="9461" actId="478"/>
          <ac:picMkLst>
            <pc:docMk/>
            <pc:sldMk cId="2656073411" sldId="474"/>
            <ac:picMk id="13" creationId="{40A512F4-B957-5BC3-2D59-66C47B381DEA}"/>
          </ac:picMkLst>
        </pc:picChg>
        <pc:picChg chg="add mod">
          <ac:chgData name="Peethala Rajiv Roy (PED/Hosur/TVSMotor)" userId="e2d9917c-f3dd-4083-a688-e3a90de602c2" providerId="ADAL" clId="{7AECE3AF-5704-4967-BD45-876FBB82BAF3}" dt="2026-08-15T12:26:34.346" v="9489" actId="14100"/>
          <ac:picMkLst>
            <pc:docMk/>
            <pc:sldMk cId="2656073411" sldId="474"/>
            <ac:picMk id="15" creationId="{2C3A820C-1FCF-22CC-B579-11397AF5DC14}"/>
          </ac:picMkLst>
        </pc:picChg>
        <pc:cxnChg chg="add mod">
          <ac:chgData name="Peethala Rajiv Roy (PED/Hosur/TVSMotor)" userId="e2d9917c-f3dd-4083-a688-e3a90de602c2" providerId="ADAL" clId="{7AECE3AF-5704-4967-BD45-876FBB82BAF3}" dt="2026-08-15T12:26:51.495" v="9493" actId="1076"/>
          <ac:cxnSpMkLst>
            <pc:docMk/>
            <pc:sldMk cId="2656073411" sldId="474"/>
            <ac:cxnSpMk id="16" creationId="{900C10CE-8AB7-A54C-E1A5-55C98409817B}"/>
          </ac:cxnSpMkLst>
        </pc:cxnChg>
        <pc:cxnChg chg="mod">
          <ac:chgData name="Peethala Rajiv Roy (PED/Hosur/TVSMotor)" userId="e2d9917c-f3dd-4083-a688-e3a90de602c2" providerId="ADAL" clId="{7AECE3AF-5704-4967-BD45-876FBB82BAF3}" dt="2026-08-15T12:26:41.093" v="9490" actId="1076"/>
          <ac:cxnSpMkLst>
            <pc:docMk/>
            <pc:sldMk cId="2656073411" sldId="474"/>
            <ac:cxnSpMk id="18" creationId="{3F51888F-E081-7FEA-71A8-330642F98A9C}"/>
          </ac:cxnSpMkLst>
        </pc:cxnChg>
        <pc:cxnChg chg="mod">
          <ac:chgData name="Peethala Rajiv Roy (PED/Hosur/TVSMotor)" userId="e2d9917c-f3dd-4083-a688-e3a90de602c2" providerId="ADAL" clId="{7AECE3AF-5704-4967-BD45-876FBB82BAF3}" dt="2026-08-15T12:26:45.386" v="9491" actId="1076"/>
          <ac:cxnSpMkLst>
            <pc:docMk/>
            <pc:sldMk cId="2656073411" sldId="474"/>
            <ac:cxnSpMk id="20" creationId="{E39ED7B6-3B68-D0D5-CD1D-CCF16C832D0C}"/>
          </ac:cxnSpMkLst>
        </pc:cxnChg>
      </pc:sldChg>
      <pc:sldChg chg="addSp delSp modSp add mod">
        <pc:chgData name="Peethala Rajiv Roy (PED/Hosur/TVSMotor)" userId="e2d9917c-f3dd-4083-a688-e3a90de602c2" providerId="ADAL" clId="{7AECE3AF-5704-4967-BD45-876FBB82BAF3}" dt="2026-08-15T12:31:53.838" v="9629" actId="1076"/>
        <pc:sldMkLst>
          <pc:docMk/>
          <pc:sldMk cId="412494252" sldId="475"/>
        </pc:sldMkLst>
        <pc:spChg chg="add del mod">
          <ac:chgData name="Peethala Rajiv Roy (PED/Hosur/TVSMotor)" userId="e2d9917c-f3dd-4083-a688-e3a90de602c2" providerId="ADAL" clId="{7AECE3AF-5704-4967-BD45-876FBB82BAF3}" dt="2026-08-15T12:31:37.458" v="9626" actId="478"/>
          <ac:spMkLst>
            <pc:docMk/>
            <pc:sldMk cId="412494252" sldId="475"/>
            <ac:spMk id="11" creationId="{2C62D6A5-3852-DA64-4ED1-3C9F8C669FC6}"/>
          </ac:spMkLst>
        </pc:spChg>
        <pc:spChg chg="add mod">
          <ac:chgData name="Peethala Rajiv Roy (PED/Hosur/TVSMotor)" userId="e2d9917c-f3dd-4083-a688-e3a90de602c2" providerId="ADAL" clId="{7AECE3AF-5704-4967-BD45-876FBB82BAF3}" dt="2026-08-15T12:31:53.838" v="9629" actId="1076"/>
          <ac:spMkLst>
            <pc:docMk/>
            <pc:sldMk cId="412494252" sldId="475"/>
            <ac:spMk id="14" creationId="{9933A42F-51B4-8947-7DB8-13E9F357744E}"/>
          </ac:spMkLst>
        </pc:spChg>
        <pc:spChg chg="del">
          <ac:chgData name="Peethala Rajiv Roy (PED/Hosur/TVSMotor)" userId="e2d9917c-f3dd-4083-a688-e3a90de602c2" providerId="ADAL" clId="{7AECE3AF-5704-4967-BD45-876FBB82BAF3}" dt="2026-08-15T12:30:03.539" v="9604" actId="478"/>
          <ac:spMkLst>
            <pc:docMk/>
            <pc:sldMk cId="412494252" sldId="475"/>
            <ac:spMk id="19" creationId="{814AB178-05D6-A758-019B-8B4734D1E9DA}"/>
          </ac:spMkLst>
        </pc:spChg>
        <pc:spChg chg="add mod">
          <ac:chgData name="Peethala Rajiv Roy (PED/Hosur/TVSMotor)" userId="e2d9917c-f3dd-4083-a688-e3a90de602c2" providerId="ADAL" clId="{7AECE3AF-5704-4967-BD45-876FBB82BAF3}" dt="2026-08-15T12:31:53.838" v="9629" actId="1076"/>
          <ac:spMkLst>
            <pc:docMk/>
            <pc:sldMk cId="412494252" sldId="475"/>
            <ac:spMk id="21" creationId="{0966CAE0-9A2F-C970-0072-1FF77F591CD5}"/>
          </ac:spMkLst>
        </pc:spChg>
        <pc:spChg chg="mod">
          <ac:chgData name="Peethala Rajiv Roy (PED/Hosur/TVSMotor)" userId="e2d9917c-f3dd-4083-a688-e3a90de602c2" providerId="ADAL" clId="{7AECE3AF-5704-4967-BD45-876FBB82BAF3}" dt="2026-08-15T12:29:11.369" v="9597" actId="20577"/>
          <ac:spMkLst>
            <pc:docMk/>
            <pc:sldMk cId="412494252" sldId="475"/>
            <ac:spMk id="22" creationId="{BF47CAE8-7D4D-1156-CA97-2E24660A87A5}"/>
          </ac:spMkLst>
        </pc:spChg>
        <pc:spChg chg="del">
          <ac:chgData name="Peethala Rajiv Roy (PED/Hosur/TVSMotor)" userId="e2d9917c-f3dd-4083-a688-e3a90de602c2" providerId="ADAL" clId="{7AECE3AF-5704-4967-BD45-876FBB82BAF3}" dt="2026-08-15T12:30:03.539" v="9604" actId="478"/>
          <ac:spMkLst>
            <pc:docMk/>
            <pc:sldMk cId="412494252" sldId="475"/>
            <ac:spMk id="23" creationId="{7BD471E6-DE4F-2B3C-A762-9B9D3A0D2300}"/>
          </ac:spMkLst>
        </pc:spChg>
        <pc:spChg chg="mod">
          <ac:chgData name="Peethala Rajiv Roy (PED/Hosur/TVSMotor)" userId="e2d9917c-f3dd-4083-a688-e3a90de602c2" providerId="ADAL" clId="{7AECE3AF-5704-4967-BD45-876FBB82BAF3}" dt="2026-08-15T12:29:59.004" v="9603" actId="1076"/>
          <ac:spMkLst>
            <pc:docMk/>
            <pc:sldMk cId="412494252" sldId="475"/>
            <ac:spMk id="24" creationId="{DA00B410-157C-E7E8-CD14-C3609B61172A}"/>
          </ac:spMkLst>
        </pc:spChg>
        <pc:spChg chg="del">
          <ac:chgData name="Peethala Rajiv Roy (PED/Hosur/TVSMotor)" userId="e2d9917c-f3dd-4083-a688-e3a90de602c2" providerId="ADAL" clId="{7AECE3AF-5704-4967-BD45-876FBB82BAF3}" dt="2026-08-15T12:30:03.539" v="9604" actId="478"/>
          <ac:spMkLst>
            <pc:docMk/>
            <pc:sldMk cId="412494252" sldId="475"/>
            <ac:spMk id="26" creationId="{C253ED25-4545-9605-5FA3-022F63C4A420}"/>
          </ac:spMkLst>
        </pc:spChg>
        <pc:picChg chg="add mod">
          <ac:chgData name="Peethala Rajiv Roy (PED/Hosur/TVSMotor)" userId="e2d9917c-f3dd-4083-a688-e3a90de602c2" providerId="ADAL" clId="{7AECE3AF-5704-4967-BD45-876FBB82BAF3}" dt="2026-08-15T12:29:54.914" v="9602" actId="208"/>
          <ac:picMkLst>
            <pc:docMk/>
            <pc:sldMk cId="412494252" sldId="475"/>
            <ac:picMk id="3" creationId="{2467B09C-4169-64D4-A889-8A8448B5C480}"/>
          </ac:picMkLst>
        </pc:picChg>
        <pc:picChg chg="del">
          <ac:chgData name="Peethala Rajiv Roy (PED/Hosur/TVSMotor)" userId="e2d9917c-f3dd-4083-a688-e3a90de602c2" providerId="ADAL" clId="{7AECE3AF-5704-4967-BD45-876FBB82BAF3}" dt="2026-08-15T12:29:13.798" v="9598" actId="478"/>
          <ac:picMkLst>
            <pc:docMk/>
            <pc:sldMk cId="412494252" sldId="475"/>
            <ac:picMk id="6" creationId="{3249E5B4-02EF-024E-E019-55B14BC4D09D}"/>
          </ac:picMkLst>
        </pc:picChg>
        <pc:picChg chg="add mod">
          <ac:chgData name="Peethala Rajiv Roy (PED/Hosur/TVSMotor)" userId="e2d9917c-f3dd-4083-a688-e3a90de602c2" providerId="ADAL" clId="{7AECE3AF-5704-4967-BD45-876FBB82BAF3}" dt="2026-08-15T12:31:49.857" v="9628" actId="14100"/>
          <ac:picMkLst>
            <pc:docMk/>
            <pc:sldMk cId="412494252" sldId="475"/>
            <ac:picMk id="8" creationId="{6F19603F-C458-4D1E-19FA-38BAE7A07056}"/>
          </ac:picMkLst>
        </pc:picChg>
        <pc:picChg chg="del">
          <ac:chgData name="Peethala Rajiv Roy (PED/Hosur/TVSMotor)" userId="e2d9917c-f3dd-4083-a688-e3a90de602c2" providerId="ADAL" clId="{7AECE3AF-5704-4967-BD45-876FBB82BAF3}" dt="2026-08-15T12:30:03.539" v="9604" actId="478"/>
          <ac:picMkLst>
            <pc:docMk/>
            <pc:sldMk cId="412494252" sldId="475"/>
            <ac:picMk id="9" creationId="{FF41CE40-64BA-D5B9-9CC3-A5D8095E6D80}"/>
          </ac:picMkLst>
        </pc:picChg>
        <pc:picChg chg="del">
          <ac:chgData name="Peethala Rajiv Roy (PED/Hosur/TVSMotor)" userId="e2d9917c-f3dd-4083-a688-e3a90de602c2" providerId="ADAL" clId="{7AECE3AF-5704-4967-BD45-876FBB82BAF3}" dt="2026-08-15T12:30:03.539" v="9604" actId="478"/>
          <ac:picMkLst>
            <pc:docMk/>
            <pc:sldMk cId="412494252" sldId="475"/>
            <ac:picMk id="12" creationId="{9912A243-E64C-55E2-821C-3AFECFE272D9}"/>
          </ac:picMkLst>
        </pc:picChg>
        <pc:picChg chg="del">
          <ac:chgData name="Peethala Rajiv Roy (PED/Hosur/TVSMotor)" userId="e2d9917c-f3dd-4083-a688-e3a90de602c2" providerId="ADAL" clId="{7AECE3AF-5704-4967-BD45-876FBB82BAF3}" dt="2026-08-15T12:30:03.539" v="9604" actId="478"/>
          <ac:picMkLst>
            <pc:docMk/>
            <pc:sldMk cId="412494252" sldId="475"/>
            <ac:picMk id="15" creationId="{63BBAC4C-20EC-95B0-1325-F98E60D9391D}"/>
          </ac:picMkLst>
        </pc:picChg>
        <pc:cxnChg chg="add mod">
          <ac:chgData name="Peethala Rajiv Roy (PED/Hosur/TVSMotor)" userId="e2d9917c-f3dd-4083-a688-e3a90de602c2" providerId="ADAL" clId="{7AECE3AF-5704-4967-BD45-876FBB82BAF3}" dt="2026-08-15T12:31:53.838" v="9629" actId="1076"/>
          <ac:cxnSpMkLst>
            <pc:docMk/>
            <pc:sldMk cId="412494252" sldId="475"/>
            <ac:cxnSpMk id="13" creationId="{A9289ABF-381A-0471-E2DC-534D22FEDBBC}"/>
          </ac:cxnSpMkLst>
        </pc:cxnChg>
        <pc:cxnChg chg="del">
          <ac:chgData name="Peethala Rajiv Roy (PED/Hosur/TVSMotor)" userId="e2d9917c-f3dd-4083-a688-e3a90de602c2" providerId="ADAL" clId="{7AECE3AF-5704-4967-BD45-876FBB82BAF3}" dt="2026-08-15T12:30:03.539" v="9604" actId="478"/>
          <ac:cxnSpMkLst>
            <pc:docMk/>
            <pc:sldMk cId="412494252" sldId="475"/>
            <ac:cxnSpMk id="16" creationId="{90B15FB4-581D-C0C0-2C28-ECE44DFEC047}"/>
          </ac:cxnSpMkLst>
        </pc:cxnChg>
        <pc:cxnChg chg="add mod">
          <ac:chgData name="Peethala Rajiv Roy (PED/Hosur/TVSMotor)" userId="e2d9917c-f3dd-4083-a688-e3a90de602c2" providerId="ADAL" clId="{7AECE3AF-5704-4967-BD45-876FBB82BAF3}" dt="2026-08-15T12:31:53.838" v="9629" actId="1076"/>
          <ac:cxnSpMkLst>
            <pc:docMk/>
            <pc:sldMk cId="412494252" sldId="475"/>
            <ac:cxnSpMk id="17" creationId="{C4030FDA-0152-36C0-3EA1-EABBE40A2A7C}"/>
          </ac:cxnSpMkLst>
        </pc:cxnChg>
        <pc:cxnChg chg="del">
          <ac:chgData name="Peethala Rajiv Roy (PED/Hosur/TVSMotor)" userId="e2d9917c-f3dd-4083-a688-e3a90de602c2" providerId="ADAL" clId="{7AECE3AF-5704-4967-BD45-876FBB82BAF3}" dt="2026-08-15T12:30:03.539" v="9604" actId="478"/>
          <ac:cxnSpMkLst>
            <pc:docMk/>
            <pc:sldMk cId="412494252" sldId="475"/>
            <ac:cxnSpMk id="18" creationId="{6F01D243-016B-4FBF-4498-19410FF4992E}"/>
          </ac:cxnSpMkLst>
        </pc:cxnChg>
        <pc:cxnChg chg="del">
          <ac:chgData name="Peethala Rajiv Roy (PED/Hosur/TVSMotor)" userId="e2d9917c-f3dd-4083-a688-e3a90de602c2" providerId="ADAL" clId="{7AECE3AF-5704-4967-BD45-876FBB82BAF3}" dt="2026-08-15T12:30:03.539" v="9604" actId="478"/>
          <ac:cxnSpMkLst>
            <pc:docMk/>
            <pc:sldMk cId="412494252" sldId="475"/>
            <ac:cxnSpMk id="20" creationId="{B7C4BE5F-34A5-BDFF-9D0E-D64CBC208CB0}"/>
          </ac:cxnSpMkLst>
        </pc:cxnChg>
      </pc:sldChg>
      <pc:sldChg chg="addSp delSp modSp add mod">
        <pc:chgData name="Peethala Rajiv Roy (PED/Hosur/TVSMotor)" userId="e2d9917c-f3dd-4083-a688-e3a90de602c2" providerId="ADAL" clId="{7AECE3AF-5704-4967-BD45-876FBB82BAF3}" dt="2026-08-15T12:39:52.375" v="9738" actId="1076"/>
        <pc:sldMkLst>
          <pc:docMk/>
          <pc:sldMk cId="3608592010" sldId="476"/>
        </pc:sldMkLst>
        <pc:spChg chg="mod">
          <ac:chgData name="Peethala Rajiv Roy (PED/Hosur/TVSMotor)" userId="e2d9917c-f3dd-4083-a688-e3a90de602c2" providerId="ADAL" clId="{7AECE3AF-5704-4967-BD45-876FBB82BAF3}" dt="2026-08-15T12:39:52.375" v="9738" actId="1076"/>
          <ac:spMkLst>
            <pc:docMk/>
            <pc:sldMk cId="3608592010" sldId="476"/>
            <ac:spMk id="14" creationId="{9D2DBB9F-1746-3E8A-6F09-313C910B5BDC}"/>
          </ac:spMkLst>
        </pc:spChg>
        <pc:spChg chg="mod">
          <ac:chgData name="Peethala Rajiv Roy (PED/Hosur/TVSMotor)" userId="e2d9917c-f3dd-4083-a688-e3a90de602c2" providerId="ADAL" clId="{7AECE3AF-5704-4967-BD45-876FBB82BAF3}" dt="2026-08-15T12:38:25.520" v="9706" actId="20577"/>
          <ac:spMkLst>
            <pc:docMk/>
            <pc:sldMk cId="3608592010" sldId="476"/>
            <ac:spMk id="21" creationId="{8386447E-685D-1DAC-EDDB-48E9EB701136}"/>
          </ac:spMkLst>
        </pc:spChg>
        <pc:spChg chg="mod">
          <ac:chgData name="Peethala Rajiv Roy (PED/Hosur/TVSMotor)" userId="e2d9917c-f3dd-4083-a688-e3a90de602c2" providerId="ADAL" clId="{7AECE3AF-5704-4967-BD45-876FBB82BAF3}" dt="2026-08-15T12:38:10.740" v="9694" actId="1076"/>
          <ac:spMkLst>
            <pc:docMk/>
            <pc:sldMk cId="3608592010" sldId="476"/>
            <ac:spMk id="22" creationId="{E811BFD9-3B8A-ED88-0FBE-492B681C5BC0}"/>
          </ac:spMkLst>
        </pc:spChg>
        <pc:spChg chg="add mod">
          <ac:chgData name="Peethala Rajiv Roy (PED/Hosur/TVSMotor)" userId="e2d9917c-f3dd-4083-a688-e3a90de602c2" providerId="ADAL" clId="{7AECE3AF-5704-4967-BD45-876FBB82BAF3}" dt="2026-08-15T12:38:40.779" v="9711" actId="20577"/>
          <ac:spMkLst>
            <pc:docMk/>
            <pc:sldMk cId="3608592010" sldId="476"/>
            <ac:spMk id="23" creationId="{82461668-4440-E5B3-8E6B-5D304364A73F}"/>
          </ac:spMkLst>
        </pc:spChg>
        <pc:spChg chg="mod">
          <ac:chgData name="Peethala Rajiv Roy (PED/Hosur/TVSMotor)" userId="e2d9917c-f3dd-4083-a688-e3a90de602c2" providerId="ADAL" clId="{7AECE3AF-5704-4967-BD45-876FBB82BAF3}" dt="2026-08-15T12:35:39.934" v="9676" actId="1076"/>
          <ac:spMkLst>
            <pc:docMk/>
            <pc:sldMk cId="3608592010" sldId="476"/>
            <ac:spMk id="24" creationId="{0B77D3F6-1C89-280B-1483-E1F4B49C7A6D}"/>
          </ac:spMkLst>
        </pc:spChg>
        <pc:grpChg chg="add mod">
          <ac:chgData name="Peethala Rajiv Roy (PED/Hosur/TVSMotor)" userId="e2d9917c-f3dd-4083-a688-e3a90de602c2" providerId="ADAL" clId="{7AECE3AF-5704-4967-BD45-876FBB82BAF3}" dt="2026-08-15T12:35:35.391" v="9675" actId="1076"/>
          <ac:grpSpMkLst>
            <pc:docMk/>
            <pc:sldMk cId="3608592010" sldId="476"/>
            <ac:grpSpMk id="10" creationId="{54CEDCE0-E18B-110E-A717-5B569AB9ED07}"/>
          </ac:grpSpMkLst>
        </pc:grpChg>
        <pc:picChg chg="del">
          <ac:chgData name="Peethala Rajiv Roy (PED/Hosur/TVSMotor)" userId="e2d9917c-f3dd-4083-a688-e3a90de602c2" providerId="ADAL" clId="{7AECE3AF-5704-4967-BD45-876FBB82BAF3}" dt="2026-08-15T12:33:14.889" v="9658" actId="478"/>
          <ac:picMkLst>
            <pc:docMk/>
            <pc:sldMk cId="3608592010" sldId="476"/>
            <ac:picMk id="3" creationId="{01447DDE-7A03-8846-2F5C-C79BE65CA926}"/>
          </ac:picMkLst>
        </pc:picChg>
        <pc:picChg chg="add mod">
          <ac:chgData name="Peethala Rajiv Roy (PED/Hosur/TVSMotor)" userId="e2d9917c-f3dd-4083-a688-e3a90de602c2" providerId="ADAL" clId="{7AECE3AF-5704-4967-BD45-876FBB82BAF3}" dt="2026-08-15T12:35:14.527" v="9673" actId="208"/>
          <ac:picMkLst>
            <pc:docMk/>
            <pc:sldMk cId="3608592010" sldId="476"/>
            <ac:picMk id="6" creationId="{765E72B3-7776-376A-1B3A-5097C34FC07E}"/>
          </ac:picMkLst>
        </pc:picChg>
        <pc:picChg chg="del">
          <ac:chgData name="Peethala Rajiv Roy (PED/Hosur/TVSMotor)" userId="e2d9917c-f3dd-4083-a688-e3a90de602c2" providerId="ADAL" clId="{7AECE3AF-5704-4967-BD45-876FBB82BAF3}" dt="2026-08-15T12:33:12.723" v="9657" actId="478"/>
          <ac:picMkLst>
            <pc:docMk/>
            <pc:sldMk cId="3608592010" sldId="476"/>
            <ac:picMk id="8" creationId="{49E6940B-ACC2-2484-1C46-9A0739CCDEED}"/>
          </ac:picMkLst>
        </pc:picChg>
        <pc:picChg chg="add mod">
          <ac:chgData name="Peethala Rajiv Roy (PED/Hosur/TVSMotor)" userId="e2d9917c-f3dd-4083-a688-e3a90de602c2" providerId="ADAL" clId="{7AECE3AF-5704-4967-BD45-876FBB82BAF3}" dt="2026-08-15T12:35:18.866" v="9674" actId="1037"/>
          <ac:picMkLst>
            <pc:docMk/>
            <pc:sldMk cId="3608592010" sldId="476"/>
            <ac:picMk id="9" creationId="{8A57895F-9DE6-8879-DC0F-33BE388805D3}"/>
          </ac:picMkLst>
        </pc:picChg>
        <pc:picChg chg="add mod">
          <ac:chgData name="Peethala Rajiv Roy (PED/Hosur/TVSMotor)" userId="e2d9917c-f3dd-4083-a688-e3a90de602c2" providerId="ADAL" clId="{7AECE3AF-5704-4967-BD45-876FBB82BAF3}" dt="2026-08-15T12:37:57.813" v="9689" actId="208"/>
          <ac:picMkLst>
            <pc:docMk/>
            <pc:sldMk cId="3608592010" sldId="476"/>
            <ac:picMk id="12" creationId="{5FFFDE0E-FD10-0F3B-7710-81A6DA5C3167}"/>
          </ac:picMkLst>
        </pc:picChg>
        <pc:picChg chg="add mod">
          <ac:chgData name="Peethala Rajiv Roy (PED/Hosur/TVSMotor)" userId="e2d9917c-f3dd-4083-a688-e3a90de602c2" providerId="ADAL" clId="{7AECE3AF-5704-4967-BD45-876FBB82BAF3}" dt="2026-08-15T12:38:03.325" v="9691" actId="14100"/>
          <ac:picMkLst>
            <pc:docMk/>
            <pc:sldMk cId="3608592010" sldId="476"/>
            <ac:picMk id="16" creationId="{C242CA54-9FD6-7203-562C-74644582DADD}"/>
          </ac:picMkLst>
        </pc:picChg>
        <pc:picChg chg="add mod">
          <ac:chgData name="Peethala Rajiv Roy (PED/Hosur/TVSMotor)" userId="e2d9917c-f3dd-4083-a688-e3a90de602c2" providerId="ADAL" clId="{7AECE3AF-5704-4967-BD45-876FBB82BAF3}" dt="2026-08-15T12:38:54.222" v="9714" actId="14100"/>
          <ac:picMkLst>
            <pc:docMk/>
            <pc:sldMk cId="3608592010" sldId="476"/>
            <ac:picMk id="19" creationId="{5B0B76F2-625F-E2A3-A9EC-4C32EC771617}"/>
          </ac:picMkLst>
        </pc:picChg>
        <pc:cxnChg chg="del mod">
          <ac:chgData name="Peethala Rajiv Roy (PED/Hosur/TVSMotor)" userId="e2d9917c-f3dd-4083-a688-e3a90de602c2" providerId="ADAL" clId="{7AECE3AF-5704-4967-BD45-876FBB82BAF3}" dt="2026-08-15T12:39:01.185" v="9715" actId="478"/>
          <ac:cxnSpMkLst>
            <pc:docMk/>
            <pc:sldMk cId="3608592010" sldId="476"/>
            <ac:cxnSpMk id="13" creationId="{9524F19A-4A67-0601-254F-67F8B89782D5}"/>
          </ac:cxnSpMkLst>
        </pc:cxnChg>
        <pc:cxnChg chg="mod">
          <ac:chgData name="Peethala Rajiv Roy (PED/Hosur/TVSMotor)" userId="e2d9917c-f3dd-4083-a688-e3a90de602c2" providerId="ADAL" clId="{7AECE3AF-5704-4967-BD45-876FBB82BAF3}" dt="2026-08-15T12:38:19.468" v="9695" actId="1076"/>
          <ac:cxnSpMkLst>
            <pc:docMk/>
            <pc:sldMk cId="3608592010" sldId="476"/>
            <ac:cxnSpMk id="17" creationId="{7743B9A2-E523-4167-53F0-6C0B394C7761}"/>
          </ac:cxnSpMkLst>
        </pc:cxnChg>
        <pc:cxnChg chg="add mod">
          <ac:chgData name="Peethala Rajiv Roy (PED/Hosur/TVSMotor)" userId="e2d9917c-f3dd-4083-a688-e3a90de602c2" providerId="ADAL" clId="{7AECE3AF-5704-4967-BD45-876FBB82BAF3}" dt="2026-08-15T12:38:37.804" v="9708" actId="1076"/>
          <ac:cxnSpMkLst>
            <pc:docMk/>
            <pc:sldMk cId="3608592010" sldId="476"/>
            <ac:cxnSpMk id="20" creationId="{37E39338-D978-337C-88FB-60D2BA47B503}"/>
          </ac:cxnSpMkLst>
        </pc:cxnChg>
        <pc:cxnChg chg="add del mod">
          <ac:chgData name="Peethala Rajiv Roy (PED/Hosur/TVSMotor)" userId="e2d9917c-f3dd-4083-a688-e3a90de602c2" providerId="ADAL" clId="{7AECE3AF-5704-4967-BD45-876FBB82BAF3}" dt="2026-08-15T12:39:34.789" v="9735" actId="478"/>
          <ac:cxnSpMkLst>
            <pc:docMk/>
            <pc:sldMk cId="3608592010" sldId="476"/>
            <ac:cxnSpMk id="26" creationId="{118BB424-0DF9-84BA-4B1C-8FF32E114B85}"/>
          </ac:cxnSpMkLst>
        </pc:cxnChg>
        <pc:cxnChg chg="add mod">
          <ac:chgData name="Peethala Rajiv Roy (PED/Hosur/TVSMotor)" userId="e2d9917c-f3dd-4083-a688-e3a90de602c2" providerId="ADAL" clId="{7AECE3AF-5704-4967-BD45-876FBB82BAF3}" dt="2026-08-15T12:39:46.734" v="9737" actId="1076"/>
          <ac:cxnSpMkLst>
            <pc:docMk/>
            <pc:sldMk cId="3608592010" sldId="476"/>
            <ac:cxnSpMk id="28" creationId="{CB610091-0B34-34E0-D1D2-899424250390}"/>
          </ac:cxnSpMkLst>
        </pc:cxnChg>
      </pc:sldChg>
      <pc:sldChg chg="addSp delSp modSp add mod">
        <pc:chgData name="Peethala Rajiv Roy (PED/Hosur/TVSMotor)" userId="e2d9917c-f3dd-4083-a688-e3a90de602c2" providerId="ADAL" clId="{7AECE3AF-5704-4967-BD45-876FBB82BAF3}" dt="2026-08-15T12:52:17.009" v="9850" actId="20577"/>
        <pc:sldMkLst>
          <pc:docMk/>
          <pc:sldMk cId="2762894262" sldId="477"/>
        </pc:sldMkLst>
        <pc:spChg chg="del">
          <ac:chgData name="Peethala Rajiv Roy (PED/Hosur/TVSMotor)" userId="e2d9917c-f3dd-4083-a688-e3a90de602c2" providerId="ADAL" clId="{7AECE3AF-5704-4967-BD45-876FBB82BAF3}" dt="2026-08-15T12:50:39.993" v="9818" actId="478"/>
          <ac:spMkLst>
            <pc:docMk/>
            <pc:sldMk cId="2762894262" sldId="477"/>
            <ac:spMk id="14" creationId="{9D673B5E-F3C7-1E14-8739-769D3556BDD2}"/>
          </ac:spMkLst>
        </pc:spChg>
        <pc:spChg chg="mod">
          <ac:chgData name="Peethala Rajiv Roy (PED/Hosur/TVSMotor)" userId="e2d9917c-f3dd-4083-a688-e3a90de602c2" providerId="ADAL" clId="{7AECE3AF-5704-4967-BD45-876FBB82BAF3}" dt="2026-08-15T12:52:17.009" v="9850" actId="20577"/>
          <ac:spMkLst>
            <pc:docMk/>
            <pc:sldMk cId="2762894262" sldId="477"/>
            <ac:spMk id="21" creationId="{11D5D0D8-F390-6C61-F141-7872AE49F99D}"/>
          </ac:spMkLst>
        </pc:spChg>
        <pc:spChg chg="mod">
          <ac:chgData name="Peethala Rajiv Roy (PED/Hosur/TVSMotor)" userId="e2d9917c-f3dd-4083-a688-e3a90de602c2" providerId="ADAL" clId="{7AECE3AF-5704-4967-BD45-876FBB82BAF3}" dt="2026-08-15T12:40:17.661" v="9748" actId="20577"/>
          <ac:spMkLst>
            <pc:docMk/>
            <pc:sldMk cId="2762894262" sldId="477"/>
            <ac:spMk id="22" creationId="{972194E5-F843-E2A2-AEE1-2AAE4449FC6E}"/>
          </ac:spMkLst>
        </pc:spChg>
        <pc:spChg chg="mod">
          <ac:chgData name="Peethala Rajiv Roy (PED/Hosur/TVSMotor)" userId="e2d9917c-f3dd-4083-a688-e3a90de602c2" providerId="ADAL" clId="{7AECE3AF-5704-4967-BD45-876FBB82BAF3}" dt="2026-08-15T12:51:42.413" v="9832" actId="1076"/>
          <ac:spMkLst>
            <pc:docMk/>
            <pc:sldMk cId="2762894262" sldId="477"/>
            <ac:spMk id="23" creationId="{31A09D5D-D6B9-5A80-2177-C6A114DA784E}"/>
          </ac:spMkLst>
        </pc:spChg>
        <pc:spChg chg="mod">
          <ac:chgData name="Peethala Rajiv Roy (PED/Hosur/TVSMotor)" userId="e2d9917c-f3dd-4083-a688-e3a90de602c2" providerId="ADAL" clId="{7AECE3AF-5704-4967-BD45-876FBB82BAF3}" dt="2026-08-15T12:50:34.322" v="9817" actId="1076"/>
          <ac:spMkLst>
            <pc:docMk/>
            <pc:sldMk cId="2762894262" sldId="477"/>
            <ac:spMk id="24" creationId="{EA29D786-0336-EBF5-AE2A-EADE349A1A01}"/>
          </ac:spMkLst>
        </pc:spChg>
        <pc:spChg chg="add mod">
          <ac:chgData name="Peethala Rajiv Roy (PED/Hosur/TVSMotor)" userId="e2d9917c-f3dd-4083-a688-e3a90de602c2" providerId="ADAL" clId="{7AECE3AF-5704-4967-BD45-876FBB82BAF3}" dt="2026-08-15T12:51:36.743" v="9831" actId="1076"/>
          <ac:spMkLst>
            <pc:docMk/>
            <pc:sldMk cId="2762894262" sldId="477"/>
            <ac:spMk id="41" creationId="{998BC870-1CF2-817E-7CDB-5B7915BB4D2F}"/>
          </ac:spMkLst>
        </pc:spChg>
        <pc:spChg chg="add mod">
          <ac:chgData name="Peethala Rajiv Roy (PED/Hosur/TVSMotor)" userId="e2d9917c-f3dd-4083-a688-e3a90de602c2" providerId="ADAL" clId="{7AECE3AF-5704-4967-BD45-876FBB82BAF3}" dt="2026-08-15T12:51:51.369" v="9840" actId="20577"/>
          <ac:spMkLst>
            <pc:docMk/>
            <pc:sldMk cId="2762894262" sldId="477"/>
            <ac:spMk id="43" creationId="{3351E510-E734-252B-1AAB-37B7E77ED0F9}"/>
          </ac:spMkLst>
        </pc:spChg>
        <pc:grpChg chg="del">
          <ac:chgData name="Peethala Rajiv Roy (PED/Hosur/TVSMotor)" userId="e2d9917c-f3dd-4083-a688-e3a90de602c2" providerId="ADAL" clId="{7AECE3AF-5704-4967-BD45-876FBB82BAF3}" dt="2026-08-15T12:41:17.818" v="9749" actId="478"/>
          <ac:grpSpMkLst>
            <pc:docMk/>
            <pc:sldMk cId="2762894262" sldId="477"/>
            <ac:grpSpMk id="10" creationId="{9B2D2F0C-B4A9-312D-8638-111184AE0747}"/>
          </ac:grpSpMkLst>
        </pc:grpChg>
        <pc:grpChg chg="add mod">
          <ac:chgData name="Peethala Rajiv Roy (PED/Hosur/TVSMotor)" userId="e2d9917c-f3dd-4083-a688-e3a90de602c2" providerId="ADAL" clId="{7AECE3AF-5704-4967-BD45-876FBB82BAF3}" dt="2026-08-15T12:42:21.698" v="9761" actId="164"/>
          <ac:grpSpMkLst>
            <pc:docMk/>
            <pc:sldMk cId="2762894262" sldId="477"/>
            <ac:grpSpMk id="11" creationId="{DC2397B0-EFE9-1F42-B044-66A47C84A814}"/>
          </ac:grpSpMkLst>
        </pc:grpChg>
        <pc:grpChg chg="add mod">
          <ac:chgData name="Peethala Rajiv Roy (PED/Hosur/TVSMotor)" userId="e2d9917c-f3dd-4083-a688-e3a90de602c2" providerId="ADAL" clId="{7AECE3AF-5704-4967-BD45-876FBB82BAF3}" dt="2026-08-15T12:50:24.471" v="9815" actId="1076"/>
          <ac:grpSpMkLst>
            <pc:docMk/>
            <pc:sldMk cId="2762894262" sldId="477"/>
            <ac:grpSpMk id="37" creationId="{FEB59698-E8AB-917C-0D3B-39806F77C562}"/>
          </ac:grpSpMkLst>
        </pc:grpChg>
        <pc:grpChg chg="add mod">
          <ac:chgData name="Peethala Rajiv Roy (PED/Hosur/TVSMotor)" userId="e2d9917c-f3dd-4083-a688-e3a90de602c2" providerId="ADAL" clId="{7AECE3AF-5704-4967-BD45-876FBB82BAF3}" dt="2026-08-15T12:50:21.507" v="9814" actId="1076"/>
          <ac:grpSpMkLst>
            <pc:docMk/>
            <pc:sldMk cId="2762894262" sldId="477"/>
            <ac:grpSpMk id="38" creationId="{9AF009CD-80FB-DE5B-7968-8CA432929020}"/>
          </ac:grpSpMkLst>
        </pc:grpChg>
        <pc:grpChg chg="add mod">
          <ac:chgData name="Peethala Rajiv Roy (PED/Hosur/TVSMotor)" userId="e2d9917c-f3dd-4083-a688-e3a90de602c2" providerId="ADAL" clId="{7AECE3AF-5704-4967-BD45-876FBB82BAF3}" dt="2026-08-15T12:50:19.362" v="9813" actId="1076"/>
          <ac:grpSpMkLst>
            <pc:docMk/>
            <pc:sldMk cId="2762894262" sldId="477"/>
            <ac:grpSpMk id="39" creationId="{D47B58A6-B76E-BF0C-D5DA-CA920CC4CA87}"/>
          </ac:grpSpMkLst>
        </pc:grpChg>
        <pc:picChg chg="add mod">
          <ac:chgData name="Peethala Rajiv Roy (PED/Hosur/TVSMotor)" userId="e2d9917c-f3dd-4083-a688-e3a90de602c2" providerId="ADAL" clId="{7AECE3AF-5704-4967-BD45-876FBB82BAF3}" dt="2026-08-15T12:42:21.698" v="9761" actId="164"/>
          <ac:picMkLst>
            <pc:docMk/>
            <pc:sldMk cId="2762894262" sldId="477"/>
            <ac:picMk id="3" creationId="{6A90F13C-581E-836A-1BAD-3BC7161556A2}"/>
          </ac:picMkLst>
        </pc:picChg>
        <pc:picChg chg="add mod">
          <ac:chgData name="Peethala Rajiv Roy (PED/Hosur/TVSMotor)" userId="e2d9917c-f3dd-4083-a688-e3a90de602c2" providerId="ADAL" clId="{7AECE3AF-5704-4967-BD45-876FBB82BAF3}" dt="2026-08-15T12:42:21.698" v="9761" actId="164"/>
          <ac:picMkLst>
            <pc:docMk/>
            <pc:sldMk cId="2762894262" sldId="477"/>
            <ac:picMk id="8" creationId="{2078A11D-64B8-EC0B-151B-979836E7BB7A}"/>
          </ac:picMkLst>
        </pc:picChg>
        <pc:picChg chg="del">
          <ac:chgData name="Peethala Rajiv Roy (PED/Hosur/TVSMotor)" userId="e2d9917c-f3dd-4083-a688-e3a90de602c2" providerId="ADAL" clId="{7AECE3AF-5704-4967-BD45-876FBB82BAF3}" dt="2026-08-15T12:42:25.902" v="9762" actId="478"/>
          <ac:picMkLst>
            <pc:docMk/>
            <pc:sldMk cId="2762894262" sldId="477"/>
            <ac:picMk id="12" creationId="{3E1D2E5E-D0A7-ADBC-C291-22D35F934FD6}"/>
          </ac:picMkLst>
        </pc:picChg>
        <pc:picChg chg="add mod">
          <ac:chgData name="Peethala Rajiv Roy (PED/Hosur/TVSMotor)" userId="e2d9917c-f3dd-4083-a688-e3a90de602c2" providerId="ADAL" clId="{7AECE3AF-5704-4967-BD45-876FBB82BAF3}" dt="2026-08-15T12:50:30.151" v="9816" actId="1076"/>
          <ac:picMkLst>
            <pc:docMk/>
            <pc:sldMk cId="2762894262" sldId="477"/>
            <ac:picMk id="15" creationId="{82FD4762-A44B-63D4-85AE-19B838F75C65}"/>
          </ac:picMkLst>
        </pc:picChg>
        <pc:picChg chg="del">
          <ac:chgData name="Peethala Rajiv Roy (PED/Hosur/TVSMotor)" userId="e2d9917c-f3dd-4083-a688-e3a90de602c2" providerId="ADAL" clId="{7AECE3AF-5704-4967-BD45-876FBB82BAF3}" dt="2026-08-15T12:42:26.679" v="9763" actId="478"/>
          <ac:picMkLst>
            <pc:docMk/>
            <pc:sldMk cId="2762894262" sldId="477"/>
            <ac:picMk id="16" creationId="{B082FB5E-3AC5-CE10-A2A8-F18A7C5635D9}"/>
          </ac:picMkLst>
        </pc:picChg>
        <pc:picChg chg="del">
          <ac:chgData name="Peethala Rajiv Roy (PED/Hosur/TVSMotor)" userId="e2d9917c-f3dd-4083-a688-e3a90de602c2" providerId="ADAL" clId="{7AECE3AF-5704-4967-BD45-876FBB82BAF3}" dt="2026-08-15T12:42:27.583" v="9764" actId="478"/>
          <ac:picMkLst>
            <pc:docMk/>
            <pc:sldMk cId="2762894262" sldId="477"/>
            <ac:picMk id="19" creationId="{57802952-A38D-5C5F-8A99-EAF75C70B814}"/>
          </ac:picMkLst>
        </pc:picChg>
        <pc:picChg chg="add mod">
          <ac:chgData name="Peethala Rajiv Roy (PED/Hosur/TVSMotor)" userId="e2d9917c-f3dd-4083-a688-e3a90de602c2" providerId="ADAL" clId="{7AECE3AF-5704-4967-BD45-876FBB82BAF3}" dt="2026-08-15T12:50:03.622" v="9810" actId="164"/>
          <ac:picMkLst>
            <pc:docMk/>
            <pc:sldMk cId="2762894262" sldId="477"/>
            <ac:picMk id="25" creationId="{BAFBC12D-5CCF-188A-ECC3-0330C62CFCD2}"/>
          </ac:picMkLst>
        </pc:picChg>
        <pc:picChg chg="add mod">
          <ac:chgData name="Peethala Rajiv Roy (PED/Hosur/TVSMotor)" userId="e2d9917c-f3dd-4083-a688-e3a90de602c2" providerId="ADAL" clId="{7AECE3AF-5704-4967-BD45-876FBB82BAF3}" dt="2026-08-15T12:50:03.622" v="9810" actId="164"/>
          <ac:picMkLst>
            <pc:docMk/>
            <pc:sldMk cId="2762894262" sldId="477"/>
            <ac:picMk id="27" creationId="{6556C527-8886-6D7C-2E19-99FE6F7F9955}"/>
          </ac:picMkLst>
        </pc:picChg>
        <pc:picChg chg="add mod">
          <ac:chgData name="Peethala Rajiv Roy (PED/Hosur/TVSMotor)" userId="e2d9917c-f3dd-4083-a688-e3a90de602c2" providerId="ADAL" clId="{7AECE3AF-5704-4967-BD45-876FBB82BAF3}" dt="2026-08-15T12:48:33.607" v="9796" actId="164"/>
          <ac:picMkLst>
            <pc:docMk/>
            <pc:sldMk cId="2762894262" sldId="477"/>
            <ac:picMk id="30" creationId="{3F47DBD3-97F9-8641-DDEC-5007F9E4152F}"/>
          </ac:picMkLst>
        </pc:picChg>
        <pc:picChg chg="add mod">
          <ac:chgData name="Peethala Rajiv Roy (PED/Hosur/TVSMotor)" userId="e2d9917c-f3dd-4083-a688-e3a90de602c2" providerId="ADAL" clId="{7AECE3AF-5704-4967-BD45-876FBB82BAF3}" dt="2026-08-15T12:48:33.607" v="9796" actId="164"/>
          <ac:picMkLst>
            <pc:docMk/>
            <pc:sldMk cId="2762894262" sldId="477"/>
            <ac:picMk id="32" creationId="{E72782F9-0E28-2F1D-59EF-5BD74528F315}"/>
          </ac:picMkLst>
        </pc:picChg>
        <pc:picChg chg="add mod">
          <ac:chgData name="Peethala Rajiv Roy (PED/Hosur/TVSMotor)" userId="e2d9917c-f3dd-4083-a688-e3a90de602c2" providerId="ADAL" clId="{7AECE3AF-5704-4967-BD45-876FBB82BAF3}" dt="2026-08-15T12:49:44.235" v="9805" actId="164"/>
          <ac:picMkLst>
            <pc:docMk/>
            <pc:sldMk cId="2762894262" sldId="477"/>
            <ac:picMk id="34" creationId="{B7CD3714-F5CC-9942-24EE-9A4B84225EF7}"/>
          </ac:picMkLst>
        </pc:picChg>
        <pc:picChg chg="add mod">
          <ac:chgData name="Peethala Rajiv Roy (PED/Hosur/TVSMotor)" userId="e2d9917c-f3dd-4083-a688-e3a90de602c2" providerId="ADAL" clId="{7AECE3AF-5704-4967-BD45-876FBB82BAF3}" dt="2026-08-15T12:49:44.235" v="9805" actId="164"/>
          <ac:picMkLst>
            <pc:docMk/>
            <pc:sldMk cId="2762894262" sldId="477"/>
            <ac:picMk id="36" creationId="{34AE43FD-C47B-0C89-A03E-6A6223E70C5E}"/>
          </ac:picMkLst>
        </pc:picChg>
        <pc:cxnChg chg="mod">
          <ac:chgData name="Peethala Rajiv Roy (PED/Hosur/TVSMotor)" userId="e2d9917c-f3dd-4083-a688-e3a90de602c2" providerId="ADAL" clId="{7AECE3AF-5704-4967-BD45-876FBB82BAF3}" dt="2026-08-15T12:52:05.382" v="9843" actId="1076"/>
          <ac:cxnSpMkLst>
            <pc:docMk/>
            <pc:sldMk cId="2762894262" sldId="477"/>
            <ac:cxnSpMk id="17" creationId="{BA9B8E45-EBB0-70AA-A23A-539919AD88D5}"/>
          </ac:cxnSpMkLst>
        </pc:cxnChg>
        <pc:cxnChg chg="mod">
          <ac:chgData name="Peethala Rajiv Roy (PED/Hosur/TVSMotor)" userId="e2d9917c-f3dd-4083-a688-e3a90de602c2" providerId="ADAL" clId="{7AECE3AF-5704-4967-BD45-876FBB82BAF3}" dt="2026-08-15T12:51:09.466" v="9829" actId="1036"/>
          <ac:cxnSpMkLst>
            <pc:docMk/>
            <pc:sldMk cId="2762894262" sldId="477"/>
            <ac:cxnSpMk id="20" creationId="{5D611088-626B-EEF9-B011-AE042566C643}"/>
          </ac:cxnSpMkLst>
        </pc:cxnChg>
        <pc:cxnChg chg="del">
          <ac:chgData name="Peethala Rajiv Roy (PED/Hosur/TVSMotor)" userId="e2d9917c-f3dd-4083-a688-e3a90de602c2" providerId="ADAL" clId="{7AECE3AF-5704-4967-BD45-876FBB82BAF3}" dt="2026-08-15T12:50:39.993" v="9818" actId="478"/>
          <ac:cxnSpMkLst>
            <pc:docMk/>
            <pc:sldMk cId="2762894262" sldId="477"/>
            <ac:cxnSpMk id="28" creationId="{8DE4EA12-32F8-26F5-D56E-1E173F6A01A8}"/>
          </ac:cxnSpMkLst>
        </pc:cxnChg>
        <pc:cxnChg chg="add mod">
          <ac:chgData name="Peethala Rajiv Roy (PED/Hosur/TVSMotor)" userId="e2d9917c-f3dd-4083-a688-e3a90de602c2" providerId="ADAL" clId="{7AECE3AF-5704-4967-BD45-876FBB82BAF3}" dt="2026-08-15T12:51:26.122" v="9830" actId="1076"/>
          <ac:cxnSpMkLst>
            <pc:docMk/>
            <pc:sldMk cId="2762894262" sldId="477"/>
            <ac:cxnSpMk id="40" creationId="{47426366-E003-9B76-9002-B73FBA121B77}"/>
          </ac:cxnSpMkLst>
        </pc:cxnChg>
        <pc:cxnChg chg="add mod">
          <ac:chgData name="Peethala Rajiv Roy (PED/Hosur/TVSMotor)" userId="e2d9917c-f3dd-4083-a688-e3a90de602c2" providerId="ADAL" clId="{7AECE3AF-5704-4967-BD45-876FBB82BAF3}" dt="2026-08-15T12:50:53.723" v="9822" actId="1076"/>
          <ac:cxnSpMkLst>
            <pc:docMk/>
            <pc:sldMk cId="2762894262" sldId="477"/>
            <ac:cxnSpMk id="42" creationId="{6359AFA7-D3D2-3F84-9128-9BDBAEBB6BC5}"/>
          </ac:cxnSpMkLst>
        </pc:cxnChg>
      </pc:sldChg>
      <pc:sldChg chg="addSp delSp modSp add mod">
        <pc:chgData name="Peethala Rajiv Roy (PED/Hosur/TVSMotor)" userId="e2d9917c-f3dd-4083-a688-e3a90de602c2" providerId="ADAL" clId="{7AECE3AF-5704-4967-BD45-876FBB82BAF3}" dt="2026-08-15T13:07:40.824" v="9914" actId="208"/>
        <pc:sldMkLst>
          <pc:docMk/>
          <pc:sldMk cId="850632238" sldId="478"/>
        </pc:sldMkLst>
        <pc:spChg chg="mod">
          <ac:chgData name="Peethala Rajiv Roy (PED/Hosur/TVSMotor)" userId="e2d9917c-f3dd-4083-a688-e3a90de602c2" providerId="ADAL" clId="{7AECE3AF-5704-4967-BD45-876FBB82BAF3}" dt="2026-08-15T13:06:25.884" v="9909" actId="1076"/>
          <ac:spMkLst>
            <pc:docMk/>
            <pc:sldMk cId="850632238" sldId="478"/>
            <ac:spMk id="10" creationId="{368D4737-3C97-5C01-AC25-4BF1AA7F15B5}"/>
          </ac:spMkLst>
        </pc:spChg>
        <pc:spChg chg="mod">
          <ac:chgData name="Peethala Rajiv Roy (PED/Hosur/TVSMotor)" userId="e2d9917c-f3dd-4083-a688-e3a90de602c2" providerId="ADAL" clId="{7AECE3AF-5704-4967-BD45-876FBB82BAF3}" dt="2026-08-15T13:06:11.266" v="9907" actId="1076"/>
          <ac:spMkLst>
            <pc:docMk/>
            <pc:sldMk cId="850632238" sldId="478"/>
            <ac:spMk id="19" creationId="{479C89EB-D3CD-7FCD-3223-BC28AA907090}"/>
          </ac:spMkLst>
        </pc:spChg>
        <pc:spChg chg="mod">
          <ac:chgData name="Peethala Rajiv Roy (PED/Hosur/TVSMotor)" userId="e2d9917c-f3dd-4083-a688-e3a90de602c2" providerId="ADAL" clId="{7AECE3AF-5704-4967-BD45-876FBB82BAF3}" dt="2026-08-15T13:06:19.863" v="9908" actId="1076"/>
          <ac:spMkLst>
            <pc:docMk/>
            <pc:sldMk cId="850632238" sldId="478"/>
            <ac:spMk id="21" creationId="{49B02B51-2F8B-1F2A-2EE6-1FC6D0EF6E67}"/>
          </ac:spMkLst>
        </pc:spChg>
        <pc:spChg chg="mod">
          <ac:chgData name="Peethala Rajiv Roy (PED/Hosur/TVSMotor)" userId="e2d9917c-f3dd-4083-a688-e3a90de602c2" providerId="ADAL" clId="{7AECE3AF-5704-4967-BD45-876FBB82BAF3}" dt="2026-08-15T13:04:14.699" v="9899" actId="20577"/>
          <ac:spMkLst>
            <pc:docMk/>
            <pc:sldMk cId="850632238" sldId="478"/>
            <ac:spMk id="22" creationId="{49FC8661-767D-9C02-207B-3484ACFE323C}"/>
          </ac:spMkLst>
        </pc:spChg>
        <pc:picChg chg="del">
          <ac:chgData name="Peethala Rajiv Roy (PED/Hosur/TVSMotor)" userId="e2d9917c-f3dd-4083-a688-e3a90de602c2" providerId="ADAL" clId="{7AECE3AF-5704-4967-BD45-876FBB82BAF3}" dt="2026-08-15T13:03:04.837" v="9886" actId="478"/>
          <ac:picMkLst>
            <pc:docMk/>
            <pc:sldMk cId="850632238" sldId="478"/>
            <ac:picMk id="3" creationId="{2AAE0EAA-2FF1-5D7E-765C-A90F5BF93BF0}"/>
          </ac:picMkLst>
        </pc:picChg>
        <pc:picChg chg="add mod">
          <ac:chgData name="Peethala Rajiv Roy (PED/Hosur/TVSMotor)" userId="e2d9917c-f3dd-4083-a688-e3a90de602c2" providerId="ADAL" clId="{7AECE3AF-5704-4967-BD45-876FBB82BAF3}" dt="2026-08-15T13:04:00.480" v="9890" actId="208"/>
          <ac:picMkLst>
            <pc:docMk/>
            <pc:sldMk cId="850632238" sldId="478"/>
            <ac:picMk id="6" creationId="{BB292B69-C6DF-9FDF-1505-2EA809F55117}"/>
          </ac:picMkLst>
        </pc:picChg>
        <pc:picChg chg="del">
          <ac:chgData name="Peethala Rajiv Roy (PED/Hosur/TVSMotor)" userId="e2d9917c-f3dd-4083-a688-e3a90de602c2" providerId="ADAL" clId="{7AECE3AF-5704-4967-BD45-876FBB82BAF3}" dt="2026-08-15T13:04:19.139" v="9900" actId="478"/>
          <ac:picMkLst>
            <pc:docMk/>
            <pc:sldMk cId="850632238" sldId="478"/>
            <ac:picMk id="8" creationId="{BC9A30F6-490D-C83A-FADD-637A1B43559A}"/>
          </ac:picMkLst>
        </pc:picChg>
        <pc:picChg chg="add mod">
          <ac:chgData name="Peethala Rajiv Roy (PED/Hosur/TVSMotor)" userId="e2d9917c-f3dd-4083-a688-e3a90de602c2" providerId="ADAL" clId="{7AECE3AF-5704-4967-BD45-876FBB82BAF3}" dt="2026-08-15T13:06:05.602" v="9906" actId="1076"/>
          <ac:picMkLst>
            <pc:docMk/>
            <pc:sldMk cId="850632238" sldId="478"/>
            <ac:picMk id="9" creationId="{E39364C4-6ED5-58EA-B270-3B14E83B177D}"/>
          </ac:picMkLst>
        </pc:picChg>
        <pc:picChg chg="add mod">
          <ac:chgData name="Peethala Rajiv Roy (PED/Hosur/TVSMotor)" userId="e2d9917c-f3dd-4083-a688-e3a90de602c2" providerId="ADAL" clId="{7AECE3AF-5704-4967-BD45-876FBB82BAF3}" dt="2026-08-15T13:07:40.824" v="9914" actId="208"/>
          <ac:picMkLst>
            <pc:docMk/>
            <pc:sldMk cId="850632238" sldId="478"/>
            <ac:picMk id="12" creationId="{1E186AD2-531F-820D-0554-791147A6E334}"/>
          </ac:picMkLst>
        </pc:picChg>
        <pc:picChg chg="del">
          <ac:chgData name="Peethala Rajiv Roy (PED/Hosur/TVSMotor)" userId="e2d9917c-f3dd-4083-a688-e3a90de602c2" providerId="ADAL" clId="{7AECE3AF-5704-4967-BD45-876FBB82BAF3}" dt="2026-08-15T13:06:27.954" v="9910" actId="478"/>
          <ac:picMkLst>
            <pc:docMk/>
            <pc:sldMk cId="850632238" sldId="478"/>
            <ac:picMk id="13" creationId="{934D280F-EF69-6439-ED6C-943C6AFD3757}"/>
          </ac:picMkLst>
        </pc:picChg>
        <pc:picChg chg="del">
          <ac:chgData name="Peethala Rajiv Roy (PED/Hosur/TVSMotor)" userId="e2d9917c-f3dd-4083-a688-e3a90de602c2" providerId="ADAL" clId="{7AECE3AF-5704-4967-BD45-876FBB82BAF3}" dt="2026-08-15T13:06:28.944" v="9911" actId="478"/>
          <ac:picMkLst>
            <pc:docMk/>
            <pc:sldMk cId="850632238" sldId="478"/>
            <ac:picMk id="15" creationId="{7796F92A-5667-990E-7DD6-B81C7B219163}"/>
          </ac:picMkLst>
        </pc:picChg>
        <pc:cxnChg chg="mod">
          <ac:chgData name="Peethala Rajiv Roy (PED/Hosur/TVSMotor)" userId="e2d9917c-f3dd-4083-a688-e3a90de602c2" providerId="ADAL" clId="{7AECE3AF-5704-4967-BD45-876FBB82BAF3}" dt="2026-08-15T13:06:11.266" v="9907" actId="1076"/>
          <ac:cxnSpMkLst>
            <pc:docMk/>
            <pc:sldMk cId="850632238" sldId="478"/>
            <ac:cxnSpMk id="18" creationId="{80567188-9D2E-42E8-0C56-22E19CE35939}"/>
          </ac:cxnSpMkLst>
        </pc:cxnChg>
        <pc:cxnChg chg="mod">
          <ac:chgData name="Peethala Rajiv Roy (PED/Hosur/TVSMotor)" userId="e2d9917c-f3dd-4083-a688-e3a90de602c2" providerId="ADAL" clId="{7AECE3AF-5704-4967-BD45-876FBB82BAF3}" dt="2026-08-15T13:06:19.863" v="9908" actId="1076"/>
          <ac:cxnSpMkLst>
            <pc:docMk/>
            <pc:sldMk cId="850632238" sldId="478"/>
            <ac:cxnSpMk id="20" creationId="{AAC2B49D-8A58-38AD-6348-7842D806C53E}"/>
          </ac:cxnSpMkLst>
        </pc:cxnChg>
      </pc:sldChg>
      <pc:sldChg chg="addSp delSp modSp add mod">
        <pc:chgData name="Peethala Rajiv Roy (PED/Hosur/TVSMotor)" userId="e2d9917c-f3dd-4083-a688-e3a90de602c2" providerId="ADAL" clId="{7AECE3AF-5704-4967-BD45-876FBB82BAF3}" dt="2026-08-15T13:27:58.381" v="9965" actId="20577"/>
        <pc:sldMkLst>
          <pc:docMk/>
          <pc:sldMk cId="2886908044" sldId="479"/>
        </pc:sldMkLst>
        <pc:spChg chg="mod">
          <ac:chgData name="Peethala Rajiv Roy (PED/Hosur/TVSMotor)" userId="e2d9917c-f3dd-4083-a688-e3a90de602c2" providerId="ADAL" clId="{7AECE3AF-5704-4967-BD45-876FBB82BAF3}" dt="2026-08-15T13:19:37.486" v="9953" actId="1076"/>
          <ac:spMkLst>
            <pc:docMk/>
            <pc:sldMk cId="2886908044" sldId="479"/>
            <ac:spMk id="10" creationId="{7A5B9EB3-6C87-25A7-D352-D664E5865A05}"/>
          </ac:spMkLst>
        </pc:spChg>
        <pc:spChg chg="mod">
          <ac:chgData name="Peethala Rajiv Roy (PED/Hosur/TVSMotor)" userId="e2d9917c-f3dd-4083-a688-e3a90de602c2" providerId="ADAL" clId="{7AECE3AF-5704-4967-BD45-876FBB82BAF3}" dt="2026-08-15T13:10:38.244" v="9951" actId="1076"/>
          <ac:spMkLst>
            <pc:docMk/>
            <pc:sldMk cId="2886908044" sldId="479"/>
            <ac:spMk id="19" creationId="{0D6920B4-6A1C-0020-3C73-BC98B6354706}"/>
          </ac:spMkLst>
        </pc:spChg>
        <pc:spChg chg="mod">
          <ac:chgData name="Peethala Rajiv Roy (PED/Hosur/TVSMotor)" userId="e2d9917c-f3dd-4083-a688-e3a90de602c2" providerId="ADAL" clId="{7AECE3AF-5704-4967-BD45-876FBB82BAF3}" dt="2026-08-15T13:10:42.935" v="9952" actId="1076"/>
          <ac:spMkLst>
            <pc:docMk/>
            <pc:sldMk cId="2886908044" sldId="479"/>
            <ac:spMk id="21" creationId="{82D1CB78-AC05-743A-75C4-BDC38CB73F28}"/>
          </ac:spMkLst>
        </pc:spChg>
        <pc:spChg chg="mod">
          <ac:chgData name="Peethala Rajiv Roy (PED/Hosur/TVSMotor)" userId="e2d9917c-f3dd-4083-a688-e3a90de602c2" providerId="ADAL" clId="{7AECE3AF-5704-4967-BD45-876FBB82BAF3}" dt="2026-08-15T13:27:58.381" v="9965" actId="20577"/>
          <ac:spMkLst>
            <pc:docMk/>
            <pc:sldMk cId="2886908044" sldId="479"/>
            <ac:spMk id="22" creationId="{E6D48202-E2F5-FB13-7CC6-7A2F768DA24F}"/>
          </ac:spMkLst>
        </pc:spChg>
        <pc:picChg chg="add mod">
          <ac:chgData name="Peethala Rajiv Roy (PED/Hosur/TVSMotor)" userId="e2d9917c-f3dd-4083-a688-e3a90de602c2" providerId="ADAL" clId="{7AECE3AF-5704-4967-BD45-876FBB82BAF3}" dt="2026-08-15T13:22:30.893" v="9954" actId="1076"/>
          <ac:picMkLst>
            <pc:docMk/>
            <pc:sldMk cId="2886908044" sldId="479"/>
            <ac:picMk id="3" creationId="{EB74DDCD-1292-7C7B-EDBB-8E602F585437}"/>
          </ac:picMkLst>
        </pc:picChg>
        <pc:picChg chg="del">
          <ac:chgData name="Peethala Rajiv Roy (PED/Hosur/TVSMotor)" userId="e2d9917c-f3dd-4083-a688-e3a90de602c2" providerId="ADAL" clId="{7AECE3AF-5704-4967-BD45-876FBB82BAF3}" dt="2026-08-15T13:08:15.605" v="9934" actId="478"/>
          <ac:picMkLst>
            <pc:docMk/>
            <pc:sldMk cId="2886908044" sldId="479"/>
            <ac:picMk id="6" creationId="{52C96EDB-E7A2-F641-62DD-2D8F57C3CAE8}"/>
          </ac:picMkLst>
        </pc:picChg>
        <pc:picChg chg="add mod">
          <ac:chgData name="Peethala Rajiv Roy (PED/Hosur/TVSMotor)" userId="e2d9917c-f3dd-4083-a688-e3a90de602c2" providerId="ADAL" clId="{7AECE3AF-5704-4967-BD45-876FBB82BAF3}" dt="2026-08-15T13:09:34.646" v="9945" actId="208"/>
          <ac:picMkLst>
            <pc:docMk/>
            <pc:sldMk cId="2886908044" sldId="479"/>
            <ac:picMk id="8" creationId="{7325AA06-3353-D0FF-2D98-1CF6A22E37EE}"/>
          </ac:picMkLst>
        </pc:picChg>
        <pc:picChg chg="del">
          <ac:chgData name="Peethala Rajiv Roy (PED/Hosur/TVSMotor)" userId="e2d9917c-f3dd-4083-a688-e3a90de602c2" providerId="ADAL" clId="{7AECE3AF-5704-4967-BD45-876FBB82BAF3}" dt="2026-08-15T13:08:16.572" v="9935" actId="478"/>
          <ac:picMkLst>
            <pc:docMk/>
            <pc:sldMk cId="2886908044" sldId="479"/>
            <ac:picMk id="9" creationId="{7CEA874D-D45E-0DBE-A4EA-A703D0038051}"/>
          </ac:picMkLst>
        </pc:picChg>
        <pc:picChg chg="del">
          <ac:chgData name="Peethala Rajiv Roy (PED/Hosur/TVSMotor)" userId="e2d9917c-f3dd-4083-a688-e3a90de602c2" providerId="ADAL" clId="{7AECE3AF-5704-4967-BD45-876FBB82BAF3}" dt="2026-08-15T13:08:17.503" v="9936" actId="478"/>
          <ac:picMkLst>
            <pc:docMk/>
            <pc:sldMk cId="2886908044" sldId="479"/>
            <ac:picMk id="12" creationId="{52196DCC-C230-3A64-9C90-F8515FE0408D}"/>
          </ac:picMkLst>
        </pc:picChg>
        <pc:picChg chg="add mod">
          <ac:chgData name="Peethala Rajiv Roy (PED/Hosur/TVSMotor)" userId="e2d9917c-f3dd-4083-a688-e3a90de602c2" providerId="ADAL" clId="{7AECE3AF-5704-4967-BD45-876FBB82BAF3}" dt="2026-08-15T13:10:30.696" v="9950" actId="208"/>
          <ac:picMkLst>
            <pc:docMk/>
            <pc:sldMk cId="2886908044" sldId="479"/>
            <ac:picMk id="13" creationId="{590C4193-16C6-ACD5-C6FE-31070F8C2C0A}"/>
          </ac:picMkLst>
        </pc:picChg>
        <pc:cxnChg chg="mod">
          <ac:chgData name="Peethala Rajiv Roy (PED/Hosur/TVSMotor)" userId="e2d9917c-f3dd-4083-a688-e3a90de602c2" providerId="ADAL" clId="{7AECE3AF-5704-4967-BD45-876FBB82BAF3}" dt="2026-08-15T13:10:38.244" v="9951" actId="1076"/>
          <ac:cxnSpMkLst>
            <pc:docMk/>
            <pc:sldMk cId="2886908044" sldId="479"/>
            <ac:cxnSpMk id="18" creationId="{9D896B8D-00CD-BEDD-F655-2EC5A243F3AB}"/>
          </ac:cxnSpMkLst>
        </pc:cxnChg>
        <pc:cxnChg chg="mod">
          <ac:chgData name="Peethala Rajiv Roy (PED/Hosur/TVSMotor)" userId="e2d9917c-f3dd-4083-a688-e3a90de602c2" providerId="ADAL" clId="{7AECE3AF-5704-4967-BD45-876FBB82BAF3}" dt="2026-08-15T13:10:42.935" v="9952" actId="1076"/>
          <ac:cxnSpMkLst>
            <pc:docMk/>
            <pc:sldMk cId="2886908044" sldId="479"/>
            <ac:cxnSpMk id="20" creationId="{E38AB913-86CB-40AF-012A-133A9EFBA974}"/>
          </ac:cxnSpMkLst>
        </pc:cxnChg>
      </pc:sldChg>
      <pc:sldChg chg="addSp delSp modSp add mod">
        <pc:chgData name="Peethala Rajiv Roy (PED/Hosur/TVSMotor)" userId="e2d9917c-f3dd-4083-a688-e3a90de602c2" providerId="ADAL" clId="{7AECE3AF-5704-4967-BD45-876FBB82BAF3}" dt="2026-08-15T13:30:35.503" v="10005" actId="208"/>
        <pc:sldMkLst>
          <pc:docMk/>
          <pc:sldMk cId="425873091" sldId="480"/>
        </pc:sldMkLst>
        <pc:spChg chg="mod">
          <ac:chgData name="Peethala Rajiv Roy (PED/Hosur/TVSMotor)" userId="e2d9917c-f3dd-4083-a688-e3a90de602c2" providerId="ADAL" clId="{7AECE3AF-5704-4967-BD45-876FBB82BAF3}" dt="2026-08-15T13:29:52.940" v="10000" actId="1076"/>
          <ac:spMkLst>
            <pc:docMk/>
            <pc:sldMk cId="425873091" sldId="480"/>
            <ac:spMk id="19" creationId="{AD032ACA-F8BF-4B55-0662-63EADBF0D162}"/>
          </ac:spMkLst>
        </pc:spChg>
        <pc:spChg chg="mod">
          <ac:chgData name="Peethala Rajiv Roy (PED/Hosur/TVSMotor)" userId="e2d9917c-f3dd-4083-a688-e3a90de602c2" providerId="ADAL" clId="{7AECE3AF-5704-4967-BD45-876FBB82BAF3}" dt="2026-08-15T13:29:45.792" v="9999" actId="1076"/>
          <ac:spMkLst>
            <pc:docMk/>
            <pc:sldMk cId="425873091" sldId="480"/>
            <ac:spMk id="21" creationId="{1AFFFCAC-2E0C-17C3-7000-2167E4813AB4}"/>
          </ac:spMkLst>
        </pc:spChg>
        <pc:spChg chg="mod">
          <ac:chgData name="Peethala Rajiv Roy (PED/Hosur/TVSMotor)" userId="e2d9917c-f3dd-4083-a688-e3a90de602c2" providerId="ADAL" clId="{7AECE3AF-5704-4967-BD45-876FBB82BAF3}" dt="2026-08-15T13:28:16.703" v="9987" actId="20577"/>
          <ac:spMkLst>
            <pc:docMk/>
            <pc:sldMk cId="425873091" sldId="480"/>
            <ac:spMk id="22" creationId="{2427A338-17B9-414F-5F90-7B5F7DF716E8}"/>
          </ac:spMkLst>
        </pc:spChg>
        <pc:picChg chg="del">
          <ac:chgData name="Peethala Rajiv Roy (PED/Hosur/TVSMotor)" userId="e2d9917c-f3dd-4083-a688-e3a90de602c2" providerId="ADAL" clId="{7AECE3AF-5704-4967-BD45-876FBB82BAF3}" dt="2026-08-15T13:29:57.002" v="10001" actId="478"/>
          <ac:picMkLst>
            <pc:docMk/>
            <pc:sldMk cId="425873091" sldId="480"/>
            <ac:picMk id="3" creationId="{6B48CBA9-BF9B-1807-5F7C-446EA21169C2}"/>
          </ac:picMkLst>
        </pc:picChg>
        <pc:picChg chg="add mod">
          <ac:chgData name="Peethala Rajiv Roy (PED/Hosur/TVSMotor)" userId="e2d9917c-f3dd-4083-a688-e3a90de602c2" providerId="ADAL" clId="{7AECE3AF-5704-4967-BD45-876FBB82BAF3}" dt="2026-08-15T13:28:56.310" v="9992" actId="208"/>
          <ac:picMkLst>
            <pc:docMk/>
            <pc:sldMk cId="425873091" sldId="480"/>
            <ac:picMk id="6" creationId="{EA6DB563-4EAE-BEC6-F3FE-727D1C80E649}"/>
          </ac:picMkLst>
        </pc:picChg>
        <pc:picChg chg="del">
          <ac:chgData name="Peethala Rajiv Roy (PED/Hosur/TVSMotor)" userId="e2d9917c-f3dd-4083-a688-e3a90de602c2" providerId="ADAL" clId="{7AECE3AF-5704-4967-BD45-876FBB82BAF3}" dt="2026-08-15T13:28:20.487" v="9988" actId="478"/>
          <ac:picMkLst>
            <pc:docMk/>
            <pc:sldMk cId="425873091" sldId="480"/>
            <ac:picMk id="8" creationId="{46040738-A4E3-A73A-1AAB-D785E1B37B98}"/>
          </ac:picMkLst>
        </pc:picChg>
        <pc:picChg chg="add mod">
          <ac:chgData name="Peethala Rajiv Roy (PED/Hosur/TVSMotor)" userId="e2d9917c-f3dd-4083-a688-e3a90de602c2" providerId="ADAL" clId="{7AECE3AF-5704-4967-BD45-876FBB82BAF3}" dt="2026-08-15T13:29:31.562" v="9997" actId="208"/>
          <ac:picMkLst>
            <pc:docMk/>
            <pc:sldMk cId="425873091" sldId="480"/>
            <ac:picMk id="9" creationId="{51813A25-9805-6136-30BD-3234F71A5193}"/>
          </ac:picMkLst>
        </pc:picChg>
        <pc:picChg chg="add mod">
          <ac:chgData name="Peethala Rajiv Roy (PED/Hosur/TVSMotor)" userId="e2d9917c-f3dd-4083-a688-e3a90de602c2" providerId="ADAL" clId="{7AECE3AF-5704-4967-BD45-876FBB82BAF3}" dt="2026-08-15T13:30:35.503" v="10005" actId="208"/>
          <ac:picMkLst>
            <pc:docMk/>
            <pc:sldMk cId="425873091" sldId="480"/>
            <ac:picMk id="12" creationId="{1D7AF6F9-4557-2E5D-7105-865846DECC43}"/>
          </ac:picMkLst>
        </pc:picChg>
        <pc:picChg chg="del">
          <ac:chgData name="Peethala Rajiv Roy (PED/Hosur/TVSMotor)" userId="e2d9917c-f3dd-4083-a688-e3a90de602c2" providerId="ADAL" clId="{7AECE3AF-5704-4967-BD45-876FBB82BAF3}" dt="2026-08-15T13:28:58.920" v="9993" actId="478"/>
          <ac:picMkLst>
            <pc:docMk/>
            <pc:sldMk cId="425873091" sldId="480"/>
            <ac:picMk id="13" creationId="{CF26A0CC-DF78-6A21-601D-0DC0CC274DA7}"/>
          </ac:picMkLst>
        </pc:picChg>
        <pc:cxnChg chg="mod">
          <ac:chgData name="Peethala Rajiv Roy (PED/Hosur/TVSMotor)" userId="e2d9917c-f3dd-4083-a688-e3a90de602c2" providerId="ADAL" clId="{7AECE3AF-5704-4967-BD45-876FBB82BAF3}" dt="2026-08-15T13:29:40.204" v="9998" actId="1076"/>
          <ac:cxnSpMkLst>
            <pc:docMk/>
            <pc:sldMk cId="425873091" sldId="480"/>
            <ac:cxnSpMk id="18" creationId="{E883C0E6-CAF4-FCE1-3C32-9FA6689102EE}"/>
          </ac:cxnSpMkLst>
        </pc:cxnChg>
        <pc:cxnChg chg="mod">
          <ac:chgData name="Peethala Rajiv Roy (PED/Hosur/TVSMotor)" userId="e2d9917c-f3dd-4083-a688-e3a90de602c2" providerId="ADAL" clId="{7AECE3AF-5704-4967-BD45-876FBB82BAF3}" dt="2026-08-15T13:29:45.792" v="9999" actId="1076"/>
          <ac:cxnSpMkLst>
            <pc:docMk/>
            <pc:sldMk cId="425873091" sldId="480"/>
            <ac:cxnSpMk id="20" creationId="{D9DE22FA-2342-0DA6-FC64-D59C0984C9FB}"/>
          </ac:cxnSpMkLst>
        </pc:cxnChg>
      </pc:sldChg>
      <pc:sldChg chg="addSp delSp modSp add mod">
        <pc:chgData name="Peethala Rajiv Roy (PED/Hosur/TVSMotor)" userId="e2d9917c-f3dd-4083-a688-e3a90de602c2" providerId="ADAL" clId="{7AECE3AF-5704-4967-BD45-876FBB82BAF3}" dt="2026-08-15T13:32:57.104" v="10027" actId="1076"/>
        <pc:sldMkLst>
          <pc:docMk/>
          <pc:sldMk cId="603131039" sldId="481"/>
        </pc:sldMkLst>
        <pc:spChg chg="mod">
          <ac:chgData name="Peethala Rajiv Roy (PED/Hosur/TVSMotor)" userId="e2d9917c-f3dd-4083-a688-e3a90de602c2" providerId="ADAL" clId="{7AECE3AF-5704-4967-BD45-876FBB82BAF3}" dt="2026-08-15T13:30:51.963" v="10010" actId="20577"/>
          <ac:spMkLst>
            <pc:docMk/>
            <pc:sldMk cId="603131039" sldId="481"/>
            <ac:spMk id="22" creationId="{A7F4BB9A-5C07-E160-7C9D-70B8FB65B24D}"/>
          </ac:spMkLst>
        </pc:spChg>
        <pc:picChg chg="add mod">
          <ac:chgData name="Peethala Rajiv Roy (PED/Hosur/TVSMotor)" userId="e2d9917c-f3dd-4083-a688-e3a90de602c2" providerId="ADAL" clId="{7AECE3AF-5704-4967-BD45-876FBB82BAF3}" dt="2026-08-15T13:31:26.735" v="10015" actId="208"/>
          <ac:picMkLst>
            <pc:docMk/>
            <pc:sldMk cId="603131039" sldId="481"/>
            <ac:picMk id="3" creationId="{86D64AEF-6A62-D303-4610-8AA50AB0565F}"/>
          </ac:picMkLst>
        </pc:picChg>
        <pc:picChg chg="del">
          <ac:chgData name="Peethala Rajiv Roy (PED/Hosur/TVSMotor)" userId="e2d9917c-f3dd-4083-a688-e3a90de602c2" providerId="ADAL" clId="{7AECE3AF-5704-4967-BD45-876FBB82BAF3}" dt="2026-08-15T13:30:54.626" v="10011" actId="478"/>
          <ac:picMkLst>
            <pc:docMk/>
            <pc:sldMk cId="603131039" sldId="481"/>
            <ac:picMk id="6" creationId="{B129827A-88A8-ADD2-7F49-E8755C06D274}"/>
          </ac:picMkLst>
        </pc:picChg>
        <pc:picChg chg="add mod">
          <ac:chgData name="Peethala Rajiv Roy (PED/Hosur/TVSMotor)" userId="e2d9917c-f3dd-4083-a688-e3a90de602c2" providerId="ADAL" clId="{7AECE3AF-5704-4967-BD45-876FBB82BAF3}" dt="2026-08-15T13:32:11.716" v="10021" actId="208"/>
          <ac:picMkLst>
            <pc:docMk/>
            <pc:sldMk cId="603131039" sldId="481"/>
            <ac:picMk id="8" creationId="{8CDF1A10-5A17-EEF4-8C9C-B274D4879461}"/>
          </ac:picMkLst>
        </pc:picChg>
        <pc:picChg chg="del">
          <ac:chgData name="Peethala Rajiv Roy (PED/Hosur/TVSMotor)" userId="e2d9917c-f3dd-4083-a688-e3a90de602c2" providerId="ADAL" clId="{7AECE3AF-5704-4967-BD45-876FBB82BAF3}" dt="2026-08-15T13:31:29.489" v="10016" actId="478"/>
          <ac:picMkLst>
            <pc:docMk/>
            <pc:sldMk cId="603131039" sldId="481"/>
            <ac:picMk id="9" creationId="{025A795A-6D00-4C01-0194-9FF77A8E46FD}"/>
          </ac:picMkLst>
        </pc:picChg>
        <pc:picChg chg="del">
          <ac:chgData name="Peethala Rajiv Roy (PED/Hosur/TVSMotor)" userId="e2d9917c-f3dd-4083-a688-e3a90de602c2" providerId="ADAL" clId="{7AECE3AF-5704-4967-BD45-876FBB82BAF3}" dt="2026-08-15T13:32:17.307" v="10022" actId="478"/>
          <ac:picMkLst>
            <pc:docMk/>
            <pc:sldMk cId="603131039" sldId="481"/>
            <ac:picMk id="12" creationId="{451497C2-E57D-5579-3961-76320773F4AE}"/>
          </ac:picMkLst>
        </pc:picChg>
        <pc:picChg chg="add mod">
          <ac:chgData name="Peethala Rajiv Roy (PED/Hosur/TVSMotor)" userId="e2d9917c-f3dd-4083-a688-e3a90de602c2" providerId="ADAL" clId="{7AECE3AF-5704-4967-BD45-876FBB82BAF3}" dt="2026-08-15T13:32:57.104" v="10027" actId="1076"/>
          <ac:picMkLst>
            <pc:docMk/>
            <pc:sldMk cId="603131039" sldId="481"/>
            <ac:picMk id="13" creationId="{7E7DED46-B490-0CD2-BB74-4FDEE1A127C8}"/>
          </ac:picMkLst>
        </pc:picChg>
      </pc:sldChg>
      <pc:sldChg chg="new del">
        <pc:chgData name="Peethala Rajiv Roy (PED/Hosur/TVSMotor)" userId="e2d9917c-f3dd-4083-a688-e3a90de602c2" providerId="ADAL" clId="{7AECE3AF-5704-4967-BD45-876FBB82BAF3}" dt="2026-08-15T13:30:42.103" v="10007" actId="680"/>
        <pc:sldMkLst>
          <pc:docMk/>
          <pc:sldMk cId="1254011636" sldId="481"/>
        </pc:sldMkLst>
      </pc:sldChg>
      <pc:sldChg chg="addSp delSp modSp new mod">
        <pc:chgData name="Peethala Rajiv Roy (PED/Hosur/TVSMotor)" userId="e2d9917c-f3dd-4083-a688-e3a90de602c2" providerId="ADAL" clId="{7AECE3AF-5704-4967-BD45-876FBB82BAF3}" dt="2026-08-15T16:04:22.870" v="10880" actId="20577"/>
        <pc:sldMkLst>
          <pc:docMk/>
          <pc:sldMk cId="2963662844" sldId="482"/>
        </pc:sldMkLst>
        <pc:spChg chg="del">
          <ac:chgData name="Peethala Rajiv Roy (PED/Hosur/TVSMotor)" userId="e2d9917c-f3dd-4083-a688-e3a90de602c2" providerId="ADAL" clId="{7AECE3AF-5704-4967-BD45-876FBB82BAF3}" dt="2026-08-15T16:03:58.539" v="10869" actId="478"/>
          <ac:spMkLst>
            <pc:docMk/>
            <pc:sldMk cId="2963662844" sldId="482"/>
            <ac:spMk id="2" creationId="{AE227C6B-1F3D-5DF3-849B-BB95A518D3A4}"/>
          </ac:spMkLst>
        </pc:spChg>
        <pc:spChg chg="del">
          <ac:chgData name="Peethala Rajiv Roy (PED/Hosur/TVSMotor)" userId="e2d9917c-f3dd-4083-a688-e3a90de602c2" providerId="ADAL" clId="{7AECE3AF-5704-4967-BD45-876FBB82BAF3}" dt="2026-08-15T16:04:03.998" v="10870" actId="478"/>
          <ac:spMkLst>
            <pc:docMk/>
            <pc:sldMk cId="2963662844" sldId="482"/>
            <ac:spMk id="3" creationId="{248D2DC5-3891-1571-EBDB-EBCF1EDE36D3}"/>
          </ac:spMkLst>
        </pc:spChg>
        <pc:spChg chg="add mod">
          <ac:chgData name="Peethala Rajiv Roy (PED/Hosur/TVSMotor)" userId="e2d9917c-f3dd-4083-a688-e3a90de602c2" providerId="ADAL" clId="{7AECE3AF-5704-4967-BD45-876FBB82BAF3}" dt="2026-08-15T16:04:22.870" v="10880" actId="20577"/>
          <ac:spMkLst>
            <pc:docMk/>
            <pc:sldMk cId="2963662844" sldId="482"/>
            <ac:spMk id="5" creationId="{838B3C3A-5E53-8981-D1E9-152B467A07F5}"/>
          </ac:spMkLst>
        </pc:spChg>
      </pc:sldChg>
      <pc:sldChg chg="modSp add mod">
        <pc:chgData name="Peethala Rajiv Roy (PED/Hosur/TVSMotor)" userId="e2d9917c-f3dd-4083-a688-e3a90de602c2" providerId="ADAL" clId="{7AECE3AF-5704-4967-BD45-876FBB82BAF3}" dt="2026-08-15T16:17:03.936" v="11235" actId="20577"/>
        <pc:sldMkLst>
          <pc:docMk/>
          <pc:sldMk cId="3998911250" sldId="483"/>
        </pc:sldMkLst>
        <pc:spChg chg="mod">
          <ac:chgData name="Peethala Rajiv Roy (PED/Hosur/TVSMotor)" userId="e2d9917c-f3dd-4083-a688-e3a90de602c2" providerId="ADAL" clId="{7AECE3AF-5704-4967-BD45-876FBB82BAF3}" dt="2026-08-15T16:04:55.994" v="10890" actId="20577"/>
          <ac:spMkLst>
            <pc:docMk/>
            <pc:sldMk cId="3998911250" sldId="483"/>
            <ac:spMk id="2" creationId="{A7F82EE5-AE47-8427-166C-846F86C30619}"/>
          </ac:spMkLst>
        </pc:spChg>
        <pc:spChg chg="mod">
          <ac:chgData name="Peethala Rajiv Roy (PED/Hosur/TVSMotor)" userId="e2d9917c-f3dd-4083-a688-e3a90de602c2" providerId="ADAL" clId="{7AECE3AF-5704-4967-BD45-876FBB82BAF3}" dt="2026-08-15T16:13:00.122" v="11170"/>
          <ac:spMkLst>
            <pc:docMk/>
            <pc:sldMk cId="3998911250" sldId="483"/>
            <ac:spMk id="5" creationId="{C88ED523-CE37-9C11-E0C8-00AFFF0F1FC4}"/>
          </ac:spMkLst>
        </pc:spChg>
        <pc:spChg chg="mod">
          <ac:chgData name="Peethala Rajiv Roy (PED/Hosur/TVSMotor)" userId="e2d9917c-f3dd-4083-a688-e3a90de602c2" providerId="ADAL" clId="{7AECE3AF-5704-4967-BD45-876FBB82BAF3}" dt="2026-08-15T16:13:29.676" v="11175" actId="20577"/>
          <ac:spMkLst>
            <pc:docMk/>
            <pc:sldMk cId="3998911250" sldId="483"/>
            <ac:spMk id="7" creationId="{B00B4534-4908-A072-1819-3231CC3E6854}"/>
          </ac:spMkLst>
        </pc:spChg>
        <pc:spChg chg="mod">
          <ac:chgData name="Peethala Rajiv Roy (PED/Hosur/TVSMotor)" userId="e2d9917c-f3dd-4083-a688-e3a90de602c2" providerId="ADAL" clId="{7AECE3AF-5704-4967-BD45-876FBB82BAF3}" dt="2026-08-15T16:13:39.161" v="11176"/>
          <ac:spMkLst>
            <pc:docMk/>
            <pc:sldMk cId="3998911250" sldId="483"/>
            <ac:spMk id="9" creationId="{A65D58B6-43E8-B24D-A233-B58F98714C49}"/>
          </ac:spMkLst>
        </pc:spChg>
        <pc:spChg chg="mod">
          <ac:chgData name="Peethala Rajiv Roy (PED/Hosur/TVSMotor)" userId="e2d9917c-f3dd-4083-a688-e3a90de602c2" providerId="ADAL" clId="{7AECE3AF-5704-4967-BD45-876FBB82BAF3}" dt="2026-08-15T16:13:52.299" v="11177"/>
          <ac:spMkLst>
            <pc:docMk/>
            <pc:sldMk cId="3998911250" sldId="483"/>
            <ac:spMk id="11" creationId="{8B939217-5FD1-C778-DA51-A360E9B3D5D7}"/>
          </ac:spMkLst>
        </pc:spChg>
        <pc:spChg chg="mod">
          <ac:chgData name="Peethala Rajiv Roy (PED/Hosur/TVSMotor)" userId="e2d9917c-f3dd-4083-a688-e3a90de602c2" providerId="ADAL" clId="{7AECE3AF-5704-4967-BD45-876FBB82BAF3}" dt="2026-08-15T16:16:32.411" v="11199"/>
          <ac:spMkLst>
            <pc:docMk/>
            <pc:sldMk cId="3998911250" sldId="483"/>
            <ac:spMk id="12" creationId="{E30862F1-9B4D-D75F-5A98-B8F429D7FDF4}"/>
          </ac:spMkLst>
        </pc:spChg>
        <pc:spChg chg="mod">
          <ac:chgData name="Peethala Rajiv Roy (PED/Hosur/TVSMotor)" userId="e2d9917c-f3dd-4083-a688-e3a90de602c2" providerId="ADAL" clId="{7AECE3AF-5704-4967-BD45-876FBB82BAF3}" dt="2026-08-15T16:16:37.634" v="11200"/>
          <ac:spMkLst>
            <pc:docMk/>
            <pc:sldMk cId="3998911250" sldId="483"/>
            <ac:spMk id="13" creationId="{6A8CD787-8D75-C004-A84D-C3AF7B48ED63}"/>
          </ac:spMkLst>
        </pc:spChg>
        <pc:spChg chg="mod">
          <ac:chgData name="Peethala Rajiv Roy (PED/Hosur/TVSMotor)" userId="e2d9917c-f3dd-4083-a688-e3a90de602c2" providerId="ADAL" clId="{7AECE3AF-5704-4967-BD45-876FBB82BAF3}" dt="2026-08-15T16:16:58.717" v="11230" actId="20577"/>
          <ac:spMkLst>
            <pc:docMk/>
            <pc:sldMk cId="3998911250" sldId="483"/>
            <ac:spMk id="14" creationId="{F8214B2F-5148-0945-1881-DFDC54E1D88D}"/>
          </ac:spMkLst>
        </pc:spChg>
        <pc:spChg chg="mod">
          <ac:chgData name="Peethala Rajiv Roy (PED/Hosur/TVSMotor)" userId="e2d9917c-f3dd-4083-a688-e3a90de602c2" providerId="ADAL" clId="{7AECE3AF-5704-4967-BD45-876FBB82BAF3}" dt="2026-08-15T16:16:48.610" v="11220" actId="20577"/>
          <ac:spMkLst>
            <pc:docMk/>
            <pc:sldMk cId="3998911250" sldId="483"/>
            <ac:spMk id="18" creationId="{EC82C0E7-E55E-DFB0-D886-E39B0C4B19D6}"/>
          </ac:spMkLst>
        </pc:spChg>
        <pc:spChg chg="mod">
          <ac:chgData name="Peethala Rajiv Roy (PED/Hosur/TVSMotor)" userId="e2d9917c-f3dd-4083-a688-e3a90de602c2" providerId="ADAL" clId="{7AECE3AF-5704-4967-BD45-876FBB82BAF3}" dt="2026-08-15T16:14:18.570" v="11182"/>
          <ac:spMkLst>
            <pc:docMk/>
            <pc:sldMk cId="3998911250" sldId="483"/>
            <ac:spMk id="19" creationId="{9147780D-ED4D-D9A3-3732-5BC725D87A16}"/>
          </ac:spMkLst>
        </pc:spChg>
        <pc:spChg chg="mod">
          <ac:chgData name="Peethala Rajiv Roy (PED/Hosur/TVSMotor)" userId="e2d9917c-f3dd-4083-a688-e3a90de602c2" providerId="ADAL" clId="{7AECE3AF-5704-4967-BD45-876FBB82BAF3}" dt="2026-08-15T16:14:12.481" v="11181"/>
          <ac:spMkLst>
            <pc:docMk/>
            <pc:sldMk cId="3998911250" sldId="483"/>
            <ac:spMk id="20" creationId="{9937F81E-A081-0674-30E1-7020B2B28C26}"/>
          </ac:spMkLst>
        </pc:spChg>
        <pc:spChg chg="mod">
          <ac:chgData name="Peethala Rajiv Roy (PED/Hosur/TVSMotor)" userId="e2d9917c-f3dd-4083-a688-e3a90de602c2" providerId="ADAL" clId="{7AECE3AF-5704-4967-BD45-876FBB82BAF3}" dt="2026-08-15T16:14:00.912" v="11180" actId="20577"/>
          <ac:spMkLst>
            <pc:docMk/>
            <pc:sldMk cId="3998911250" sldId="483"/>
            <ac:spMk id="22" creationId="{08E7A021-2938-84D6-0DD0-93AC7EC1C2D8}"/>
          </ac:spMkLst>
        </pc:spChg>
        <pc:spChg chg="mod">
          <ac:chgData name="Peethala Rajiv Roy (PED/Hosur/TVSMotor)" userId="e2d9917c-f3dd-4083-a688-e3a90de602c2" providerId="ADAL" clId="{7AECE3AF-5704-4967-BD45-876FBB82BAF3}" dt="2026-08-15T16:05:44.524" v="10916" actId="20577"/>
          <ac:spMkLst>
            <pc:docMk/>
            <pc:sldMk cId="3998911250" sldId="483"/>
            <ac:spMk id="25" creationId="{F160C366-13B9-70A0-0F89-C2D9ABD3DA08}"/>
          </ac:spMkLst>
        </pc:spChg>
        <pc:spChg chg="mod">
          <ac:chgData name="Peethala Rajiv Roy (PED/Hosur/TVSMotor)" userId="e2d9917c-f3dd-4083-a688-e3a90de602c2" providerId="ADAL" clId="{7AECE3AF-5704-4967-BD45-876FBB82BAF3}" dt="2026-08-15T16:05:56.316" v="10930" actId="20577"/>
          <ac:spMkLst>
            <pc:docMk/>
            <pc:sldMk cId="3998911250" sldId="483"/>
            <ac:spMk id="30" creationId="{C02BE0D7-8366-5C01-9422-BE4C9C71E8FE}"/>
          </ac:spMkLst>
        </pc:spChg>
        <pc:spChg chg="mod">
          <ac:chgData name="Peethala Rajiv Roy (PED/Hosur/TVSMotor)" userId="e2d9917c-f3dd-4083-a688-e3a90de602c2" providerId="ADAL" clId="{7AECE3AF-5704-4967-BD45-876FBB82BAF3}" dt="2026-08-15T16:08:39.553" v="10959" actId="20577"/>
          <ac:spMkLst>
            <pc:docMk/>
            <pc:sldMk cId="3998911250" sldId="483"/>
            <ac:spMk id="49" creationId="{158C496E-4E74-22C9-E85B-0CBE0FCA8DCC}"/>
          </ac:spMkLst>
        </pc:spChg>
        <pc:spChg chg="mod">
          <ac:chgData name="Peethala Rajiv Roy (PED/Hosur/TVSMotor)" userId="e2d9917c-f3dd-4083-a688-e3a90de602c2" providerId="ADAL" clId="{7AECE3AF-5704-4967-BD45-876FBB82BAF3}" dt="2026-08-15T16:08:53.748" v="10968" actId="20577"/>
          <ac:spMkLst>
            <pc:docMk/>
            <pc:sldMk cId="3998911250" sldId="483"/>
            <ac:spMk id="51" creationId="{283A05D8-0096-70FA-B2D5-2547D68F1E57}"/>
          </ac:spMkLst>
        </pc:spChg>
        <pc:spChg chg="mod">
          <ac:chgData name="Peethala Rajiv Roy (PED/Hosur/TVSMotor)" userId="e2d9917c-f3dd-4083-a688-e3a90de602c2" providerId="ADAL" clId="{7AECE3AF-5704-4967-BD45-876FBB82BAF3}" dt="2026-08-15T16:09:15.253" v="10991" actId="20577"/>
          <ac:spMkLst>
            <pc:docMk/>
            <pc:sldMk cId="3998911250" sldId="483"/>
            <ac:spMk id="53" creationId="{00C89F19-950B-B565-E58C-A0D8DB959DDA}"/>
          </ac:spMkLst>
        </pc:spChg>
        <pc:spChg chg="mod">
          <ac:chgData name="Peethala Rajiv Roy (PED/Hosur/TVSMotor)" userId="e2d9917c-f3dd-4083-a688-e3a90de602c2" providerId="ADAL" clId="{7AECE3AF-5704-4967-BD45-876FBB82BAF3}" dt="2026-08-15T16:09:28.061" v="11001" actId="20577"/>
          <ac:spMkLst>
            <pc:docMk/>
            <pc:sldMk cId="3998911250" sldId="483"/>
            <ac:spMk id="55" creationId="{D3A0A6CF-5ABD-D1B0-736C-8AA0CB2404EF}"/>
          </ac:spMkLst>
        </pc:spChg>
        <pc:spChg chg="mod">
          <ac:chgData name="Peethala Rajiv Roy (PED/Hosur/TVSMotor)" userId="e2d9917c-f3dd-4083-a688-e3a90de602c2" providerId="ADAL" clId="{7AECE3AF-5704-4967-BD45-876FBB82BAF3}" dt="2026-08-15T16:09:43.646" v="11007" actId="20577"/>
          <ac:spMkLst>
            <pc:docMk/>
            <pc:sldMk cId="3998911250" sldId="483"/>
            <ac:spMk id="57" creationId="{9C7FA394-F11D-8518-031F-3A43E482A0F5}"/>
          </ac:spMkLst>
        </pc:spChg>
        <pc:spChg chg="mod">
          <ac:chgData name="Peethala Rajiv Roy (PED/Hosur/TVSMotor)" userId="e2d9917c-f3dd-4083-a688-e3a90de602c2" providerId="ADAL" clId="{7AECE3AF-5704-4967-BD45-876FBB82BAF3}" dt="2026-08-15T16:09:50.303" v="11012" actId="20577"/>
          <ac:spMkLst>
            <pc:docMk/>
            <pc:sldMk cId="3998911250" sldId="483"/>
            <ac:spMk id="59" creationId="{E97F1038-E7F2-A574-FEED-13EB4B3C0400}"/>
          </ac:spMkLst>
        </pc:spChg>
        <pc:spChg chg="mod">
          <ac:chgData name="Peethala Rajiv Roy (PED/Hosur/TVSMotor)" userId="e2d9917c-f3dd-4083-a688-e3a90de602c2" providerId="ADAL" clId="{7AECE3AF-5704-4967-BD45-876FBB82BAF3}" dt="2026-08-15T16:10:12.416" v="11027" actId="20577"/>
          <ac:spMkLst>
            <pc:docMk/>
            <pc:sldMk cId="3998911250" sldId="483"/>
            <ac:spMk id="61" creationId="{4CC2AB08-7F93-278B-65ED-BA2094DF21B5}"/>
          </ac:spMkLst>
        </pc:spChg>
        <pc:spChg chg="mod">
          <ac:chgData name="Peethala Rajiv Roy (PED/Hosur/TVSMotor)" userId="e2d9917c-f3dd-4083-a688-e3a90de602c2" providerId="ADAL" clId="{7AECE3AF-5704-4967-BD45-876FBB82BAF3}" dt="2026-08-15T16:10:22.731" v="11043" actId="20577"/>
          <ac:spMkLst>
            <pc:docMk/>
            <pc:sldMk cId="3998911250" sldId="483"/>
            <ac:spMk id="63" creationId="{85194F9F-D4D1-D126-B4D3-6CECA90D8C22}"/>
          </ac:spMkLst>
        </pc:spChg>
        <pc:spChg chg="mod">
          <ac:chgData name="Peethala Rajiv Roy (PED/Hosur/TVSMotor)" userId="e2d9917c-f3dd-4083-a688-e3a90de602c2" providerId="ADAL" clId="{7AECE3AF-5704-4967-BD45-876FBB82BAF3}" dt="2026-08-15T16:10:38.436" v="11054" actId="20577"/>
          <ac:spMkLst>
            <pc:docMk/>
            <pc:sldMk cId="3998911250" sldId="483"/>
            <ac:spMk id="65" creationId="{83395B4F-7506-B608-4784-3F1331A9EC97}"/>
          </ac:spMkLst>
        </pc:spChg>
        <pc:spChg chg="mod">
          <ac:chgData name="Peethala Rajiv Roy (PED/Hosur/TVSMotor)" userId="e2d9917c-f3dd-4083-a688-e3a90de602c2" providerId="ADAL" clId="{7AECE3AF-5704-4967-BD45-876FBB82BAF3}" dt="2026-08-15T16:12:26.708" v="11147" actId="20577"/>
          <ac:spMkLst>
            <pc:docMk/>
            <pc:sldMk cId="3998911250" sldId="483"/>
            <ac:spMk id="69" creationId="{919505C8-46D9-9582-2DBF-325E2265A040}"/>
          </ac:spMkLst>
        </pc:spChg>
        <pc:spChg chg="mod">
          <ac:chgData name="Peethala Rajiv Roy (PED/Hosur/TVSMotor)" userId="e2d9917c-f3dd-4083-a688-e3a90de602c2" providerId="ADAL" clId="{7AECE3AF-5704-4967-BD45-876FBB82BAF3}" dt="2026-08-15T16:08:20.652" v="10937" actId="20577"/>
          <ac:spMkLst>
            <pc:docMk/>
            <pc:sldMk cId="3998911250" sldId="483"/>
            <ac:spMk id="77" creationId="{4C3BEF52-CED0-68BB-0DF2-D2BB4EFCCC89}"/>
          </ac:spMkLst>
        </pc:spChg>
        <pc:spChg chg="mod">
          <ac:chgData name="Peethala Rajiv Roy (PED/Hosur/TVSMotor)" userId="e2d9917c-f3dd-4083-a688-e3a90de602c2" providerId="ADAL" clId="{7AECE3AF-5704-4967-BD45-876FBB82BAF3}" dt="2026-08-15T16:12:44.281" v="11163" actId="20577"/>
          <ac:spMkLst>
            <pc:docMk/>
            <pc:sldMk cId="3998911250" sldId="483"/>
            <ac:spMk id="79" creationId="{36195332-7DD9-97C2-CD65-4D2B84B504C5}"/>
          </ac:spMkLst>
        </pc:spChg>
        <pc:spChg chg="mod">
          <ac:chgData name="Peethala Rajiv Roy (PED/Hosur/TVSMotor)" userId="e2d9917c-f3dd-4083-a688-e3a90de602c2" providerId="ADAL" clId="{7AECE3AF-5704-4967-BD45-876FBB82BAF3}" dt="2026-08-15T16:12:52.460" v="11169" actId="20577"/>
          <ac:spMkLst>
            <pc:docMk/>
            <pc:sldMk cId="3998911250" sldId="483"/>
            <ac:spMk id="80" creationId="{A4725978-5B12-419A-F788-FDB2CC53B61C}"/>
          </ac:spMkLst>
        </pc:spChg>
        <pc:spChg chg="mod">
          <ac:chgData name="Peethala Rajiv Roy (PED/Hosur/TVSMotor)" userId="e2d9917c-f3dd-4083-a688-e3a90de602c2" providerId="ADAL" clId="{7AECE3AF-5704-4967-BD45-876FBB82BAF3}" dt="2026-08-15T16:17:03.936" v="11235" actId="20577"/>
          <ac:spMkLst>
            <pc:docMk/>
            <pc:sldMk cId="3998911250" sldId="483"/>
            <ac:spMk id="83" creationId="{72B716A1-7E6A-1036-B566-180E31EFCC58}"/>
          </ac:spMkLst>
        </pc:spChg>
        <pc:spChg chg="mod">
          <ac:chgData name="Peethala Rajiv Roy (PED/Hosur/TVSMotor)" userId="e2d9917c-f3dd-4083-a688-e3a90de602c2" providerId="ADAL" clId="{7AECE3AF-5704-4967-BD45-876FBB82BAF3}" dt="2026-08-15T16:10:54.805" v="11064" actId="20577"/>
          <ac:spMkLst>
            <pc:docMk/>
            <pc:sldMk cId="3998911250" sldId="483"/>
            <ac:spMk id="99" creationId="{C0BA1B01-B650-45E5-DCD1-A101EFF1FF79}"/>
          </ac:spMkLst>
        </pc:spChg>
        <pc:spChg chg="mod">
          <ac:chgData name="Peethala Rajiv Roy (PED/Hosur/TVSMotor)" userId="e2d9917c-f3dd-4083-a688-e3a90de602c2" providerId="ADAL" clId="{7AECE3AF-5704-4967-BD45-876FBB82BAF3}" dt="2026-08-15T16:11:10.368" v="11074" actId="20577"/>
          <ac:spMkLst>
            <pc:docMk/>
            <pc:sldMk cId="3998911250" sldId="483"/>
            <ac:spMk id="101" creationId="{7BDE61DF-11A1-524F-2263-7F5A69837047}"/>
          </ac:spMkLst>
        </pc:spChg>
        <pc:spChg chg="mod">
          <ac:chgData name="Peethala Rajiv Roy (PED/Hosur/TVSMotor)" userId="e2d9917c-f3dd-4083-a688-e3a90de602c2" providerId="ADAL" clId="{7AECE3AF-5704-4967-BD45-876FBB82BAF3}" dt="2026-08-15T16:11:35.073" v="11075"/>
          <ac:spMkLst>
            <pc:docMk/>
            <pc:sldMk cId="3998911250" sldId="483"/>
            <ac:spMk id="103" creationId="{7D520F36-F0F4-15FA-9961-FEFA18ABF889}"/>
          </ac:spMkLst>
        </pc:spChg>
        <pc:spChg chg="mod">
          <ac:chgData name="Peethala Rajiv Roy (PED/Hosur/TVSMotor)" userId="e2d9917c-f3dd-4083-a688-e3a90de602c2" providerId="ADAL" clId="{7AECE3AF-5704-4967-BD45-876FBB82BAF3}" dt="2026-08-15T16:12:09.341" v="11123" actId="20577"/>
          <ac:spMkLst>
            <pc:docMk/>
            <pc:sldMk cId="3998911250" sldId="483"/>
            <ac:spMk id="105" creationId="{13AF352E-F59A-45B2-F250-0650D8BBD83B}"/>
          </ac:spMkLst>
        </pc:spChg>
        <pc:spChg chg="mod">
          <ac:chgData name="Peethala Rajiv Roy (PED/Hosur/TVSMotor)" userId="e2d9917c-f3dd-4083-a688-e3a90de602c2" providerId="ADAL" clId="{7AECE3AF-5704-4967-BD45-876FBB82BAF3}" dt="2026-08-15T16:05:19.018" v="10907" actId="20577"/>
          <ac:spMkLst>
            <pc:docMk/>
            <pc:sldMk cId="3998911250" sldId="483"/>
            <ac:spMk id="120" creationId="{139F23AC-A45A-D33A-146F-2062A058AC18}"/>
          </ac:spMkLst>
        </pc:spChg>
      </pc:sldChg>
      <pc:sldChg chg="addSp delSp modSp new mod">
        <pc:chgData name="Peethala Rajiv Roy (PED/Hosur/TVSMotor)" userId="e2d9917c-f3dd-4083-a688-e3a90de602c2" providerId="ADAL" clId="{7AECE3AF-5704-4967-BD45-876FBB82BAF3}" dt="2026-08-15T16:21:01.772" v="11257" actId="1076"/>
        <pc:sldMkLst>
          <pc:docMk/>
          <pc:sldMk cId="3818729466" sldId="484"/>
        </pc:sldMkLst>
        <pc:spChg chg="del">
          <ac:chgData name="Peethala Rajiv Roy (PED/Hosur/TVSMotor)" userId="e2d9917c-f3dd-4083-a688-e3a90de602c2" providerId="ADAL" clId="{7AECE3AF-5704-4967-BD45-876FBB82BAF3}" dt="2026-08-15T16:17:37.457" v="11237" actId="478"/>
          <ac:spMkLst>
            <pc:docMk/>
            <pc:sldMk cId="3818729466" sldId="484"/>
            <ac:spMk id="2" creationId="{BCE2F2B8-DD2A-CF74-F5BB-7FBDDE89C485}"/>
          </ac:spMkLst>
        </pc:spChg>
        <pc:spChg chg="del">
          <ac:chgData name="Peethala Rajiv Roy (PED/Hosur/TVSMotor)" userId="e2d9917c-f3dd-4083-a688-e3a90de602c2" providerId="ADAL" clId="{7AECE3AF-5704-4967-BD45-876FBB82BAF3}" dt="2026-08-15T16:18:09.918" v="11239" actId="478"/>
          <ac:spMkLst>
            <pc:docMk/>
            <pc:sldMk cId="3818729466" sldId="484"/>
            <ac:spMk id="3" creationId="{309FAA01-A743-509F-136F-7DC7E5F9CEF7}"/>
          </ac:spMkLst>
        </pc:spChg>
        <pc:spChg chg="add mod">
          <ac:chgData name="Peethala Rajiv Roy (PED/Hosur/TVSMotor)" userId="e2d9917c-f3dd-4083-a688-e3a90de602c2" providerId="ADAL" clId="{7AECE3AF-5704-4967-BD45-876FBB82BAF3}" dt="2026-08-15T16:17:38.739" v="11238"/>
          <ac:spMkLst>
            <pc:docMk/>
            <pc:sldMk cId="3818729466" sldId="484"/>
            <ac:spMk id="5" creationId="{1BBD738B-6423-5A47-B31D-6B8668060F6C}"/>
          </ac:spMkLst>
        </pc:spChg>
        <pc:picChg chg="add mod">
          <ac:chgData name="Peethala Rajiv Roy (PED/Hosur/TVSMotor)" userId="e2d9917c-f3dd-4083-a688-e3a90de602c2" providerId="ADAL" clId="{7AECE3AF-5704-4967-BD45-876FBB82BAF3}" dt="2026-08-15T16:20:57.454" v="11255" actId="1076"/>
          <ac:picMkLst>
            <pc:docMk/>
            <pc:sldMk cId="3818729466" sldId="484"/>
            <ac:picMk id="7" creationId="{9F3390F9-8469-D2CF-DB28-0667275DC78D}"/>
          </ac:picMkLst>
        </pc:picChg>
        <pc:picChg chg="add mod">
          <ac:chgData name="Peethala Rajiv Roy (PED/Hosur/TVSMotor)" userId="e2d9917c-f3dd-4083-a688-e3a90de602c2" providerId="ADAL" clId="{7AECE3AF-5704-4967-BD45-876FBB82BAF3}" dt="2026-08-15T16:20:59.834" v="11256" actId="1076"/>
          <ac:picMkLst>
            <pc:docMk/>
            <pc:sldMk cId="3818729466" sldId="484"/>
            <ac:picMk id="9" creationId="{F25DDFF0-E49E-A129-7ABC-010B54BEF3D9}"/>
          </ac:picMkLst>
        </pc:picChg>
        <pc:picChg chg="add mod">
          <ac:chgData name="Peethala Rajiv Roy (PED/Hosur/TVSMotor)" userId="e2d9917c-f3dd-4083-a688-e3a90de602c2" providerId="ADAL" clId="{7AECE3AF-5704-4967-BD45-876FBB82BAF3}" dt="2026-08-15T16:21:01.772" v="11257" actId="1076"/>
          <ac:picMkLst>
            <pc:docMk/>
            <pc:sldMk cId="3818729466" sldId="484"/>
            <ac:picMk id="11" creationId="{A67ACA97-060D-FE35-63A0-D6EA5E4D3B67}"/>
          </ac:picMkLst>
        </pc:picChg>
      </pc:sldChg>
      <pc:sldChg chg="addSp delSp modSp add mod">
        <pc:chgData name="Peethala Rajiv Roy (PED/Hosur/TVSMotor)" userId="e2d9917c-f3dd-4083-a688-e3a90de602c2" providerId="ADAL" clId="{7AECE3AF-5704-4967-BD45-876FBB82BAF3}" dt="2026-08-15T16:34:25.549" v="11320" actId="478"/>
        <pc:sldMkLst>
          <pc:docMk/>
          <pc:sldMk cId="1989769626" sldId="485"/>
        </pc:sldMkLst>
        <pc:spChg chg="del">
          <ac:chgData name="Peethala Rajiv Roy (PED/Hosur/TVSMotor)" userId="e2d9917c-f3dd-4083-a688-e3a90de602c2" providerId="ADAL" clId="{7AECE3AF-5704-4967-BD45-876FBB82BAF3}" dt="2026-08-15T16:34:25.549" v="11320" actId="478"/>
          <ac:spMkLst>
            <pc:docMk/>
            <pc:sldMk cId="1989769626" sldId="485"/>
            <ac:spMk id="10" creationId="{35A0CC01-283A-54F9-AEDF-9A73C09E53B3}"/>
          </ac:spMkLst>
        </pc:spChg>
        <pc:spChg chg="mod">
          <ac:chgData name="Peethala Rajiv Roy (PED/Hosur/TVSMotor)" userId="e2d9917c-f3dd-4083-a688-e3a90de602c2" providerId="ADAL" clId="{7AECE3AF-5704-4967-BD45-876FBB82BAF3}" dt="2026-08-15T16:34:14.258" v="11317" actId="1076"/>
          <ac:spMkLst>
            <pc:docMk/>
            <pc:sldMk cId="1989769626" sldId="485"/>
            <ac:spMk id="19" creationId="{0781220D-8B10-6A4A-01E4-7F669E20C2A5}"/>
          </ac:spMkLst>
        </pc:spChg>
        <pc:spChg chg="mod">
          <ac:chgData name="Peethala Rajiv Roy (PED/Hosur/TVSMotor)" userId="e2d9917c-f3dd-4083-a688-e3a90de602c2" providerId="ADAL" clId="{7AECE3AF-5704-4967-BD45-876FBB82BAF3}" dt="2026-08-15T16:34:06.847" v="11316" actId="1076"/>
          <ac:spMkLst>
            <pc:docMk/>
            <pc:sldMk cId="1989769626" sldId="485"/>
            <ac:spMk id="21" creationId="{DE5FDAED-C7F7-1B15-15D8-AFCA1C5C71F6}"/>
          </ac:spMkLst>
        </pc:spChg>
        <pc:spChg chg="mod">
          <ac:chgData name="Peethala Rajiv Roy (PED/Hosur/TVSMotor)" userId="e2d9917c-f3dd-4083-a688-e3a90de602c2" providerId="ADAL" clId="{7AECE3AF-5704-4967-BD45-876FBB82BAF3}" dt="2026-08-15T16:32:22.401" v="11303" actId="20577"/>
          <ac:spMkLst>
            <pc:docMk/>
            <pc:sldMk cId="1989769626" sldId="485"/>
            <ac:spMk id="22" creationId="{AF87874A-AF9D-D701-A1CA-C19BC55DF7DB}"/>
          </ac:spMkLst>
        </pc:spChg>
        <pc:picChg chg="del">
          <ac:chgData name="Peethala Rajiv Roy (PED/Hosur/TVSMotor)" userId="e2d9917c-f3dd-4083-a688-e3a90de602c2" providerId="ADAL" clId="{7AECE3AF-5704-4967-BD45-876FBB82BAF3}" dt="2026-08-15T16:33:03.407" v="11304" actId="478"/>
          <ac:picMkLst>
            <pc:docMk/>
            <pc:sldMk cId="1989769626" sldId="485"/>
            <ac:picMk id="3" creationId="{A6A3CBE8-10C3-BBB0-F497-880C486D1100}"/>
          </ac:picMkLst>
        </pc:picChg>
        <pc:picChg chg="add mod">
          <ac:chgData name="Peethala Rajiv Roy (PED/Hosur/TVSMotor)" userId="e2d9917c-f3dd-4083-a688-e3a90de602c2" providerId="ADAL" clId="{7AECE3AF-5704-4967-BD45-876FBB82BAF3}" dt="2026-08-15T16:33:13.931" v="11309" actId="208"/>
          <ac:picMkLst>
            <pc:docMk/>
            <pc:sldMk cId="1989769626" sldId="485"/>
            <ac:picMk id="6" creationId="{594C3FB1-22C7-3504-4BC0-4B80F2FD5609}"/>
          </ac:picMkLst>
        </pc:picChg>
        <pc:picChg chg="del">
          <ac:chgData name="Peethala Rajiv Roy (PED/Hosur/TVSMotor)" userId="e2d9917c-f3dd-4083-a688-e3a90de602c2" providerId="ADAL" clId="{7AECE3AF-5704-4967-BD45-876FBB82BAF3}" dt="2026-08-15T16:33:17.872" v="11310" actId="478"/>
          <ac:picMkLst>
            <pc:docMk/>
            <pc:sldMk cId="1989769626" sldId="485"/>
            <ac:picMk id="7" creationId="{D897D520-7340-249C-ED9D-D50ED0D5AAEF}"/>
          </ac:picMkLst>
        </pc:picChg>
        <pc:picChg chg="add mod">
          <ac:chgData name="Peethala Rajiv Roy (PED/Hosur/TVSMotor)" userId="e2d9917c-f3dd-4083-a688-e3a90de602c2" providerId="ADAL" clId="{7AECE3AF-5704-4967-BD45-876FBB82BAF3}" dt="2026-08-15T16:33:58.549" v="11315" actId="1076"/>
          <ac:picMkLst>
            <pc:docMk/>
            <pc:sldMk cId="1989769626" sldId="485"/>
            <ac:picMk id="9" creationId="{6B885D4D-D07B-E768-188C-D74270F41EBB}"/>
          </ac:picMkLst>
        </pc:picChg>
        <pc:picChg chg="del">
          <ac:chgData name="Peethala Rajiv Roy (PED/Hosur/TVSMotor)" userId="e2d9917c-f3dd-4083-a688-e3a90de602c2" providerId="ADAL" clId="{7AECE3AF-5704-4967-BD45-876FBB82BAF3}" dt="2026-08-15T16:34:22.942" v="11319" actId="478"/>
          <ac:picMkLst>
            <pc:docMk/>
            <pc:sldMk cId="1989769626" sldId="485"/>
            <ac:picMk id="13" creationId="{DDC5B375-3200-E4BA-FB9C-A9444BDE7272}"/>
          </ac:picMkLst>
        </pc:picChg>
        <pc:cxnChg chg="mod">
          <ac:chgData name="Peethala Rajiv Roy (PED/Hosur/TVSMotor)" userId="e2d9917c-f3dd-4083-a688-e3a90de602c2" providerId="ADAL" clId="{7AECE3AF-5704-4967-BD45-876FBB82BAF3}" dt="2026-08-15T16:34:14.258" v="11317" actId="1076"/>
          <ac:cxnSpMkLst>
            <pc:docMk/>
            <pc:sldMk cId="1989769626" sldId="485"/>
            <ac:cxnSpMk id="18" creationId="{83223EEE-066A-4105-713D-2B26E4D8718E}"/>
          </ac:cxnSpMkLst>
        </pc:cxnChg>
        <pc:cxnChg chg="mod">
          <ac:chgData name="Peethala Rajiv Roy (PED/Hosur/TVSMotor)" userId="e2d9917c-f3dd-4083-a688-e3a90de602c2" providerId="ADAL" clId="{7AECE3AF-5704-4967-BD45-876FBB82BAF3}" dt="2026-08-15T16:34:06.847" v="11316" actId="1076"/>
          <ac:cxnSpMkLst>
            <pc:docMk/>
            <pc:sldMk cId="1989769626" sldId="485"/>
            <ac:cxnSpMk id="20" creationId="{A1F4E5D6-1D68-71A0-2EF4-93B8F11B1A6D}"/>
          </ac:cxnSpMkLst>
        </pc:cxnChg>
      </pc:sldChg>
      <pc:sldChg chg="addSp delSp modSp add mod">
        <pc:chgData name="Peethala Rajiv Roy (PED/Hosur/TVSMotor)" userId="e2d9917c-f3dd-4083-a688-e3a90de602c2" providerId="ADAL" clId="{7AECE3AF-5704-4967-BD45-876FBB82BAF3}" dt="2026-08-15T16:37:05.136" v="11363" actId="478"/>
        <pc:sldMkLst>
          <pc:docMk/>
          <pc:sldMk cId="1736869446" sldId="486"/>
        </pc:sldMkLst>
        <pc:spChg chg="del">
          <ac:chgData name="Peethala Rajiv Roy (PED/Hosur/TVSMotor)" userId="e2d9917c-f3dd-4083-a688-e3a90de602c2" providerId="ADAL" clId="{7AECE3AF-5704-4967-BD45-876FBB82BAF3}" dt="2026-08-15T16:37:05.136" v="11363" actId="478"/>
          <ac:spMkLst>
            <pc:docMk/>
            <pc:sldMk cId="1736869446" sldId="486"/>
            <ac:spMk id="10" creationId="{B6777680-30B9-3A0A-45E9-EE8C3A1AAB16}"/>
          </ac:spMkLst>
        </pc:spChg>
        <pc:spChg chg="mod">
          <ac:chgData name="Peethala Rajiv Roy (PED/Hosur/TVSMotor)" userId="e2d9917c-f3dd-4083-a688-e3a90de602c2" providerId="ADAL" clId="{7AECE3AF-5704-4967-BD45-876FBB82BAF3}" dt="2026-08-15T16:36:12.736" v="11360" actId="1076"/>
          <ac:spMkLst>
            <pc:docMk/>
            <pc:sldMk cId="1736869446" sldId="486"/>
            <ac:spMk id="19" creationId="{E7DEC2DF-A6C3-2567-ED39-5FAED15C06D7}"/>
          </ac:spMkLst>
        </pc:spChg>
        <pc:spChg chg="mod">
          <ac:chgData name="Peethala Rajiv Roy (PED/Hosur/TVSMotor)" userId="e2d9917c-f3dd-4083-a688-e3a90de602c2" providerId="ADAL" clId="{7AECE3AF-5704-4967-BD45-876FBB82BAF3}" dt="2026-08-15T16:36:17.865" v="11361" actId="1076"/>
          <ac:spMkLst>
            <pc:docMk/>
            <pc:sldMk cId="1736869446" sldId="486"/>
            <ac:spMk id="21" creationId="{859B6104-647F-8F0B-153D-6F84ADDDE23C}"/>
          </ac:spMkLst>
        </pc:spChg>
        <pc:spChg chg="mod">
          <ac:chgData name="Peethala Rajiv Roy (PED/Hosur/TVSMotor)" userId="e2d9917c-f3dd-4083-a688-e3a90de602c2" providerId="ADAL" clId="{7AECE3AF-5704-4967-BD45-876FBB82BAF3}" dt="2026-08-15T16:34:51.218" v="11347" actId="20577"/>
          <ac:spMkLst>
            <pc:docMk/>
            <pc:sldMk cId="1736869446" sldId="486"/>
            <ac:spMk id="22" creationId="{85857235-60DD-952B-242D-34A09424103B}"/>
          </ac:spMkLst>
        </pc:spChg>
        <pc:picChg chg="add mod">
          <ac:chgData name="Peethala Rajiv Roy (PED/Hosur/TVSMotor)" userId="e2d9917c-f3dd-4083-a688-e3a90de602c2" providerId="ADAL" clId="{7AECE3AF-5704-4967-BD45-876FBB82BAF3}" dt="2026-08-15T16:35:32.331" v="11353" actId="208"/>
          <ac:picMkLst>
            <pc:docMk/>
            <pc:sldMk cId="1736869446" sldId="486"/>
            <ac:picMk id="3" creationId="{DB363D20-D3A3-FC52-6124-F8F3807DA33A}"/>
          </ac:picMkLst>
        </pc:picChg>
        <pc:picChg chg="del">
          <ac:chgData name="Peethala Rajiv Roy (PED/Hosur/TVSMotor)" userId="e2d9917c-f3dd-4083-a688-e3a90de602c2" providerId="ADAL" clId="{7AECE3AF-5704-4967-BD45-876FBB82BAF3}" dt="2026-08-15T16:35:20.248" v="11348" actId="478"/>
          <ac:picMkLst>
            <pc:docMk/>
            <pc:sldMk cId="1736869446" sldId="486"/>
            <ac:picMk id="6" creationId="{D4E55A7B-3293-BD35-0448-771F6F93CB62}"/>
          </ac:picMkLst>
        </pc:picChg>
        <pc:picChg chg="add mod">
          <ac:chgData name="Peethala Rajiv Roy (PED/Hosur/TVSMotor)" userId="e2d9917c-f3dd-4083-a688-e3a90de602c2" providerId="ADAL" clId="{7AECE3AF-5704-4967-BD45-876FBB82BAF3}" dt="2026-08-15T16:36:07.537" v="11359" actId="208"/>
          <ac:picMkLst>
            <pc:docMk/>
            <pc:sldMk cId="1736869446" sldId="486"/>
            <ac:picMk id="8" creationId="{C19A5C42-7EBB-EB27-B8A0-33FCF577F905}"/>
          </ac:picMkLst>
        </pc:picChg>
        <pc:picChg chg="del">
          <ac:chgData name="Peethala Rajiv Roy (PED/Hosur/TVSMotor)" userId="e2d9917c-f3dd-4083-a688-e3a90de602c2" providerId="ADAL" clId="{7AECE3AF-5704-4967-BD45-876FBB82BAF3}" dt="2026-08-15T16:35:35.175" v="11354" actId="478"/>
          <ac:picMkLst>
            <pc:docMk/>
            <pc:sldMk cId="1736869446" sldId="486"/>
            <ac:picMk id="9" creationId="{190ED5B9-76E0-0421-CE08-F138B59025E9}"/>
          </ac:picMkLst>
        </pc:picChg>
        <pc:picChg chg="del">
          <ac:chgData name="Peethala Rajiv Roy (PED/Hosur/TVSMotor)" userId="e2d9917c-f3dd-4083-a688-e3a90de602c2" providerId="ADAL" clId="{7AECE3AF-5704-4967-BD45-876FBB82BAF3}" dt="2026-08-15T16:37:03.103" v="11362" actId="478"/>
          <ac:picMkLst>
            <pc:docMk/>
            <pc:sldMk cId="1736869446" sldId="486"/>
            <ac:picMk id="13" creationId="{9868CD22-F3E4-CFAE-3CB0-FAB5EAD2F4E1}"/>
          </ac:picMkLst>
        </pc:picChg>
        <pc:cxnChg chg="mod">
          <ac:chgData name="Peethala Rajiv Roy (PED/Hosur/TVSMotor)" userId="e2d9917c-f3dd-4083-a688-e3a90de602c2" providerId="ADAL" clId="{7AECE3AF-5704-4967-BD45-876FBB82BAF3}" dt="2026-08-15T16:36:12.736" v="11360" actId="1076"/>
          <ac:cxnSpMkLst>
            <pc:docMk/>
            <pc:sldMk cId="1736869446" sldId="486"/>
            <ac:cxnSpMk id="18" creationId="{A2D5124C-C9A1-9741-6B21-AA068B5DA00F}"/>
          </ac:cxnSpMkLst>
        </pc:cxnChg>
        <pc:cxnChg chg="mod">
          <ac:chgData name="Peethala Rajiv Roy (PED/Hosur/TVSMotor)" userId="e2d9917c-f3dd-4083-a688-e3a90de602c2" providerId="ADAL" clId="{7AECE3AF-5704-4967-BD45-876FBB82BAF3}" dt="2026-08-15T16:36:17.865" v="11361" actId="1076"/>
          <ac:cxnSpMkLst>
            <pc:docMk/>
            <pc:sldMk cId="1736869446" sldId="486"/>
            <ac:cxnSpMk id="20" creationId="{F8022FD1-4926-37D5-AC57-CB127816CBC3}"/>
          </ac:cxnSpMkLst>
        </pc:cxnChg>
      </pc:sldChg>
      <pc:sldChg chg="addSp delSp modSp add mod">
        <pc:chgData name="Peethala Rajiv Roy (PED/Hosur/TVSMotor)" userId="e2d9917c-f3dd-4083-a688-e3a90de602c2" providerId="ADAL" clId="{7AECE3AF-5704-4967-BD45-876FBB82BAF3}" dt="2026-08-15T16:52:46.663" v="11529" actId="1076"/>
        <pc:sldMkLst>
          <pc:docMk/>
          <pc:sldMk cId="447589968" sldId="487"/>
        </pc:sldMkLst>
        <pc:spChg chg="add mod">
          <ac:chgData name="Peethala Rajiv Roy (PED/Hosur/TVSMotor)" userId="e2d9917c-f3dd-4083-a688-e3a90de602c2" providerId="ADAL" clId="{7AECE3AF-5704-4967-BD45-876FBB82BAF3}" dt="2026-08-15T16:52:46.663" v="11529" actId="1076"/>
          <ac:spMkLst>
            <pc:docMk/>
            <pc:sldMk cId="447589968" sldId="487"/>
            <ac:spMk id="16" creationId="{4A1FAE7F-669D-AC50-5910-C915CD591369}"/>
          </ac:spMkLst>
        </pc:spChg>
        <pc:spChg chg="mod">
          <ac:chgData name="Peethala Rajiv Roy (PED/Hosur/TVSMotor)" userId="e2d9917c-f3dd-4083-a688-e3a90de602c2" providerId="ADAL" clId="{7AECE3AF-5704-4967-BD45-876FBB82BAF3}" dt="2026-08-15T16:39:33.589" v="11394" actId="1076"/>
          <ac:spMkLst>
            <pc:docMk/>
            <pc:sldMk cId="447589968" sldId="487"/>
            <ac:spMk id="21" creationId="{B78EE64A-B42A-1A66-BB42-17F179313CC4}"/>
          </ac:spMkLst>
        </pc:spChg>
        <pc:spChg chg="mod">
          <ac:chgData name="Peethala Rajiv Roy (PED/Hosur/TVSMotor)" userId="e2d9917c-f3dd-4083-a688-e3a90de602c2" providerId="ADAL" clId="{7AECE3AF-5704-4967-BD45-876FBB82BAF3}" dt="2026-08-15T16:38:15.032" v="11383" actId="20577"/>
          <ac:spMkLst>
            <pc:docMk/>
            <pc:sldMk cId="447589968" sldId="487"/>
            <ac:spMk id="22" creationId="{736148BD-A993-0880-4B09-567F88F936C3}"/>
          </ac:spMkLst>
        </pc:spChg>
        <pc:grpChg chg="add mod">
          <ac:chgData name="Peethala Rajiv Roy (PED/Hosur/TVSMotor)" userId="e2d9917c-f3dd-4083-a688-e3a90de602c2" providerId="ADAL" clId="{7AECE3AF-5704-4967-BD45-876FBB82BAF3}" dt="2026-08-15T16:52:42.200" v="11528" actId="1076"/>
          <ac:grpSpMkLst>
            <pc:docMk/>
            <pc:sldMk cId="447589968" sldId="487"/>
            <ac:grpSpMk id="14" creationId="{8EFC558E-1258-B6E8-57F2-B4F6FBBE143C}"/>
          </ac:grpSpMkLst>
        </pc:grpChg>
        <pc:picChg chg="del">
          <ac:chgData name="Peethala Rajiv Roy (PED/Hosur/TVSMotor)" userId="e2d9917c-f3dd-4083-a688-e3a90de602c2" providerId="ADAL" clId="{7AECE3AF-5704-4967-BD45-876FBB82BAF3}" dt="2026-08-15T16:38:18.142" v="11384" actId="478"/>
          <ac:picMkLst>
            <pc:docMk/>
            <pc:sldMk cId="447589968" sldId="487"/>
            <ac:picMk id="3" creationId="{3A9EA80D-9AA6-2C13-EEB3-688AF3ACD10A}"/>
          </ac:picMkLst>
        </pc:picChg>
        <pc:picChg chg="add mod">
          <ac:chgData name="Peethala Rajiv Roy (PED/Hosur/TVSMotor)" userId="e2d9917c-f3dd-4083-a688-e3a90de602c2" providerId="ADAL" clId="{7AECE3AF-5704-4967-BD45-876FBB82BAF3}" dt="2026-08-15T16:38:52.385" v="11388" actId="208"/>
          <ac:picMkLst>
            <pc:docMk/>
            <pc:sldMk cId="447589968" sldId="487"/>
            <ac:picMk id="6" creationId="{D9B2B67A-0F20-F5A1-37FF-76A1E75A643E}"/>
          </ac:picMkLst>
        </pc:picChg>
        <pc:picChg chg="del">
          <ac:chgData name="Peethala Rajiv Roy (PED/Hosur/TVSMotor)" userId="e2d9917c-f3dd-4083-a688-e3a90de602c2" providerId="ADAL" clId="{7AECE3AF-5704-4967-BD45-876FBB82BAF3}" dt="2026-08-15T16:38:56.168" v="11389" actId="478"/>
          <ac:picMkLst>
            <pc:docMk/>
            <pc:sldMk cId="447589968" sldId="487"/>
            <ac:picMk id="8" creationId="{1435644C-9FA1-4B3A-D722-7A17CD9DE561}"/>
          </ac:picMkLst>
        </pc:picChg>
        <pc:picChg chg="add mod">
          <ac:chgData name="Peethala Rajiv Roy (PED/Hosur/TVSMotor)" userId="e2d9917c-f3dd-4083-a688-e3a90de602c2" providerId="ADAL" clId="{7AECE3AF-5704-4967-BD45-876FBB82BAF3}" dt="2026-08-15T16:39:35.442" v="11395" actId="14100"/>
          <ac:picMkLst>
            <pc:docMk/>
            <pc:sldMk cId="447589968" sldId="487"/>
            <ac:picMk id="9" creationId="{29533A53-7C87-635D-0E6C-B9FBDF95EC2A}"/>
          </ac:picMkLst>
        </pc:picChg>
        <pc:picChg chg="add mod">
          <ac:chgData name="Peethala Rajiv Roy (PED/Hosur/TVSMotor)" userId="e2d9917c-f3dd-4083-a688-e3a90de602c2" providerId="ADAL" clId="{7AECE3AF-5704-4967-BD45-876FBB82BAF3}" dt="2026-08-15T16:52:26.556" v="11526" actId="164"/>
          <ac:picMkLst>
            <pc:docMk/>
            <pc:sldMk cId="447589968" sldId="487"/>
            <ac:picMk id="11" creationId="{38DCBA7C-2570-29D0-B506-7ED11E5FCE27}"/>
          </ac:picMkLst>
        </pc:picChg>
        <pc:picChg chg="add mod">
          <ac:chgData name="Peethala Rajiv Roy (PED/Hosur/TVSMotor)" userId="e2d9917c-f3dd-4083-a688-e3a90de602c2" providerId="ADAL" clId="{7AECE3AF-5704-4967-BD45-876FBB82BAF3}" dt="2026-08-15T16:52:26.556" v="11526" actId="164"/>
          <ac:picMkLst>
            <pc:docMk/>
            <pc:sldMk cId="447589968" sldId="487"/>
            <ac:picMk id="13" creationId="{3EF228D6-41C6-82A3-88C6-19989958D95A}"/>
          </ac:picMkLst>
        </pc:picChg>
        <pc:cxnChg chg="mod">
          <ac:chgData name="Peethala Rajiv Roy (PED/Hosur/TVSMotor)" userId="e2d9917c-f3dd-4083-a688-e3a90de602c2" providerId="ADAL" clId="{7AECE3AF-5704-4967-BD45-876FBB82BAF3}" dt="2026-08-15T16:39:33.589" v="11394" actId="1076"/>
          <ac:cxnSpMkLst>
            <pc:docMk/>
            <pc:sldMk cId="447589968" sldId="487"/>
            <ac:cxnSpMk id="20" creationId="{9FE1AADE-9EFF-0C59-539A-2EA6C450730F}"/>
          </ac:cxnSpMkLst>
        </pc:cxnChg>
      </pc:sldChg>
      <pc:sldChg chg="addSp delSp modSp add mod">
        <pc:chgData name="Peethala Rajiv Roy (PED/Hosur/TVSMotor)" userId="e2d9917c-f3dd-4083-a688-e3a90de602c2" providerId="ADAL" clId="{7AECE3AF-5704-4967-BD45-876FBB82BAF3}" dt="2026-08-15T16:44:20.271" v="11464" actId="1035"/>
        <pc:sldMkLst>
          <pc:docMk/>
          <pc:sldMk cId="1562501651" sldId="488"/>
        </pc:sldMkLst>
        <pc:spChg chg="add mod">
          <ac:chgData name="Peethala Rajiv Roy (PED/Hosur/TVSMotor)" userId="e2d9917c-f3dd-4083-a688-e3a90de602c2" providerId="ADAL" clId="{7AECE3AF-5704-4967-BD45-876FBB82BAF3}" dt="2026-08-15T16:43:41.863" v="11458" actId="14100"/>
          <ac:spMkLst>
            <pc:docMk/>
            <pc:sldMk cId="1562501651" sldId="488"/>
            <ac:spMk id="13" creationId="{9DB940B6-9797-DF1A-5FB2-B14B4704A404}"/>
          </ac:spMkLst>
        </pc:spChg>
        <pc:spChg chg="mod">
          <ac:chgData name="Peethala Rajiv Roy (PED/Hosur/TVSMotor)" userId="e2d9917c-f3dd-4083-a688-e3a90de602c2" providerId="ADAL" clId="{7AECE3AF-5704-4967-BD45-876FBB82BAF3}" dt="2026-08-15T16:43:19.889" v="11435" actId="1076"/>
          <ac:spMkLst>
            <pc:docMk/>
            <pc:sldMk cId="1562501651" sldId="488"/>
            <ac:spMk id="19" creationId="{9C66559D-A28D-221A-610F-FEE5155889F2}"/>
          </ac:spMkLst>
        </pc:spChg>
        <pc:spChg chg="mod">
          <ac:chgData name="Peethala Rajiv Roy (PED/Hosur/TVSMotor)" userId="e2d9917c-f3dd-4083-a688-e3a90de602c2" providerId="ADAL" clId="{7AECE3AF-5704-4967-BD45-876FBB82BAF3}" dt="2026-08-15T16:43:19.889" v="11435" actId="1076"/>
          <ac:spMkLst>
            <pc:docMk/>
            <pc:sldMk cId="1562501651" sldId="488"/>
            <ac:spMk id="21" creationId="{D11C5231-48E0-DB7F-E8E7-E34E7E83D6B1}"/>
          </ac:spMkLst>
        </pc:spChg>
        <pc:spChg chg="mod">
          <ac:chgData name="Peethala Rajiv Roy (PED/Hosur/TVSMotor)" userId="e2d9917c-f3dd-4083-a688-e3a90de602c2" providerId="ADAL" clId="{7AECE3AF-5704-4967-BD45-876FBB82BAF3}" dt="2026-08-15T16:41:06.083" v="11420" actId="20577"/>
          <ac:spMkLst>
            <pc:docMk/>
            <pc:sldMk cId="1562501651" sldId="488"/>
            <ac:spMk id="22" creationId="{D5EA7A7F-08DB-46A6-5319-B3E5BBFEF704}"/>
          </ac:spMkLst>
        </pc:spChg>
        <pc:spChg chg="mod">
          <ac:chgData name="Peethala Rajiv Roy (PED/Hosur/TVSMotor)" userId="e2d9917c-f3dd-4083-a688-e3a90de602c2" providerId="ADAL" clId="{7AECE3AF-5704-4967-BD45-876FBB82BAF3}" dt="2026-08-15T16:43:09.675" v="11433" actId="1076"/>
          <ac:spMkLst>
            <pc:docMk/>
            <pc:sldMk cId="1562501651" sldId="488"/>
            <ac:spMk id="24" creationId="{8D51D4D3-B590-2A01-CC18-FD60CC7CFF5A}"/>
          </ac:spMkLst>
        </pc:spChg>
        <pc:picChg chg="add mod">
          <ac:chgData name="Peethala Rajiv Roy (PED/Hosur/TVSMotor)" userId="e2d9917c-f3dd-4083-a688-e3a90de602c2" providerId="ADAL" clId="{7AECE3AF-5704-4967-BD45-876FBB82BAF3}" dt="2026-08-15T16:41:16.114" v="11423" actId="208"/>
          <ac:picMkLst>
            <pc:docMk/>
            <pc:sldMk cId="1562501651" sldId="488"/>
            <ac:picMk id="3" creationId="{36771AEC-7FF1-128A-36A8-35648DF48A04}"/>
          </ac:picMkLst>
        </pc:picChg>
        <pc:picChg chg="del">
          <ac:chgData name="Peethala Rajiv Roy (PED/Hosur/TVSMotor)" userId="e2d9917c-f3dd-4083-a688-e3a90de602c2" providerId="ADAL" clId="{7AECE3AF-5704-4967-BD45-876FBB82BAF3}" dt="2026-08-15T16:40:51.848" v="11397" actId="478"/>
          <ac:picMkLst>
            <pc:docMk/>
            <pc:sldMk cId="1562501651" sldId="488"/>
            <ac:picMk id="6" creationId="{A1C4A04B-A44A-E20E-B9F6-1DA730C4D106}"/>
          </ac:picMkLst>
        </pc:picChg>
        <pc:picChg chg="add mod">
          <ac:chgData name="Peethala Rajiv Roy (PED/Hosur/TVSMotor)" userId="e2d9917c-f3dd-4083-a688-e3a90de602c2" providerId="ADAL" clId="{7AECE3AF-5704-4967-BD45-876FBB82BAF3}" dt="2026-08-15T16:43:14.618" v="11434" actId="1076"/>
          <ac:picMkLst>
            <pc:docMk/>
            <pc:sldMk cId="1562501651" sldId="488"/>
            <ac:picMk id="8" creationId="{0D705AA8-055C-98AA-874E-85EE2529A71C}"/>
          </ac:picMkLst>
        </pc:picChg>
        <pc:picChg chg="del">
          <ac:chgData name="Peethala Rajiv Roy (PED/Hosur/TVSMotor)" userId="e2d9917c-f3dd-4083-a688-e3a90de602c2" providerId="ADAL" clId="{7AECE3AF-5704-4967-BD45-876FBB82BAF3}" dt="2026-08-15T16:41:19.656" v="11424" actId="478"/>
          <ac:picMkLst>
            <pc:docMk/>
            <pc:sldMk cId="1562501651" sldId="488"/>
            <ac:picMk id="9" creationId="{FCEC46B5-7F92-958B-37BE-48CECDED51F9}"/>
          </ac:picMkLst>
        </pc:picChg>
        <pc:picChg chg="add mod">
          <ac:chgData name="Peethala Rajiv Roy (PED/Hosur/TVSMotor)" userId="e2d9917c-f3dd-4083-a688-e3a90de602c2" providerId="ADAL" clId="{7AECE3AF-5704-4967-BD45-876FBB82BAF3}" dt="2026-08-15T16:43:48.538" v="11460" actId="208"/>
          <ac:picMkLst>
            <pc:docMk/>
            <pc:sldMk cId="1562501651" sldId="488"/>
            <ac:picMk id="11" creationId="{4560909F-F175-0FAD-DC12-8FCBA5407B7E}"/>
          </ac:picMkLst>
        </pc:picChg>
        <pc:picChg chg="add mod">
          <ac:chgData name="Peethala Rajiv Roy (PED/Hosur/TVSMotor)" userId="e2d9917c-f3dd-4083-a688-e3a90de602c2" providerId="ADAL" clId="{7AECE3AF-5704-4967-BD45-876FBB82BAF3}" dt="2026-08-15T16:44:20.271" v="11464" actId="1035"/>
          <ac:picMkLst>
            <pc:docMk/>
            <pc:sldMk cId="1562501651" sldId="488"/>
            <ac:picMk id="15" creationId="{85654861-1DA3-A11E-B4A6-C58CAC4E5C6E}"/>
          </ac:picMkLst>
        </pc:picChg>
        <pc:cxnChg chg="mod">
          <ac:chgData name="Peethala Rajiv Roy (PED/Hosur/TVSMotor)" userId="e2d9917c-f3dd-4083-a688-e3a90de602c2" providerId="ADAL" clId="{7AECE3AF-5704-4967-BD45-876FBB82BAF3}" dt="2026-08-15T16:43:19.889" v="11435" actId="1076"/>
          <ac:cxnSpMkLst>
            <pc:docMk/>
            <pc:sldMk cId="1562501651" sldId="488"/>
            <ac:cxnSpMk id="18" creationId="{124FDF55-F9A1-3C2D-A120-5A935829D969}"/>
          </ac:cxnSpMkLst>
        </pc:cxnChg>
        <pc:cxnChg chg="mod">
          <ac:chgData name="Peethala Rajiv Roy (PED/Hosur/TVSMotor)" userId="e2d9917c-f3dd-4083-a688-e3a90de602c2" providerId="ADAL" clId="{7AECE3AF-5704-4967-BD45-876FBB82BAF3}" dt="2026-08-15T16:43:19.889" v="11435" actId="1076"/>
          <ac:cxnSpMkLst>
            <pc:docMk/>
            <pc:sldMk cId="1562501651" sldId="488"/>
            <ac:cxnSpMk id="20" creationId="{E0A8696D-DB87-7F50-CCE2-6150E4448775}"/>
          </ac:cxnSpMkLst>
        </pc:cxnChg>
      </pc:sldChg>
      <pc:sldChg chg="addSp delSp modSp add mod">
        <pc:chgData name="Peethala Rajiv Roy (PED/Hosur/TVSMotor)" userId="e2d9917c-f3dd-4083-a688-e3a90de602c2" providerId="ADAL" clId="{7AECE3AF-5704-4967-BD45-876FBB82BAF3}" dt="2026-08-15T16:50:35.933" v="11516" actId="1076"/>
        <pc:sldMkLst>
          <pc:docMk/>
          <pc:sldMk cId="1703307264" sldId="489"/>
        </pc:sldMkLst>
        <pc:spChg chg="mod">
          <ac:chgData name="Peethala Rajiv Roy (PED/Hosur/TVSMotor)" userId="e2d9917c-f3dd-4083-a688-e3a90de602c2" providerId="ADAL" clId="{7AECE3AF-5704-4967-BD45-876FBB82BAF3}" dt="2026-08-15T16:50:35.933" v="11516" actId="1076"/>
          <ac:spMkLst>
            <pc:docMk/>
            <pc:sldMk cId="1703307264" sldId="489"/>
            <ac:spMk id="13" creationId="{A7089559-3CA7-659D-05FF-59326F509EA9}"/>
          </ac:spMkLst>
        </pc:spChg>
        <pc:spChg chg="mod">
          <ac:chgData name="Peethala Rajiv Roy (PED/Hosur/TVSMotor)" userId="e2d9917c-f3dd-4083-a688-e3a90de602c2" providerId="ADAL" clId="{7AECE3AF-5704-4967-BD45-876FBB82BAF3}" dt="2026-08-15T16:47:07.427" v="11488" actId="1076"/>
          <ac:spMkLst>
            <pc:docMk/>
            <pc:sldMk cId="1703307264" sldId="489"/>
            <ac:spMk id="19" creationId="{DC2DF204-0C1C-B1BD-C306-15142424FA96}"/>
          </ac:spMkLst>
        </pc:spChg>
        <pc:spChg chg="mod">
          <ac:chgData name="Peethala Rajiv Roy (PED/Hosur/TVSMotor)" userId="e2d9917c-f3dd-4083-a688-e3a90de602c2" providerId="ADAL" clId="{7AECE3AF-5704-4967-BD45-876FBB82BAF3}" dt="2026-08-15T16:47:15.984" v="11489" actId="1076"/>
          <ac:spMkLst>
            <pc:docMk/>
            <pc:sldMk cId="1703307264" sldId="489"/>
            <ac:spMk id="21" creationId="{3F54B864-6D04-DB71-FD8F-6C44A7038334}"/>
          </ac:spMkLst>
        </pc:spChg>
        <pc:spChg chg="mod">
          <ac:chgData name="Peethala Rajiv Roy (PED/Hosur/TVSMotor)" userId="e2d9917c-f3dd-4083-a688-e3a90de602c2" providerId="ADAL" clId="{7AECE3AF-5704-4967-BD45-876FBB82BAF3}" dt="2026-08-15T16:46:02.764" v="11477" actId="20577"/>
          <ac:spMkLst>
            <pc:docMk/>
            <pc:sldMk cId="1703307264" sldId="489"/>
            <ac:spMk id="22" creationId="{4F4ED220-14A7-CC6C-5AA2-98F9F3638B80}"/>
          </ac:spMkLst>
        </pc:spChg>
        <pc:grpChg chg="add mod">
          <ac:chgData name="Peethala Rajiv Roy (PED/Hosur/TVSMotor)" userId="e2d9917c-f3dd-4083-a688-e3a90de602c2" providerId="ADAL" clId="{7AECE3AF-5704-4967-BD45-876FBB82BAF3}" dt="2026-08-15T16:50:27.440" v="11515" actId="1076"/>
          <ac:grpSpMkLst>
            <pc:docMk/>
            <pc:sldMk cId="1703307264" sldId="489"/>
            <ac:grpSpMk id="25" creationId="{224CCBB3-DD31-4C53-7960-9C6D7D7D05B4}"/>
          </ac:grpSpMkLst>
        </pc:grpChg>
        <pc:picChg chg="del">
          <ac:chgData name="Peethala Rajiv Roy (PED/Hosur/TVSMotor)" userId="e2d9917c-f3dd-4083-a688-e3a90de602c2" providerId="ADAL" clId="{7AECE3AF-5704-4967-BD45-876FBB82BAF3}" dt="2026-08-15T16:45:23.908" v="11466" actId="478"/>
          <ac:picMkLst>
            <pc:docMk/>
            <pc:sldMk cId="1703307264" sldId="489"/>
            <ac:picMk id="3" creationId="{8E28E153-9DCD-4097-AE8B-6E347E10F4F0}"/>
          </ac:picMkLst>
        </pc:picChg>
        <pc:picChg chg="add mod">
          <ac:chgData name="Peethala Rajiv Roy (PED/Hosur/TVSMotor)" userId="e2d9917c-f3dd-4083-a688-e3a90de602c2" providerId="ADAL" clId="{7AECE3AF-5704-4967-BD45-876FBB82BAF3}" dt="2026-08-15T16:46:11.821" v="11480" actId="208"/>
          <ac:picMkLst>
            <pc:docMk/>
            <pc:sldMk cId="1703307264" sldId="489"/>
            <ac:picMk id="6" creationId="{D764FEC0-8255-12E6-4FC8-C033154D23D7}"/>
          </ac:picMkLst>
        </pc:picChg>
        <pc:picChg chg="del">
          <ac:chgData name="Peethala Rajiv Roy (PED/Hosur/TVSMotor)" userId="e2d9917c-f3dd-4083-a688-e3a90de602c2" providerId="ADAL" clId="{7AECE3AF-5704-4967-BD45-876FBB82BAF3}" dt="2026-08-15T16:46:14.513" v="11481" actId="478"/>
          <ac:picMkLst>
            <pc:docMk/>
            <pc:sldMk cId="1703307264" sldId="489"/>
            <ac:picMk id="8" creationId="{71E14081-8B4F-A926-53C6-B49DA7C566D2}"/>
          </ac:picMkLst>
        </pc:picChg>
        <pc:picChg chg="add mod">
          <ac:chgData name="Peethala Rajiv Roy (PED/Hosur/TVSMotor)" userId="e2d9917c-f3dd-4083-a688-e3a90de602c2" providerId="ADAL" clId="{7AECE3AF-5704-4967-BD45-876FBB82BAF3}" dt="2026-08-15T16:47:20.705" v="11491" actId="14100"/>
          <ac:picMkLst>
            <pc:docMk/>
            <pc:sldMk cId="1703307264" sldId="489"/>
            <ac:picMk id="9" creationId="{7394BF70-2D87-9BB4-C556-20D536AD47D3}"/>
          </ac:picMkLst>
        </pc:picChg>
        <pc:picChg chg="del">
          <ac:chgData name="Peethala Rajiv Roy (PED/Hosur/TVSMotor)" userId="e2d9917c-f3dd-4083-a688-e3a90de602c2" providerId="ADAL" clId="{7AECE3AF-5704-4967-BD45-876FBB82BAF3}" dt="2026-08-15T16:47:33.793" v="11493" actId="478"/>
          <ac:picMkLst>
            <pc:docMk/>
            <pc:sldMk cId="1703307264" sldId="489"/>
            <ac:picMk id="11" creationId="{89A1273B-54F3-D607-D68A-3E68CD09A567}"/>
          </ac:picMkLst>
        </pc:picChg>
        <pc:picChg chg="add mod">
          <ac:chgData name="Peethala Rajiv Roy (PED/Hosur/TVSMotor)" userId="e2d9917c-f3dd-4083-a688-e3a90de602c2" providerId="ADAL" clId="{7AECE3AF-5704-4967-BD45-876FBB82BAF3}" dt="2026-08-15T16:50:22.829" v="11514" actId="164"/>
          <ac:picMkLst>
            <pc:docMk/>
            <pc:sldMk cId="1703307264" sldId="489"/>
            <ac:picMk id="12" creationId="{FB3DE793-1EE1-AAFD-8998-2C19E71496F1}"/>
          </ac:picMkLst>
        </pc:picChg>
        <pc:picChg chg="del">
          <ac:chgData name="Peethala Rajiv Roy (PED/Hosur/TVSMotor)" userId="e2d9917c-f3dd-4083-a688-e3a90de602c2" providerId="ADAL" clId="{7AECE3AF-5704-4967-BD45-876FBB82BAF3}" dt="2026-08-15T16:47:32.755" v="11492" actId="478"/>
          <ac:picMkLst>
            <pc:docMk/>
            <pc:sldMk cId="1703307264" sldId="489"/>
            <ac:picMk id="15" creationId="{EFF556AC-1CC4-9103-F68E-CD3296194BD2}"/>
          </ac:picMkLst>
        </pc:picChg>
        <pc:picChg chg="add mod">
          <ac:chgData name="Peethala Rajiv Roy (PED/Hosur/TVSMotor)" userId="e2d9917c-f3dd-4083-a688-e3a90de602c2" providerId="ADAL" clId="{7AECE3AF-5704-4967-BD45-876FBB82BAF3}" dt="2026-08-15T16:50:22.829" v="11514" actId="164"/>
          <ac:picMkLst>
            <pc:docMk/>
            <pc:sldMk cId="1703307264" sldId="489"/>
            <ac:picMk id="16" creationId="{3D89204C-15F3-062C-D7E9-42E7788FDFFC}"/>
          </ac:picMkLst>
        </pc:picChg>
        <pc:picChg chg="add mod">
          <ac:chgData name="Peethala Rajiv Roy (PED/Hosur/TVSMotor)" userId="e2d9917c-f3dd-4083-a688-e3a90de602c2" providerId="ADAL" clId="{7AECE3AF-5704-4967-BD45-876FBB82BAF3}" dt="2026-08-15T16:50:22.829" v="11514" actId="164"/>
          <ac:picMkLst>
            <pc:docMk/>
            <pc:sldMk cId="1703307264" sldId="489"/>
            <ac:picMk id="23" creationId="{A73C5BE1-1C10-3003-4EDE-62E88315BC97}"/>
          </ac:picMkLst>
        </pc:picChg>
        <pc:cxnChg chg="mod">
          <ac:chgData name="Peethala Rajiv Roy (PED/Hosur/TVSMotor)" userId="e2d9917c-f3dd-4083-a688-e3a90de602c2" providerId="ADAL" clId="{7AECE3AF-5704-4967-BD45-876FBB82BAF3}" dt="2026-08-15T16:47:07.427" v="11488" actId="1076"/>
          <ac:cxnSpMkLst>
            <pc:docMk/>
            <pc:sldMk cId="1703307264" sldId="489"/>
            <ac:cxnSpMk id="18" creationId="{87A6438C-4C63-90B0-767B-077EABD42DFC}"/>
          </ac:cxnSpMkLst>
        </pc:cxnChg>
        <pc:cxnChg chg="mod">
          <ac:chgData name="Peethala Rajiv Roy (PED/Hosur/TVSMotor)" userId="e2d9917c-f3dd-4083-a688-e3a90de602c2" providerId="ADAL" clId="{7AECE3AF-5704-4967-BD45-876FBB82BAF3}" dt="2026-08-15T16:47:15.984" v="11489" actId="1076"/>
          <ac:cxnSpMkLst>
            <pc:docMk/>
            <pc:sldMk cId="1703307264" sldId="489"/>
            <ac:cxnSpMk id="20" creationId="{6C500612-9021-6616-850E-9D0B261AAB7B}"/>
          </ac:cxnSpMkLst>
        </pc:cxnChg>
      </pc:sldChg>
      <pc:sldChg chg="addSp delSp modSp add mod">
        <pc:chgData name="Peethala Rajiv Roy (PED/Hosur/TVSMotor)" userId="e2d9917c-f3dd-4083-a688-e3a90de602c2" providerId="ADAL" clId="{7AECE3AF-5704-4967-BD45-876FBB82BAF3}" dt="2026-08-15T16:57:02.442" v="11604" actId="208"/>
        <pc:sldMkLst>
          <pc:docMk/>
          <pc:sldMk cId="130127162" sldId="490"/>
        </pc:sldMkLst>
        <pc:spChg chg="mod">
          <ac:chgData name="Peethala Rajiv Roy (PED/Hosur/TVSMotor)" userId="e2d9917c-f3dd-4083-a688-e3a90de602c2" providerId="ADAL" clId="{7AECE3AF-5704-4967-BD45-876FBB82BAF3}" dt="2026-08-15T16:56:11.088" v="11598" actId="1076"/>
          <ac:spMkLst>
            <pc:docMk/>
            <pc:sldMk cId="130127162" sldId="490"/>
            <ac:spMk id="13" creationId="{3F233280-5A36-A4EC-1CEB-FDA7209E0E9E}"/>
          </ac:spMkLst>
        </pc:spChg>
        <pc:spChg chg="mod">
          <ac:chgData name="Peethala Rajiv Roy (PED/Hosur/TVSMotor)" userId="e2d9917c-f3dd-4083-a688-e3a90de602c2" providerId="ADAL" clId="{7AECE3AF-5704-4967-BD45-876FBB82BAF3}" dt="2026-08-15T16:55:58.794" v="11596" actId="1076"/>
          <ac:spMkLst>
            <pc:docMk/>
            <pc:sldMk cId="130127162" sldId="490"/>
            <ac:spMk id="19" creationId="{F397DCB7-0F7B-6A59-7471-6401B8636BC0}"/>
          </ac:spMkLst>
        </pc:spChg>
        <pc:spChg chg="mod">
          <ac:chgData name="Peethala Rajiv Roy (PED/Hosur/TVSMotor)" userId="e2d9917c-f3dd-4083-a688-e3a90de602c2" providerId="ADAL" clId="{7AECE3AF-5704-4967-BD45-876FBB82BAF3}" dt="2026-08-15T16:56:04.430" v="11597" actId="1076"/>
          <ac:spMkLst>
            <pc:docMk/>
            <pc:sldMk cId="130127162" sldId="490"/>
            <ac:spMk id="21" creationId="{6565C0E5-CE44-9E9C-C813-7BE5EEB48B5D}"/>
          </ac:spMkLst>
        </pc:spChg>
        <pc:spChg chg="mod">
          <ac:chgData name="Peethala Rajiv Roy (PED/Hosur/TVSMotor)" userId="e2d9917c-f3dd-4083-a688-e3a90de602c2" providerId="ADAL" clId="{7AECE3AF-5704-4967-BD45-876FBB82BAF3}" dt="2026-08-15T16:55:10.906" v="11586" actId="20577"/>
          <ac:spMkLst>
            <pc:docMk/>
            <pc:sldMk cId="130127162" sldId="490"/>
            <ac:spMk id="22" creationId="{08A294AA-D6B6-3345-58D3-67F81581192B}"/>
          </ac:spMkLst>
        </pc:spChg>
        <pc:grpChg chg="del">
          <ac:chgData name="Peethala Rajiv Roy (PED/Hosur/TVSMotor)" userId="e2d9917c-f3dd-4083-a688-e3a90de602c2" providerId="ADAL" clId="{7AECE3AF-5704-4967-BD45-876FBB82BAF3}" dt="2026-08-15T16:56:13.096" v="11599" actId="478"/>
          <ac:grpSpMkLst>
            <pc:docMk/>
            <pc:sldMk cId="130127162" sldId="490"/>
            <ac:grpSpMk id="25" creationId="{34DCB0D1-F9CC-41C7-521E-85E97C7D03E3}"/>
          </ac:grpSpMkLst>
        </pc:grpChg>
        <pc:picChg chg="add mod">
          <ac:chgData name="Peethala Rajiv Roy (PED/Hosur/TVSMotor)" userId="e2d9917c-f3dd-4083-a688-e3a90de602c2" providerId="ADAL" clId="{7AECE3AF-5704-4967-BD45-876FBB82BAF3}" dt="2026-08-15T16:55:14.374" v="11587" actId="208"/>
          <ac:picMkLst>
            <pc:docMk/>
            <pc:sldMk cId="130127162" sldId="490"/>
            <ac:picMk id="3" creationId="{3D28087B-F2D1-D74D-3418-877A35D50FF6}"/>
          </ac:picMkLst>
        </pc:picChg>
        <pc:picChg chg="del">
          <ac:chgData name="Peethala Rajiv Roy (PED/Hosur/TVSMotor)" userId="e2d9917c-f3dd-4083-a688-e3a90de602c2" providerId="ADAL" clId="{7AECE3AF-5704-4967-BD45-876FBB82BAF3}" dt="2026-08-15T16:54:26.770" v="11577" actId="478"/>
          <ac:picMkLst>
            <pc:docMk/>
            <pc:sldMk cId="130127162" sldId="490"/>
            <ac:picMk id="6" creationId="{78867752-6DC5-0590-CE75-0DFA74CE924C}"/>
          </ac:picMkLst>
        </pc:picChg>
        <pc:picChg chg="add mod">
          <ac:chgData name="Peethala Rajiv Roy (PED/Hosur/TVSMotor)" userId="e2d9917c-f3dd-4083-a688-e3a90de602c2" providerId="ADAL" clId="{7AECE3AF-5704-4967-BD45-876FBB82BAF3}" dt="2026-08-15T16:55:52.329" v="11595" actId="1076"/>
          <ac:picMkLst>
            <pc:docMk/>
            <pc:sldMk cId="130127162" sldId="490"/>
            <ac:picMk id="8" creationId="{63ED8901-EC00-555F-7D4F-38B00F966DA5}"/>
          </ac:picMkLst>
        </pc:picChg>
        <pc:picChg chg="del">
          <ac:chgData name="Peethala Rajiv Roy (PED/Hosur/TVSMotor)" userId="e2d9917c-f3dd-4083-a688-e3a90de602c2" providerId="ADAL" clId="{7AECE3AF-5704-4967-BD45-876FBB82BAF3}" dt="2026-08-15T16:55:17.792" v="11588" actId="478"/>
          <ac:picMkLst>
            <pc:docMk/>
            <pc:sldMk cId="130127162" sldId="490"/>
            <ac:picMk id="9" creationId="{B3DD3303-2A65-1937-DA59-B816D4F657BE}"/>
          </ac:picMkLst>
        </pc:picChg>
        <pc:picChg chg="add mod">
          <ac:chgData name="Peethala Rajiv Roy (PED/Hosur/TVSMotor)" userId="e2d9917c-f3dd-4083-a688-e3a90de602c2" providerId="ADAL" clId="{7AECE3AF-5704-4967-BD45-876FBB82BAF3}" dt="2026-08-15T16:57:02.442" v="11604" actId="208"/>
          <ac:picMkLst>
            <pc:docMk/>
            <pc:sldMk cId="130127162" sldId="490"/>
            <ac:picMk id="11" creationId="{FC938524-191C-F66D-BDA0-71F2BF47ABD2}"/>
          </ac:picMkLst>
        </pc:picChg>
        <pc:cxnChg chg="mod">
          <ac:chgData name="Peethala Rajiv Roy (PED/Hosur/TVSMotor)" userId="e2d9917c-f3dd-4083-a688-e3a90de602c2" providerId="ADAL" clId="{7AECE3AF-5704-4967-BD45-876FBB82BAF3}" dt="2026-08-15T16:55:58.794" v="11596" actId="1076"/>
          <ac:cxnSpMkLst>
            <pc:docMk/>
            <pc:sldMk cId="130127162" sldId="490"/>
            <ac:cxnSpMk id="18" creationId="{DEF401B2-1B93-F7EC-4EAF-DBE9CCC2CE11}"/>
          </ac:cxnSpMkLst>
        </pc:cxnChg>
        <pc:cxnChg chg="mod">
          <ac:chgData name="Peethala Rajiv Roy (PED/Hosur/TVSMotor)" userId="e2d9917c-f3dd-4083-a688-e3a90de602c2" providerId="ADAL" clId="{7AECE3AF-5704-4967-BD45-876FBB82BAF3}" dt="2026-08-15T16:56:04.430" v="11597" actId="1076"/>
          <ac:cxnSpMkLst>
            <pc:docMk/>
            <pc:sldMk cId="130127162" sldId="490"/>
            <ac:cxnSpMk id="20" creationId="{B34DFD27-9C99-CDC2-CAFF-AFB95E8C2246}"/>
          </ac:cxnSpMkLst>
        </pc:cxnChg>
      </pc:sldChg>
      <pc:sldChg chg="addSp delSp modSp add mod">
        <pc:chgData name="Peethala Rajiv Roy (PED/Hosur/TVSMotor)" userId="e2d9917c-f3dd-4083-a688-e3a90de602c2" providerId="ADAL" clId="{7AECE3AF-5704-4967-BD45-876FBB82BAF3}" dt="2026-08-15T17:00:50.861" v="11658" actId="14100"/>
        <pc:sldMkLst>
          <pc:docMk/>
          <pc:sldMk cId="602038674" sldId="491"/>
        </pc:sldMkLst>
        <pc:spChg chg="mod">
          <ac:chgData name="Peethala Rajiv Roy (PED/Hosur/TVSMotor)" userId="e2d9917c-f3dd-4083-a688-e3a90de602c2" providerId="ADAL" clId="{7AECE3AF-5704-4967-BD45-876FBB82BAF3}" dt="2026-08-15T16:59:01.117" v="11642" actId="1076"/>
          <ac:spMkLst>
            <pc:docMk/>
            <pc:sldMk cId="602038674" sldId="491"/>
            <ac:spMk id="19" creationId="{DC44475F-E159-F295-17A8-D0C8A3191041}"/>
          </ac:spMkLst>
        </pc:spChg>
        <pc:spChg chg="mod">
          <ac:chgData name="Peethala Rajiv Roy (PED/Hosur/TVSMotor)" userId="e2d9917c-f3dd-4083-a688-e3a90de602c2" providerId="ADAL" clId="{7AECE3AF-5704-4967-BD45-876FBB82BAF3}" dt="2026-08-15T16:59:01.117" v="11642" actId="1076"/>
          <ac:spMkLst>
            <pc:docMk/>
            <pc:sldMk cId="602038674" sldId="491"/>
            <ac:spMk id="21" creationId="{73A11439-8A9B-7AC5-6911-26749893DD3E}"/>
          </ac:spMkLst>
        </pc:spChg>
        <pc:spChg chg="mod">
          <ac:chgData name="Peethala Rajiv Roy (PED/Hosur/TVSMotor)" userId="e2d9917c-f3dd-4083-a688-e3a90de602c2" providerId="ADAL" clId="{7AECE3AF-5704-4967-BD45-876FBB82BAF3}" dt="2026-08-15T16:57:23.719" v="11628" actId="20577"/>
          <ac:spMkLst>
            <pc:docMk/>
            <pc:sldMk cId="602038674" sldId="491"/>
            <ac:spMk id="22" creationId="{D7975A52-0D96-70FF-42F1-D7C9646F511E}"/>
          </ac:spMkLst>
        </pc:spChg>
        <pc:grpChg chg="add mod">
          <ac:chgData name="Peethala Rajiv Roy (PED/Hosur/TVSMotor)" userId="e2d9917c-f3dd-4083-a688-e3a90de602c2" providerId="ADAL" clId="{7AECE3AF-5704-4967-BD45-876FBB82BAF3}" dt="2026-08-15T17:00:50.861" v="11658" actId="14100"/>
          <ac:grpSpMkLst>
            <pc:docMk/>
            <pc:sldMk cId="602038674" sldId="491"/>
            <ac:grpSpMk id="16" creationId="{F1F92ABD-226B-FDE4-FDF1-2DF6749706C8}"/>
          </ac:grpSpMkLst>
        </pc:grpChg>
        <pc:picChg chg="del">
          <ac:chgData name="Peethala Rajiv Roy (PED/Hosur/TVSMotor)" userId="e2d9917c-f3dd-4083-a688-e3a90de602c2" providerId="ADAL" clId="{7AECE3AF-5704-4967-BD45-876FBB82BAF3}" dt="2026-08-15T16:57:26.614" v="11629" actId="478"/>
          <ac:picMkLst>
            <pc:docMk/>
            <pc:sldMk cId="602038674" sldId="491"/>
            <ac:picMk id="3" creationId="{F7522F5E-0F43-A6F5-2307-95A222F1898B}"/>
          </ac:picMkLst>
        </pc:picChg>
        <pc:picChg chg="add mod">
          <ac:chgData name="Peethala Rajiv Roy (PED/Hosur/TVSMotor)" userId="e2d9917c-f3dd-4083-a688-e3a90de602c2" providerId="ADAL" clId="{7AECE3AF-5704-4967-BD45-876FBB82BAF3}" dt="2026-08-15T16:58:10.036" v="11634" actId="208"/>
          <ac:picMkLst>
            <pc:docMk/>
            <pc:sldMk cId="602038674" sldId="491"/>
            <ac:picMk id="6" creationId="{8036FA81-64B8-E62F-479C-9ED26A34B2B8}"/>
          </ac:picMkLst>
        </pc:picChg>
        <pc:picChg chg="del">
          <ac:chgData name="Peethala Rajiv Roy (PED/Hosur/TVSMotor)" userId="e2d9917c-f3dd-4083-a688-e3a90de602c2" providerId="ADAL" clId="{7AECE3AF-5704-4967-BD45-876FBB82BAF3}" dt="2026-08-15T16:58:13.705" v="11635" actId="478"/>
          <ac:picMkLst>
            <pc:docMk/>
            <pc:sldMk cId="602038674" sldId="491"/>
            <ac:picMk id="8" creationId="{3F558E1A-D5F2-E829-21A5-BEB6AB84750C}"/>
          </ac:picMkLst>
        </pc:picChg>
        <pc:picChg chg="add mod">
          <ac:chgData name="Peethala Rajiv Roy (PED/Hosur/TVSMotor)" userId="e2d9917c-f3dd-4083-a688-e3a90de602c2" providerId="ADAL" clId="{7AECE3AF-5704-4967-BD45-876FBB82BAF3}" dt="2026-08-15T16:58:54.948" v="11641" actId="14100"/>
          <ac:picMkLst>
            <pc:docMk/>
            <pc:sldMk cId="602038674" sldId="491"/>
            <ac:picMk id="9" creationId="{9C4D2CC4-FE17-FB77-8030-D76F24865527}"/>
          </ac:picMkLst>
        </pc:picChg>
        <pc:picChg chg="del">
          <ac:chgData name="Peethala Rajiv Roy (PED/Hosur/TVSMotor)" userId="e2d9917c-f3dd-4083-a688-e3a90de602c2" providerId="ADAL" clId="{7AECE3AF-5704-4967-BD45-876FBB82BAF3}" dt="2026-08-15T16:59:04.161" v="11643" actId="478"/>
          <ac:picMkLst>
            <pc:docMk/>
            <pc:sldMk cId="602038674" sldId="491"/>
            <ac:picMk id="11" creationId="{7D382A49-EC02-3623-D00F-528C87B78A0B}"/>
          </ac:picMkLst>
        </pc:picChg>
        <pc:picChg chg="add mod">
          <ac:chgData name="Peethala Rajiv Roy (PED/Hosur/TVSMotor)" userId="e2d9917c-f3dd-4083-a688-e3a90de602c2" providerId="ADAL" clId="{7AECE3AF-5704-4967-BD45-876FBB82BAF3}" dt="2026-08-15T17:00:45.520" v="11657" actId="164"/>
          <ac:picMkLst>
            <pc:docMk/>
            <pc:sldMk cId="602038674" sldId="491"/>
            <ac:picMk id="12" creationId="{985A7F14-6E32-048A-A9FB-1287FDA80E5F}"/>
          </ac:picMkLst>
        </pc:picChg>
        <pc:picChg chg="add mod">
          <ac:chgData name="Peethala Rajiv Roy (PED/Hosur/TVSMotor)" userId="e2d9917c-f3dd-4083-a688-e3a90de602c2" providerId="ADAL" clId="{7AECE3AF-5704-4967-BD45-876FBB82BAF3}" dt="2026-08-15T17:00:45.520" v="11657" actId="164"/>
          <ac:picMkLst>
            <pc:docMk/>
            <pc:sldMk cId="602038674" sldId="491"/>
            <ac:picMk id="15" creationId="{3559FA0B-8DC4-6282-5058-484AC96158C4}"/>
          </ac:picMkLst>
        </pc:picChg>
        <pc:cxnChg chg="mod">
          <ac:chgData name="Peethala Rajiv Roy (PED/Hosur/TVSMotor)" userId="e2d9917c-f3dd-4083-a688-e3a90de602c2" providerId="ADAL" clId="{7AECE3AF-5704-4967-BD45-876FBB82BAF3}" dt="2026-08-15T16:59:01.117" v="11642" actId="1076"/>
          <ac:cxnSpMkLst>
            <pc:docMk/>
            <pc:sldMk cId="602038674" sldId="491"/>
            <ac:cxnSpMk id="18" creationId="{5F023CB0-0181-B23E-DF3A-23490CFE4143}"/>
          </ac:cxnSpMkLst>
        </pc:cxnChg>
        <pc:cxnChg chg="mod">
          <ac:chgData name="Peethala Rajiv Roy (PED/Hosur/TVSMotor)" userId="e2d9917c-f3dd-4083-a688-e3a90de602c2" providerId="ADAL" clId="{7AECE3AF-5704-4967-BD45-876FBB82BAF3}" dt="2026-08-15T16:59:01.117" v="11642" actId="1076"/>
          <ac:cxnSpMkLst>
            <pc:docMk/>
            <pc:sldMk cId="602038674" sldId="491"/>
            <ac:cxnSpMk id="20" creationId="{AF3AB752-5031-F7E6-7F22-8D23FD3BCE66}"/>
          </ac:cxnSpMkLst>
        </pc:cxnChg>
      </pc:sldChg>
      <pc:sldChg chg="addSp delSp modSp add mod">
        <pc:chgData name="Peethala Rajiv Roy (PED/Hosur/TVSMotor)" userId="e2d9917c-f3dd-4083-a688-e3a90de602c2" providerId="ADAL" clId="{7AECE3AF-5704-4967-BD45-876FBB82BAF3}" dt="2026-08-15T17:04:01.551" v="11698" actId="14100"/>
        <pc:sldMkLst>
          <pc:docMk/>
          <pc:sldMk cId="3853805428" sldId="492"/>
        </pc:sldMkLst>
        <pc:spChg chg="mod">
          <ac:chgData name="Peethala Rajiv Roy (PED/Hosur/TVSMotor)" userId="e2d9917c-f3dd-4083-a688-e3a90de602c2" providerId="ADAL" clId="{7AECE3AF-5704-4967-BD45-876FBB82BAF3}" dt="2026-08-15T17:02:38.809" v="11687" actId="1076"/>
          <ac:spMkLst>
            <pc:docMk/>
            <pc:sldMk cId="3853805428" sldId="492"/>
            <ac:spMk id="19" creationId="{DDDF940D-FFF8-FD9D-9089-242FF264B2E9}"/>
          </ac:spMkLst>
        </pc:spChg>
        <pc:spChg chg="mod">
          <ac:chgData name="Peethala Rajiv Roy (PED/Hosur/TVSMotor)" userId="e2d9917c-f3dd-4083-a688-e3a90de602c2" providerId="ADAL" clId="{7AECE3AF-5704-4967-BD45-876FBB82BAF3}" dt="2026-08-15T17:02:38.809" v="11687" actId="1076"/>
          <ac:spMkLst>
            <pc:docMk/>
            <pc:sldMk cId="3853805428" sldId="492"/>
            <ac:spMk id="21" creationId="{E172F476-BED3-D56B-5C76-7367F2CEDF22}"/>
          </ac:spMkLst>
        </pc:spChg>
        <pc:spChg chg="mod">
          <ac:chgData name="Peethala Rajiv Roy (PED/Hosur/TVSMotor)" userId="e2d9917c-f3dd-4083-a688-e3a90de602c2" providerId="ADAL" clId="{7AECE3AF-5704-4967-BD45-876FBB82BAF3}" dt="2026-08-15T17:01:08.648" v="11674" actId="20577"/>
          <ac:spMkLst>
            <pc:docMk/>
            <pc:sldMk cId="3853805428" sldId="492"/>
            <ac:spMk id="22" creationId="{AE843BE3-4D15-6536-5A4C-57365358A49A}"/>
          </ac:spMkLst>
        </pc:spChg>
        <pc:grpChg chg="add mod">
          <ac:chgData name="Peethala Rajiv Roy (PED/Hosur/TVSMotor)" userId="e2d9917c-f3dd-4083-a688-e3a90de602c2" providerId="ADAL" clId="{7AECE3AF-5704-4967-BD45-876FBB82BAF3}" dt="2026-08-15T17:04:01.551" v="11698" actId="14100"/>
          <ac:grpSpMkLst>
            <pc:docMk/>
            <pc:sldMk cId="3853805428" sldId="492"/>
            <ac:grpSpMk id="14" creationId="{57145E91-A627-C8C9-144F-7AE3EA6F99AC}"/>
          </ac:grpSpMkLst>
        </pc:grpChg>
        <pc:picChg chg="add mod">
          <ac:chgData name="Peethala Rajiv Roy (PED/Hosur/TVSMotor)" userId="e2d9917c-f3dd-4083-a688-e3a90de602c2" providerId="ADAL" clId="{7AECE3AF-5704-4967-BD45-876FBB82BAF3}" dt="2026-08-15T17:01:50.643" v="11679" actId="208"/>
          <ac:picMkLst>
            <pc:docMk/>
            <pc:sldMk cId="3853805428" sldId="492"/>
            <ac:picMk id="3" creationId="{20A90E63-AB52-D15C-CCDE-741FB770EFFB}"/>
          </ac:picMkLst>
        </pc:picChg>
        <pc:picChg chg="del">
          <ac:chgData name="Peethala Rajiv Roy (PED/Hosur/TVSMotor)" userId="e2d9917c-f3dd-4083-a688-e3a90de602c2" providerId="ADAL" clId="{7AECE3AF-5704-4967-BD45-876FBB82BAF3}" dt="2026-08-15T17:01:20.682" v="11675" actId="478"/>
          <ac:picMkLst>
            <pc:docMk/>
            <pc:sldMk cId="3853805428" sldId="492"/>
            <ac:picMk id="6" creationId="{B090DB1A-A334-393C-A094-11E68AF12433}"/>
          </ac:picMkLst>
        </pc:picChg>
        <pc:picChg chg="add mod">
          <ac:chgData name="Peethala Rajiv Roy (PED/Hosur/TVSMotor)" userId="e2d9917c-f3dd-4083-a688-e3a90de602c2" providerId="ADAL" clId="{7AECE3AF-5704-4967-BD45-876FBB82BAF3}" dt="2026-08-15T17:02:33.192" v="11686" actId="14100"/>
          <ac:picMkLst>
            <pc:docMk/>
            <pc:sldMk cId="3853805428" sldId="492"/>
            <ac:picMk id="8" creationId="{B9295FD8-0632-D5B8-5B5E-C4A36ABAD8A5}"/>
          </ac:picMkLst>
        </pc:picChg>
        <pc:picChg chg="del">
          <ac:chgData name="Peethala Rajiv Roy (PED/Hosur/TVSMotor)" userId="e2d9917c-f3dd-4083-a688-e3a90de602c2" providerId="ADAL" clId="{7AECE3AF-5704-4967-BD45-876FBB82BAF3}" dt="2026-08-15T17:01:55.363" v="11680" actId="478"/>
          <ac:picMkLst>
            <pc:docMk/>
            <pc:sldMk cId="3853805428" sldId="492"/>
            <ac:picMk id="9" creationId="{FBA15556-D158-2A0B-6038-B6ABBE210A72}"/>
          </ac:picMkLst>
        </pc:picChg>
        <pc:picChg chg="add mod">
          <ac:chgData name="Peethala Rajiv Roy (PED/Hosur/TVSMotor)" userId="e2d9917c-f3dd-4083-a688-e3a90de602c2" providerId="ADAL" clId="{7AECE3AF-5704-4967-BD45-876FBB82BAF3}" dt="2026-08-15T17:03:56.992" v="11697" actId="164"/>
          <ac:picMkLst>
            <pc:docMk/>
            <pc:sldMk cId="3853805428" sldId="492"/>
            <ac:picMk id="11" creationId="{DB5AA8B8-6AC7-76CD-6AF1-14FD51F73C4E}"/>
          </ac:picMkLst>
        </pc:picChg>
        <pc:picChg chg="del">
          <ac:chgData name="Peethala Rajiv Roy (PED/Hosur/TVSMotor)" userId="e2d9917c-f3dd-4083-a688-e3a90de602c2" providerId="ADAL" clId="{7AECE3AF-5704-4967-BD45-876FBB82BAF3}" dt="2026-08-15T17:02:48.526" v="11688" actId="478"/>
          <ac:picMkLst>
            <pc:docMk/>
            <pc:sldMk cId="3853805428" sldId="492"/>
            <ac:picMk id="12" creationId="{D3EAD3A4-E44F-51AD-8E8F-814435DB39DF}"/>
          </ac:picMkLst>
        </pc:picChg>
        <pc:picChg chg="mod">
          <ac:chgData name="Peethala Rajiv Roy (PED/Hosur/TVSMotor)" userId="e2d9917c-f3dd-4083-a688-e3a90de602c2" providerId="ADAL" clId="{7AECE3AF-5704-4967-BD45-876FBB82BAF3}" dt="2026-08-15T17:03:56.992" v="11697" actId="164"/>
          <ac:picMkLst>
            <pc:docMk/>
            <pc:sldMk cId="3853805428" sldId="492"/>
            <ac:picMk id="15" creationId="{57A53BD2-47AB-14C1-42C8-DC07BF97EDD3}"/>
          </ac:picMkLst>
        </pc:picChg>
        <pc:cxnChg chg="mod">
          <ac:chgData name="Peethala Rajiv Roy (PED/Hosur/TVSMotor)" userId="e2d9917c-f3dd-4083-a688-e3a90de602c2" providerId="ADAL" clId="{7AECE3AF-5704-4967-BD45-876FBB82BAF3}" dt="2026-08-15T17:02:38.809" v="11687" actId="1076"/>
          <ac:cxnSpMkLst>
            <pc:docMk/>
            <pc:sldMk cId="3853805428" sldId="492"/>
            <ac:cxnSpMk id="18" creationId="{FFA7169C-3828-0889-2109-07CBA4A8C09E}"/>
          </ac:cxnSpMkLst>
        </pc:cxnChg>
        <pc:cxnChg chg="mod">
          <ac:chgData name="Peethala Rajiv Roy (PED/Hosur/TVSMotor)" userId="e2d9917c-f3dd-4083-a688-e3a90de602c2" providerId="ADAL" clId="{7AECE3AF-5704-4967-BD45-876FBB82BAF3}" dt="2026-08-15T17:02:38.809" v="11687" actId="1076"/>
          <ac:cxnSpMkLst>
            <pc:docMk/>
            <pc:sldMk cId="3853805428" sldId="492"/>
            <ac:cxnSpMk id="20" creationId="{C115E3A9-B794-C63A-FC1B-E53F3FB9404E}"/>
          </ac:cxnSpMkLst>
        </pc:cxnChg>
      </pc:sldChg>
      <pc:sldChg chg="addSp delSp modSp add mod">
        <pc:chgData name="Peethala Rajiv Roy (PED/Hosur/TVSMotor)" userId="e2d9917c-f3dd-4083-a688-e3a90de602c2" providerId="ADAL" clId="{7AECE3AF-5704-4967-BD45-876FBB82BAF3}" dt="2026-08-15T17:06:34.410" v="11722" actId="14100"/>
        <pc:sldMkLst>
          <pc:docMk/>
          <pc:sldMk cId="3437760141" sldId="493"/>
        </pc:sldMkLst>
        <pc:spChg chg="mod">
          <ac:chgData name="Peethala Rajiv Roy (PED/Hosur/TVSMotor)" userId="e2d9917c-f3dd-4083-a688-e3a90de602c2" providerId="ADAL" clId="{7AECE3AF-5704-4967-BD45-876FBB82BAF3}" dt="2026-08-15T17:04:15.145" v="11704" actId="20577"/>
          <ac:spMkLst>
            <pc:docMk/>
            <pc:sldMk cId="3437760141" sldId="493"/>
            <ac:spMk id="22" creationId="{2D95707C-1AEE-9EB2-E6BA-F8616A2C8A06}"/>
          </ac:spMkLst>
        </pc:spChg>
        <pc:grpChg chg="add mod">
          <ac:chgData name="Peethala Rajiv Roy (PED/Hosur/TVSMotor)" userId="e2d9917c-f3dd-4083-a688-e3a90de602c2" providerId="ADAL" clId="{7AECE3AF-5704-4967-BD45-876FBB82BAF3}" dt="2026-08-15T17:06:34.410" v="11722" actId="14100"/>
          <ac:grpSpMkLst>
            <pc:docMk/>
            <pc:sldMk cId="3437760141" sldId="493"/>
            <ac:grpSpMk id="14" creationId="{B4E65714-DDA1-5790-9716-B73FB43554D4}"/>
          </ac:grpSpMkLst>
        </pc:grpChg>
        <pc:picChg chg="del">
          <ac:chgData name="Peethala Rajiv Roy (PED/Hosur/TVSMotor)" userId="e2d9917c-f3dd-4083-a688-e3a90de602c2" providerId="ADAL" clId="{7AECE3AF-5704-4967-BD45-876FBB82BAF3}" dt="2026-08-15T17:04:09.240" v="11699" actId="478"/>
          <ac:picMkLst>
            <pc:docMk/>
            <pc:sldMk cId="3437760141" sldId="493"/>
            <ac:picMk id="3" creationId="{1CE3A557-C461-938F-59BA-C6BD45449CF9}"/>
          </ac:picMkLst>
        </pc:picChg>
        <pc:picChg chg="add mod">
          <ac:chgData name="Peethala Rajiv Roy (PED/Hosur/TVSMotor)" userId="e2d9917c-f3dd-4083-a688-e3a90de602c2" providerId="ADAL" clId="{7AECE3AF-5704-4967-BD45-876FBB82BAF3}" dt="2026-08-15T17:04:48.964" v="11708" actId="208"/>
          <ac:picMkLst>
            <pc:docMk/>
            <pc:sldMk cId="3437760141" sldId="493"/>
            <ac:picMk id="6" creationId="{03A06E03-7E27-5894-50B4-5D5F2C021517}"/>
          </ac:picMkLst>
        </pc:picChg>
        <pc:picChg chg="del">
          <ac:chgData name="Peethala Rajiv Roy (PED/Hosur/TVSMotor)" userId="e2d9917c-f3dd-4083-a688-e3a90de602c2" providerId="ADAL" clId="{7AECE3AF-5704-4967-BD45-876FBB82BAF3}" dt="2026-08-15T17:04:10.406" v="11700" actId="478"/>
          <ac:picMkLst>
            <pc:docMk/>
            <pc:sldMk cId="3437760141" sldId="493"/>
            <ac:picMk id="8" creationId="{29F3282E-4F35-9BC1-94EB-F3E255F4F7D9}"/>
          </ac:picMkLst>
        </pc:picChg>
        <pc:picChg chg="add mod">
          <ac:chgData name="Peethala Rajiv Roy (PED/Hosur/TVSMotor)" userId="e2d9917c-f3dd-4083-a688-e3a90de602c2" providerId="ADAL" clId="{7AECE3AF-5704-4967-BD45-876FBB82BAF3}" dt="2026-08-15T17:05:36.879" v="11714" actId="1076"/>
          <ac:picMkLst>
            <pc:docMk/>
            <pc:sldMk cId="3437760141" sldId="493"/>
            <ac:picMk id="9" creationId="{1FC6233E-DBE9-A300-02CC-AF64CFA55E1E}"/>
          </ac:picMkLst>
        </pc:picChg>
        <pc:picChg chg="del">
          <ac:chgData name="Peethala Rajiv Roy (PED/Hosur/TVSMotor)" userId="e2d9917c-f3dd-4083-a688-e3a90de602c2" providerId="ADAL" clId="{7AECE3AF-5704-4967-BD45-876FBB82BAF3}" dt="2026-08-15T17:05:40.693" v="11715" actId="478"/>
          <ac:picMkLst>
            <pc:docMk/>
            <pc:sldMk cId="3437760141" sldId="493"/>
            <ac:picMk id="11" creationId="{30BCD436-CC5C-5E4D-1031-F59BC6C158D9}"/>
          </ac:picMkLst>
        </pc:picChg>
        <pc:picChg chg="add mod">
          <ac:chgData name="Peethala Rajiv Roy (PED/Hosur/TVSMotor)" userId="e2d9917c-f3dd-4083-a688-e3a90de602c2" providerId="ADAL" clId="{7AECE3AF-5704-4967-BD45-876FBB82BAF3}" dt="2026-08-15T17:06:29.559" v="11721" actId="164"/>
          <ac:picMkLst>
            <pc:docMk/>
            <pc:sldMk cId="3437760141" sldId="493"/>
            <ac:picMk id="12" creationId="{A7A34AF5-C45A-B920-5C46-02EF790E3DBC}"/>
          </ac:picMkLst>
        </pc:picChg>
        <pc:picChg chg="mod">
          <ac:chgData name="Peethala Rajiv Roy (PED/Hosur/TVSMotor)" userId="e2d9917c-f3dd-4083-a688-e3a90de602c2" providerId="ADAL" clId="{7AECE3AF-5704-4967-BD45-876FBB82BAF3}" dt="2026-08-15T17:06:29.559" v="11721" actId="164"/>
          <ac:picMkLst>
            <pc:docMk/>
            <pc:sldMk cId="3437760141" sldId="493"/>
            <ac:picMk id="15" creationId="{818DB012-5AD6-CBA8-CBB3-DF79FB5F4BA1}"/>
          </ac:picMkLst>
        </pc:picChg>
      </pc:sldChg>
      <pc:sldChg chg="addSp delSp modSp add mod">
        <pc:chgData name="Peethala Rajiv Roy (PED/Hosur/TVSMotor)" userId="e2d9917c-f3dd-4083-a688-e3a90de602c2" providerId="ADAL" clId="{7AECE3AF-5704-4967-BD45-876FBB82BAF3}" dt="2026-08-15T17:12:15.928" v="11817" actId="1036"/>
        <pc:sldMkLst>
          <pc:docMk/>
          <pc:sldMk cId="433116960" sldId="494"/>
        </pc:sldMkLst>
        <pc:spChg chg="del">
          <ac:chgData name="Peethala Rajiv Roy (PED/Hosur/TVSMotor)" userId="e2d9917c-f3dd-4083-a688-e3a90de602c2" providerId="ADAL" clId="{7AECE3AF-5704-4967-BD45-876FBB82BAF3}" dt="2026-08-15T17:11:07.216" v="11783" actId="478"/>
          <ac:spMkLst>
            <pc:docMk/>
            <pc:sldMk cId="433116960" sldId="494"/>
            <ac:spMk id="13" creationId="{AA76E454-86A4-4BDC-BF51-8E0A856D747E}"/>
          </ac:spMkLst>
        </pc:spChg>
        <pc:spChg chg="mod">
          <ac:chgData name="Peethala Rajiv Roy (PED/Hosur/TVSMotor)" userId="e2d9917c-f3dd-4083-a688-e3a90de602c2" providerId="ADAL" clId="{7AECE3AF-5704-4967-BD45-876FBB82BAF3}" dt="2026-08-15T17:12:15.928" v="11817" actId="1036"/>
          <ac:spMkLst>
            <pc:docMk/>
            <pc:sldMk cId="433116960" sldId="494"/>
            <ac:spMk id="19" creationId="{00E6A6FF-7B50-B0C5-8415-C4C871697E3B}"/>
          </ac:spMkLst>
        </pc:spChg>
        <pc:spChg chg="mod">
          <ac:chgData name="Peethala Rajiv Roy (PED/Hosur/TVSMotor)" userId="e2d9917c-f3dd-4083-a688-e3a90de602c2" providerId="ADAL" clId="{7AECE3AF-5704-4967-BD45-876FBB82BAF3}" dt="2026-08-15T17:12:15.928" v="11817" actId="1036"/>
          <ac:spMkLst>
            <pc:docMk/>
            <pc:sldMk cId="433116960" sldId="494"/>
            <ac:spMk id="21" creationId="{337F1BCB-5989-F464-D0D1-D71CF9A2CC6E}"/>
          </ac:spMkLst>
        </pc:spChg>
        <pc:spChg chg="mod">
          <ac:chgData name="Peethala Rajiv Roy (PED/Hosur/TVSMotor)" userId="e2d9917c-f3dd-4083-a688-e3a90de602c2" providerId="ADAL" clId="{7AECE3AF-5704-4967-BD45-876FBB82BAF3}" dt="2026-08-15T17:11:15.939" v="11788" actId="20577"/>
          <ac:spMkLst>
            <pc:docMk/>
            <pc:sldMk cId="433116960" sldId="494"/>
            <ac:spMk id="22" creationId="{8608CCA4-BA37-E547-0B54-405413FCB424}"/>
          </ac:spMkLst>
        </pc:spChg>
        <pc:spChg chg="mod">
          <ac:chgData name="Peethala Rajiv Roy (PED/Hosur/TVSMotor)" userId="e2d9917c-f3dd-4083-a688-e3a90de602c2" providerId="ADAL" clId="{7AECE3AF-5704-4967-BD45-876FBB82BAF3}" dt="2026-08-15T17:12:15.928" v="11817" actId="1036"/>
          <ac:spMkLst>
            <pc:docMk/>
            <pc:sldMk cId="433116960" sldId="494"/>
            <ac:spMk id="24" creationId="{AFC18A3B-CA3B-A8C6-91ED-EE75A41D3B5C}"/>
          </ac:spMkLst>
        </pc:spChg>
        <pc:spChg chg="add mod">
          <ac:chgData name="Peethala Rajiv Roy (PED/Hosur/TVSMotor)" userId="e2d9917c-f3dd-4083-a688-e3a90de602c2" providerId="ADAL" clId="{7AECE3AF-5704-4967-BD45-876FBB82BAF3}" dt="2026-08-15T17:12:15.928" v="11817" actId="1036"/>
          <ac:spMkLst>
            <pc:docMk/>
            <pc:sldMk cId="433116960" sldId="494"/>
            <ac:spMk id="26" creationId="{804925A1-5635-53F8-32B5-33CDA6A1F0E2}"/>
          </ac:spMkLst>
        </pc:spChg>
        <pc:spChg chg="add mod">
          <ac:chgData name="Peethala Rajiv Roy (PED/Hosur/TVSMotor)" userId="e2d9917c-f3dd-4083-a688-e3a90de602c2" providerId="ADAL" clId="{7AECE3AF-5704-4967-BD45-876FBB82BAF3}" dt="2026-08-15T17:12:15.928" v="11817" actId="1036"/>
          <ac:spMkLst>
            <pc:docMk/>
            <pc:sldMk cId="433116960" sldId="494"/>
            <ac:spMk id="28" creationId="{7E5785F0-EBD0-0071-4BA6-C9737BFC16B2}"/>
          </ac:spMkLst>
        </pc:spChg>
        <pc:grpChg chg="add mod">
          <ac:chgData name="Peethala Rajiv Roy (PED/Hosur/TVSMotor)" userId="e2d9917c-f3dd-4083-a688-e3a90de602c2" providerId="ADAL" clId="{7AECE3AF-5704-4967-BD45-876FBB82BAF3}" dt="2026-08-15T17:09:50.028" v="11774" actId="14100"/>
          <ac:grpSpMkLst>
            <pc:docMk/>
            <pc:sldMk cId="433116960" sldId="494"/>
            <ac:grpSpMk id="10" creationId="{92D9D3B1-E9AD-24BA-C960-E3E9FAF46A4E}"/>
          </ac:grpSpMkLst>
        </pc:grpChg>
        <pc:grpChg chg="del">
          <ac:chgData name="Peethala Rajiv Roy (PED/Hosur/TVSMotor)" userId="e2d9917c-f3dd-4083-a688-e3a90de602c2" providerId="ADAL" clId="{7AECE3AF-5704-4967-BD45-876FBB82BAF3}" dt="2026-08-15T17:11:05.987" v="11782" actId="478"/>
          <ac:grpSpMkLst>
            <pc:docMk/>
            <pc:sldMk cId="433116960" sldId="494"/>
            <ac:grpSpMk id="14" creationId="{0A90B776-E7A6-D1F3-1AAC-31D54DCD8533}"/>
          </ac:grpSpMkLst>
        </pc:grpChg>
        <pc:picChg chg="add mod">
          <ac:chgData name="Peethala Rajiv Roy (PED/Hosur/TVSMotor)" userId="e2d9917c-f3dd-4083-a688-e3a90de602c2" providerId="ADAL" clId="{7AECE3AF-5704-4967-BD45-876FBB82BAF3}" dt="2026-08-15T17:09:47.196" v="11773" actId="164"/>
          <ac:picMkLst>
            <pc:docMk/>
            <pc:sldMk cId="433116960" sldId="494"/>
            <ac:picMk id="3" creationId="{A5DA6B27-A753-5459-18CE-44AC2E967733}"/>
          </ac:picMkLst>
        </pc:picChg>
        <pc:picChg chg="del">
          <ac:chgData name="Peethala Rajiv Roy (PED/Hosur/TVSMotor)" userId="e2d9917c-f3dd-4083-a688-e3a90de602c2" providerId="ADAL" clId="{7AECE3AF-5704-4967-BD45-876FBB82BAF3}" dt="2026-08-15T17:07:48.815" v="11749" actId="478"/>
          <ac:picMkLst>
            <pc:docMk/>
            <pc:sldMk cId="433116960" sldId="494"/>
            <ac:picMk id="6" creationId="{B3C2FAD4-2EEB-97BC-AC52-6C8A829F3878}"/>
          </ac:picMkLst>
        </pc:picChg>
        <pc:picChg chg="add mod">
          <ac:chgData name="Peethala Rajiv Roy (PED/Hosur/TVSMotor)" userId="e2d9917c-f3dd-4083-a688-e3a90de602c2" providerId="ADAL" clId="{7AECE3AF-5704-4967-BD45-876FBB82BAF3}" dt="2026-08-15T17:09:47.196" v="11773" actId="164"/>
          <ac:picMkLst>
            <pc:docMk/>
            <pc:sldMk cId="433116960" sldId="494"/>
            <ac:picMk id="8" creationId="{008E5F36-D51B-5E14-BE63-4E7723804023}"/>
          </ac:picMkLst>
        </pc:picChg>
        <pc:picChg chg="del">
          <ac:chgData name="Peethala Rajiv Roy (PED/Hosur/TVSMotor)" userId="e2d9917c-f3dd-4083-a688-e3a90de602c2" providerId="ADAL" clId="{7AECE3AF-5704-4967-BD45-876FBB82BAF3}" dt="2026-08-15T17:09:53.610" v="11775" actId="478"/>
          <ac:picMkLst>
            <pc:docMk/>
            <pc:sldMk cId="433116960" sldId="494"/>
            <ac:picMk id="9" creationId="{40EBCD2D-9435-28C5-79A0-B9AF1344E8EE}"/>
          </ac:picMkLst>
        </pc:picChg>
        <pc:picChg chg="add mod">
          <ac:chgData name="Peethala Rajiv Roy (PED/Hosur/TVSMotor)" userId="e2d9917c-f3dd-4083-a688-e3a90de602c2" providerId="ADAL" clId="{7AECE3AF-5704-4967-BD45-876FBB82BAF3}" dt="2026-08-15T17:12:15.928" v="11817" actId="1036"/>
          <ac:picMkLst>
            <pc:docMk/>
            <pc:sldMk cId="433116960" sldId="494"/>
            <ac:picMk id="16" creationId="{6C53E750-8F30-5D86-8A5C-E7BF375AF925}"/>
          </ac:picMkLst>
        </pc:picChg>
        <pc:picChg chg="add mod">
          <ac:chgData name="Peethala Rajiv Roy (PED/Hosur/TVSMotor)" userId="e2d9917c-f3dd-4083-a688-e3a90de602c2" providerId="ADAL" clId="{7AECE3AF-5704-4967-BD45-876FBB82BAF3}" dt="2026-08-15T17:12:15.928" v="11817" actId="1036"/>
          <ac:picMkLst>
            <pc:docMk/>
            <pc:sldMk cId="433116960" sldId="494"/>
            <ac:picMk id="23" creationId="{34EA4FE4-8DC3-922E-996B-1A169730D3C3}"/>
          </ac:picMkLst>
        </pc:picChg>
        <pc:cxnChg chg="mod">
          <ac:chgData name="Peethala Rajiv Roy (PED/Hosur/TVSMotor)" userId="e2d9917c-f3dd-4083-a688-e3a90de602c2" providerId="ADAL" clId="{7AECE3AF-5704-4967-BD45-876FBB82BAF3}" dt="2026-08-15T17:12:15.928" v="11817" actId="1036"/>
          <ac:cxnSpMkLst>
            <pc:docMk/>
            <pc:sldMk cId="433116960" sldId="494"/>
            <ac:cxnSpMk id="18" creationId="{FA802262-E231-B397-9808-2C1A6F58C558}"/>
          </ac:cxnSpMkLst>
        </pc:cxnChg>
        <pc:cxnChg chg="mod">
          <ac:chgData name="Peethala Rajiv Roy (PED/Hosur/TVSMotor)" userId="e2d9917c-f3dd-4083-a688-e3a90de602c2" providerId="ADAL" clId="{7AECE3AF-5704-4967-BD45-876FBB82BAF3}" dt="2026-08-15T17:12:15.928" v="11817" actId="1036"/>
          <ac:cxnSpMkLst>
            <pc:docMk/>
            <pc:sldMk cId="433116960" sldId="494"/>
            <ac:cxnSpMk id="20" creationId="{60444BE6-12A7-96B9-82DE-EA3283B59AB0}"/>
          </ac:cxnSpMkLst>
        </pc:cxnChg>
        <pc:cxnChg chg="add mod">
          <ac:chgData name="Peethala Rajiv Roy (PED/Hosur/TVSMotor)" userId="e2d9917c-f3dd-4083-a688-e3a90de602c2" providerId="ADAL" clId="{7AECE3AF-5704-4967-BD45-876FBB82BAF3}" dt="2026-08-15T17:12:15.928" v="11817" actId="1036"/>
          <ac:cxnSpMkLst>
            <pc:docMk/>
            <pc:sldMk cId="433116960" sldId="494"/>
            <ac:cxnSpMk id="25" creationId="{B5857F9A-7F5E-4241-2CCA-B3365A7F6BFB}"/>
          </ac:cxnSpMkLst>
        </pc:cxnChg>
        <pc:cxnChg chg="add mod">
          <ac:chgData name="Peethala Rajiv Roy (PED/Hosur/TVSMotor)" userId="e2d9917c-f3dd-4083-a688-e3a90de602c2" providerId="ADAL" clId="{7AECE3AF-5704-4967-BD45-876FBB82BAF3}" dt="2026-08-15T17:12:03.543" v="11796" actId="1076"/>
          <ac:cxnSpMkLst>
            <pc:docMk/>
            <pc:sldMk cId="433116960" sldId="494"/>
            <ac:cxnSpMk id="27" creationId="{3D1D6F4A-ED64-37C3-E61E-6BB360E9676C}"/>
          </ac:cxnSpMkLst>
        </pc:cxnChg>
      </pc:sldChg>
      <pc:sldChg chg="addSp delSp modSp add mod">
        <pc:chgData name="Peethala Rajiv Roy (PED/Hosur/TVSMotor)" userId="e2d9917c-f3dd-4083-a688-e3a90de602c2" providerId="ADAL" clId="{7AECE3AF-5704-4967-BD45-876FBB82BAF3}" dt="2026-08-15T17:16:06.642" v="11869" actId="1076"/>
        <pc:sldMkLst>
          <pc:docMk/>
          <pc:sldMk cId="3811835718" sldId="495"/>
        </pc:sldMkLst>
        <pc:spChg chg="mod">
          <ac:chgData name="Peethala Rajiv Roy (PED/Hosur/TVSMotor)" userId="e2d9917c-f3dd-4083-a688-e3a90de602c2" providerId="ADAL" clId="{7AECE3AF-5704-4967-BD45-876FBB82BAF3}" dt="2026-08-15T17:16:06.642" v="11869" actId="1076"/>
          <ac:spMkLst>
            <pc:docMk/>
            <pc:sldMk cId="3811835718" sldId="495"/>
            <ac:spMk id="19" creationId="{6A3E9496-2B92-AB56-8D6E-8E73A92934F1}"/>
          </ac:spMkLst>
        </pc:spChg>
        <pc:spChg chg="mod">
          <ac:chgData name="Peethala Rajiv Roy (PED/Hosur/TVSMotor)" userId="e2d9917c-f3dd-4083-a688-e3a90de602c2" providerId="ADAL" clId="{7AECE3AF-5704-4967-BD45-876FBB82BAF3}" dt="2026-08-15T17:16:06.642" v="11869" actId="1076"/>
          <ac:spMkLst>
            <pc:docMk/>
            <pc:sldMk cId="3811835718" sldId="495"/>
            <ac:spMk id="21" creationId="{1F38D152-A5E2-9D45-C9B6-5946EE8C9679}"/>
          </ac:spMkLst>
        </pc:spChg>
        <pc:spChg chg="mod">
          <ac:chgData name="Peethala Rajiv Roy (PED/Hosur/TVSMotor)" userId="e2d9917c-f3dd-4083-a688-e3a90de602c2" providerId="ADAL" clId="{7AECE3AF-5704-4967-BD45-876FBB82BAF3}" dt="2026-08-15T17:13:23.927" v="11842" actId="20577"/>
          <ac:spMkLst>
            <pc:docMk/>
            <pc:sldMk cId="3811835718" sldId="495"/>
            <ac:spMk id="22" creationId="{35C2A6D5-911E-3C01-FF53-B88475691C24}"/>
          </ac:spMkLst>
        </pc:spChg>
        <pc:spChg chg="mod">
          <ac:chgData name="Peethala Rajiv Roy (PED/Hosur/TVSMotor)" userId="e2d9917c-f3dd-4083-a688-e3a90de602c2" providerId="ADAL" clId="{7AECE3AF-5704-4967-BD45-876FBB82BAF3}" dt="2026-08-15T17:16:06.642" v="11869" actId="1076"/>
          <ac:spMkLst>
            <pc:docMk/>
            <pc:sldMk cId="3811835718" sldId="495"/>
            <ac:spMk id="24" creationId="{A945E6B5-9671-6040-9DA7-C1C8D0D654EE}"/>
          </ac:spMkLst>
        </pc:spChg>
        <pc:spChg chg="del">
          <ac:chgData name="Peethala Rajiv Roy (PED/Hosur/TVSMotor)" userId="e2d9917c-f3dd-4083-a688-e3a90de602c2" providerId="ADAL" clId="{7AECE3AF-5704-4967-BD45-876FBB82BAF3}" dt="2026-08-15T17:15:39.754" v="11867" actId="478"/>
          <ac:spMkLst>
            <pc:docMk/>
            <pc:sldMk cId="3811835718" sldId="495"/>
            <ac:spMk id="26" creationId="{72B3BE78-2DF4-443A-1F77-9684FF842A95}"/>
          </ac:spMkLst>
        </pc:spChg>
        <pc:spChg chg="del">
          <ac:chgData name="Peethala Rajiv Roy (PED/Hosur/TVSMotor)" userId="e2d9917c-f3dd-4083-a688-e3a90de602c2" providerId="ADAL" clId="{7AECE3AF-5704-4967-BD45-876FBB82BAF3}" dt="2026-08-15T17:15:39.754" v="11867" actId="478"/>
          <ac:spMkLst>
            <pc:docMk/>
            <pc:sldMk cId="3811835718" sldId="495"/>
            <ac:spMk id="28" creationId="{E51817F0-5C5B-A81C-6479-5BDC32A2E629}"/>
          </ac:spMkLst>
        </pc:spChg>
        <pc:grpChg chg="del">
          <ac:chgData name="Peethala Rajiv Roy (PED/Hosur/TVSMotor)" userId="e2d9917c-f3dd-4083-a688-e3a90de602c2" providerId="ADAL" clId="{7AECE3AF-5704-4967-BD45-876FBB82BAF3}" dt="2026-08-15T17:13:26.775" v="11843" actId="478"/>
          <ac:grpSpMkLst>
            <pc:docMk/>
            <pc:sldMk cId="3811835718" sldId="495"/>
            <ac:grpSpMk id="10" creationId="{E5630764-DDF4-433C-F4A8-0B91384C301C}"/>
          </ac:grpSpMkLst>
        </pc:grpChg>
        <pc:grpChg chg="add mod">
          <ac:chgData name="Peethala Rajiv Roy (PED/Hosur/TVSMotor)" userId="e2d9917c-f3dd-4083-a688-e3a90de602c2" providerId="ADAL" clId="{7AECE3AF-5704-4967-BD45-876FBB82BAF3}" dt="2026-08-15T17:14:57.231" v="11859" actId="14100"/>
          <ac:grpSpMkLst>
            <pc:docMk/>
            <pc:sldMk cId="3811835718" sldId="495"/>
            <ac:grpSpMk id="11" creationId="{683E3316-8EE0-0D42-9484-02B3F681FA42}"/>
          </ac:grpSpMkLst>
        </pc:grpChg>
        <pc:picChg chg="add mod">
          <ac:chgData name="Peethala Rajiv Roy (PED/Hosur/TVSMotor)" userId="e2d9917c-f3dd-4083-a688-e3a90de602c2" providerId="ADAL" clId="{7AECE3AF-5704-4967-BD45-876FBB82BAF3}" dt="2026-08-15T17:14:53.874" v="11858" actId="164"/>
          <ac:picMkLst>
            <pc:docMk/>
            <pc:sldMk cId="3811835718" sldId="495"/>
            <ac:picMk id="6" creationId="{C2EFAAE3-130C-6FD8-98CA-9F9F380E6E41}"/>
          </ac:picMkLst>
        </pc:picChg>
        <pc:picChg chg="add mod">
          <ac:chgData name="Peethala Rajiv Roy (PED/Hosur/TVSMotor)" userId="e2d9917c-f3dd-4083-a688-e3a90de602c2" providerId="ADAL" clId="{7AECE3AF-5704-4967-BD45-876FBB82BAF3}" dt="2026-08-15T17:14:53.874" v="11858" actId="164"/>
          <ac:picMkLst>
            <pc:docMk/>
            <pc:sldMk cId="3811835718" sldId="495"/>
            <ac:picMk id="9" creationId="{D9F2306F-583E-DDCB-9F2E-1D46A4AD9B5E}"/>
          </ac:picMkLst>
        </pc:picChg>
        <pc:picChg chg="add mod">
          <ac:chgData name="Peethala Rajiv Roy (PED/Hosur/TVSMotor)" userId="e2d9917c-f3dd-4083-a688-e3a90de602c2" providerId="ADAL" clId="{7AECE3AF-5704-4967-BD45-876FBB82BAF3}" dt="2026-08-15T17:16:06.642" v="11869" actId="1076"/>
          <ac:picMkLst>
            <pc:docMk/>
            <pc:sldMk cId="3811835718" sldId="495"/>
            <ac:picMk id="13" creationId="{E765322D-52F1-9472-D9AD-DDB0CC82180D}"/>
          </ac:picMkLst>
        </pc:picChg>
        <pc:picChg chg="del">
          <ac:chgData name="Peethala Rajiv Roy (PED/Hosur/TVSMotor)" userId="e2d9917c-f3dd-4083-a688-e3a90de602c2" providerId="ADAL" clId="{7AECE3AF-5704-4967-BD45-876FBB82BAF3}" dt="2026-08-15T17:15:03.171" v="11860" actId="478"/>
          <ac:picMkLst>
            <pc:docMk/>
            <pc:sldMk cId="3811835718" sldId="495"/>
            <ac:picMk id="16" creationId="{D0345751-FB88-E7E6-5E8D-EE1187EAC69C}"/>
          </ac:picMkLst>
        </pc:picChg>
        <pc:picChg chg="del">
          <ac:chgData name="Peethala Rajiv Roy (PED/Hosur/TVSMotor)" userId="e2d9917c-f3dd-4083-a688-e3a90de602c2" providerId="ADAL" clId="{7AECE3AF-5704-4967-BD45-876FBB82BAF3}" dt="2026-08-15T17:15:04.031" v="11861" actId="478"/>
          <ac:picMkLst>
            <pc:docMk/>
            <pc:sldMk cId="3811835718" sldId="495"/>
            <ac:picMk id="23" creationId="{65F4E5FD-1F34-9DF9-66C7-AE9391FF726A}"/>
          </ac:picMkLst>
        </pc:picChg>
        <pc:cxnChg chg="mod">
          <ac:chgData name="Peethala Rajiv Roy (PED/Hosur/TVSMotor)" userId="e2d9917c-f3dd-4083-a688-e3a90de602c2" providerId="ADAL" clId="{7AECE3AF-5704-4967-BD45-876FBB82BAF3}" dt="2026-08-15T17:16:06.642" v="11869" actId="1076"/>
          <ac:cxnSpMkLst>
            <pc:docMk/>
            <pc:sldMk cId="3811835718" sldId="495"/>
            <ac:cxnSpMk id="18" creationId="{72392934-6CA8-16F5-FB8D-B4A01574B941}"/>
          </ac:cxnSpMkLst>
        </pc:cxnChg>
        <pc:cxnChg chg="mod">
          <ac:chgData name="Peethala Rajiv Roy (PED/Hosur/TVSMotor)" userId="e2d9917c-f3dd-4083-a688-e3a90de602c2" providerId="ADAL" clId="{7AECE3AF-5704-4967-BD45-876FBB82BAF3}" dt="2026-08-15T17:16:06.642" v="11869" actId="1076"/>
          <ac:cxnSpMkLst>
            <pc:docMk/>
            <pc:sldMk cId="3811835718" sldId="495"/>
            <ac:cxnSpMk id="20" creationId="{BDE68447-6321-E4CB-8809-B0A3612D4488}"/>
          </ac:cxnSpMkLst>
        </pc:cxnChg>
        <pc:cxnChg chg="del">
          <ac:chgData name="Peethala Rajiv Roy (PED/Hosur/TVSMotor)" userId="e2d9917c-f3dd-4083-a688-e3a90de602c2" providerId="ADAL" clId="{7AECE3AF-5704-4967-BD45-876FBB82BAF3}" dt="2026-08-15T17:15:39.754" v="11867" actId="478"/>
          <ac:cxnSpMkLst>
            <pc:docMk/>
            <pc:sldMk cId="3811835718" sldId="495"/>
            <ac:cxnSpMk id="25" creationId="{3C8C7D28-60F1-23C2-3EBE-CFF4C851E377}"/>
          </ac:cxnSpMkLst>
        </pc:cxnChg>
        <pc:cxnChg chg="del">
          <ac:chgData name="Peethala Rajiv Roy (PED/Hosur/TVSMotor)" userId="e2d9917c-f3dd-4083-a688-e3a90de602c2" providerId="ADAL" clId="{7AECE3AF-5704-4967-BD45-876FBB82BAF3}" dt="2026-08-15T17:15:39.754" v="11867" actId="478"/>
          <ac:cxnSpMkLst>
            <pc:docMk/>
            <pc:sldMk cId="3811835718" sldId="495"/>
            <ac:cxnSpMk id="27" creationId="{CEA2453E-09B6-EFBD-6DE9-0EAE93CE37FB}"/>
          </ac:cxnSpMkLst>
        </pc:cxnChg>
      </pc:sldChg>
      <pc:sldChg chg="modSp add mod">
        <pc:chgData name="Peethala Rajiv Roy (PED/Hosur/TVSMotor)" userId="e2d9917c-f3dd-4083-a688-e3a90de602c2" providerId="ADAL" clId="{7AECE3AF-5704-4967-BD45-876FBB82BAF3}" dt="2026-08-15T17:16:53.434" v="11905" actId="20577"/>
        <pc:sldMkLst>
          <pc:docMk/>
          <pc:sldMk cId="4266246934" sldId="496"/>
        </pc:sldMkLst>
        <pc:spChg chg="mod">
          <ac:chgData name="Peethala Rajiv Roy (PED/Hosur/TVSMotor)" userId="e2d9917c-f3dd-4083-a688-e3a90de602c2" providerId="ADAL" clId="{7AECE3AF-5704-4967-BD45-876FBB82BAF3}" dt="2026-08-15T17:16:53.434" v="11905" actId="20577"/>
          <ac:spMkLst>
            <pc:docMk/>
            <pc:sldMk cId="4266246934" sldId="496"/>
            <ac:spMk id="5" creationId="{BD3AECDA-0FE5-550C-01D8-829A4C9F47B3}"/>
          </ac:spMkLst>
        </pc:spChg>
      </pc:sldChg>
      <pc:sldChg chg="modSp add mod">
        <pc:chgData name="Peethala Rajiv Roy (PED/Hosur/TVSMotor)" userId="e2d9917c-f3dd-4083-a688-e3a90de602c2" providerId="ADAL" clId="{7AECE3AF-5704-4967-BD45-876FBB82BAF3}" dt="2026-08-15T17:17:38.398" v="11926" actId="20577"/>
        <pc:sldMkLst>
          <pc:docMk/>
          <pc:sldMk cId="2085468332" sldId="497"/>
        </pc:sldMkLst>
        <pc:spChg chg="mod">
          <ac:chgData name="Peethala Rajiv Roy (PED/Hosur/TVSMotor)" userId="e2d9917c-f3dd-4083-a688-e3a90de602c2" providerId="ADAL" clId="{7AECE3AF-5704-4967-BD45-876FBB82BAF3}" dt="2026-08-15T17:17:38.398" v="11926" actId="20577"/>
          <ac:spMkLst>
            <pc:docMk/>
            <pc:sldMk cId="2085468332" sldId="497"/>
            <ac:spMk id="5" creationId="{7C33D634-5796-9D10-7FDE-60E883D304D9}"/>
          </ac:spMkLst>
        </pc:spChg>
      </pc:sldChg>
      <pc:sldChg chg="modSp add mod">
        <pc:chgData name="Peethala Rajiv Roy (PED/Hosur/TVSMotor)" userId="e2d9917c-f3dd-4083-a688-e3a90de602c2" providerId="ADAL" clId="{7AECE3AF-5704-4967-BD45-876FBB82BAF3}" dt="2026-08-15T17:17:58.302" v="11941" actId="20577"/>
        <pc:sldMkLst>
          <pc:docMk/>
          <pc:sldMk cId="867229130" sldId="498"/>
        </pc:sldMkLst>
        <pc:spChg chg="mod">
          <ac:chgData name="Peethala Rajiv Roy (PED/Hosur/TVSMotor)" userId="e2d9917c-f3dd-4083-a688-e3a90de602c2" providerId="ADAL" clId="{7AECE3AF-5704-4967-BD45-876FBB82BAF3}" dt="2026-08-15T17:17:58.302" v="11941" actId="20577"/>
          <ac:spMkLst>
            <pc:docMk/>
            <pc:sldMk cId="867229130" sldId="498"/>
            <ac:spMk id="5" creationId="{F87404CF-A340-D022-27AD-AFDA40BD9C3D}"/>
          </ac:spMkLst>
        </pc:spChg>
      </pc:sldChg>
      <pc:sldChg chg="modSp add mod">
        <pc:chgData name="Peethala Rajiv Roy (PED/Hosur/TVSMotor)" userId="e2d9917c-f3dd-4083-a688-e3a90de602c2" providerId="ADAL" clId="{7AECE3AF-5704-4967-BD45-876FBB82BAF3}" dt="2026-08-16T11:43:40.301" v="12206" actId="6549"/>
        <pc:sldMkLst>
          <pc:docMk/>
          <pc:sldMk cId="867691288" sldId="499"/>
        </pc:sldMkLst>
        <pc:spChg chg="mod">
          <ac:chgData name="Peethala Rajiv Roy (PED/Hosur/TVSMotor)" userId="e2d9917c-f3dd-4083-a688-e3a90de602c2" providerId="ADAL" clId="{7AECE3AF-5704-4967-BD45-876FBB82BAF3}" dt="2026-08-16T11:41:41.890" v="12158" actId="20577"/>
          <ac:spMkLst>
            <pc:docMk/>
            <pc:sldMk cId="867691288" sldId="499"/>
            <ac:spMk id="5" creationId="{3CB2E9AF-69BE-9436-548C-2EE3D000FC51}"/>
          </ac:spMkLst>
        </pc:spChg>
        <pc:spChg chg="mod">
          <ac:chgData name="Peethala Rajiv Roy (PED/Hosur/TVSMotor)" userId="e2d9917c-f3dd-4083-a688-e3a90de602c2" providerId="ADAL" clId="{7AECE3AF-5704-4967-BD45-876FBB82BAF3}" dt="2026-08-16T11:42:33.481" v="12166" actId="20577"/>
          <ac:spMkLst>
            <pc:docMk/>
            <pc:sldMk cId="867691288" sldId="499"/>
            <ac:spMk id="7" creationId="{882C7A47-AC90-2157-E1BA-71E178586A6C}"/>
          </ac:spMkLst>
        </pc:spChg>
        <pc:spChg chg="mod">
          <ac:chgData name="Peethala Rajiv Roy (PED/Hosur/TVSMotor)" userId="e2d9917c-f3dd-4083-a688-e3a90de602c2" providerId="ADAL" clId="{7AECE3AF-5704-4967-BD45-876FBB82BAF3}" dt="2026-08-16T11:43:11.585" v="12201" actId="20577"/>
          <ac:spMkLst>
            <pc:docMk/>
            <pc:sldMk cId="867691288" sldId="499"/>
            <ac:spMk id="9" creationId="{22837A5F-439E-A509-6439-A5E486BFCC1C}"/>
          </ac:spMkLst>
        </pc:spChg>
        <pc:spChg chg="mod">
          <ac:chgData name="Peethala Rajiv Roy (PED/Hosur/TVSMotor)" userId="e2d9917c-f3dd-4083-a688-e3a90de602c2" providerId="ADAL" clId="{7AECE3AF-5704-4967-BD45-876FBB82BAF3}" dt="2026-08-16T11:43:07.487" v="12199" actId="20577"/>
          <ac:spMkLst>
            <pc:docMk/>
            <pc:sldMk cId="867691288" sldId="499"/>
            <ac:spMk id="11" creationId="{9A35C8CE-B5B3-7CC0-F7CA-E029BEDB849E}"/>
          </ac:spMkLst>
        </pc:spChg>
        <pc:spChg chg="mod">
          <ac:chgData name="Peethala Rajiv Roy (PED/Hosur/TVSMotor)" userId="e2d9917c-f3dd-4083-a688-e3a90de602c2" providerId="ADAL" clId="{7AECE3AF-5704-4967-BD45-876FBB82BAF3}" dt="2026-08-16T11:43:40.301" v="12206" actId="6549"/>
          <ac:spMkLst>
            <pc:docMk/>
            <pc:sldMk cId="867691288" sldId="499"/>
            <ac:spMk id="14" creationId="{DFDED98D-DAA2-2F5B-5D0B-7DF4F26E20D8}"/>
          </ac:spMkLst>
        </pc:spChg>
        <pc:spChg chg="mod">
          <ac:chgData name="Peethala Rajiv Roy (PED/Hosur/TVSMotor)" userId="e2d9917c-f3dd-4083-a688-e3a90de602c2" providerId="ADAL" clId="{7AECE3AF-5704-4967-BD45-876FBB82BAF3}" dt="2026-08-16T11:43:36.942" v="12205" actId="20577"/>
          <ac:spMkLst>
            <pc:docMk/>
            <pc:sldMk cId="867691288" sldId="499"/>
            <ac:spMk id="18" creationId="{538D3CBB-F117-DF71-0FE3-A6965202A511}"/>
          </ac:spMkLst>
        </pc:spChg>
        <pc:spChg chg="mod">
          <ac:chgData name="Peethala Rajiv Roy (PED/Hosur/TVSMotor)" userId="e2d9917c-f3dd-4083-a688-e3a90de602c2" providerId="ADAL" clId="{7AECE3AF-5704-4967-BD45-876FBB82BAF3}" dt="2026-08-16T11:43:33.488" v="12204" actId="6549"/>
          <ac:spMkLst>
            <pc:docMk/>
            <pc:sldMk cId="867691288" sldId="499"/>
            <ac:spMk id="19" creationId="{B1FF38C5-5A7E-1197-14CB-37A841C426DB}"/>
          </ac:spMkLst>
        </pc:spChg>
        <pc:spChg chg="mod">
          <ac:chgData name="Peethala Rajiv Roy (PED/Hosur/TVSMotor)" userId="e2d9917c-f3dd-4083-a688-e3a90de602c2" providerId="ADAL" clId="{7AECE3AF-5704-4967-BD45-876FBB82BAF3}" dt="2026-08-16T11:43:29.991" v="12203" actId="6549"/>
          <ac:spMkLst>
            <pc:docMk/>
            <pc:sldMk cId="867691288" sldId="499"/>
            <ac:spMk id="20" creationId="{24E1D5B6-95F5-2106-6AE5-28E52F147039}"/>
          </ac:spMkLst>
        </pc:spChg>
        <pc:spChg chg="mod">
          <ac:chgData name="Peethala Rajiv Roy (PED/Hosur/TVSMotor)" userId="e2d9917c-f3dd-4083-a688-e3a90de602c2" providerId="ADAL" clId="{7AECE3AF-5704-4967-BD45-876FBB82BAF3}" dt="2026-08-16T11:43:27.377" v="12202" actId="6549"/>
          <ac:spMkLst>
            <pc:docMk/>
            <pc:sldMk cId="867691288" sldId="499"/>
            <ac:spMk id="22" creationId="{7200C835-7362-8E83-EF4B-775C910D0DF8}"/>
          </ac:spMkLst>
        </pc:spChg>
        <pc:spChg chg="mod">
          <ac:chgData name="Peethala Rajiv Roy (PED/Hosur/TVSMotor)" userId="e2d9917c-f3dd-4083-a688-e3a90de602c2" providerId="ADAL" clId="{7AECE3AF-5704-4967-BD45-876FBB82BAF3}" dt="2026-08-16T11:34:21.561" v="11951" actId="20577"/>
          <ac:spMkLst>
            <pc:docMk/>
            <pc:sldMk cId="867691288" sldId="499"/>
            <ac:spMk id="25" creationId="{602C9721-379B-C291-DA0B-EC57D5620AA2}"/>
          </ac:spMkLst>
        </pc:spChg>
        <pc:spChg chg="mod">
          <ac:chgData name="Peethala Rajiv Roy (PED/Hosur/TVSMotor)" userId="e2d9917c-f3dd-4083-a688-e3a90de602c2" providerId="ADAL" clId="{7AECE3AF-5704-4967-BD45-876FBB82BAF3}" dt="2026-08-16T11:34:31.866" v="11966" actId="20577"/>
          <ac:spMkLst>
            <pc:docMk/>
            <pc:sldMk cId="867691288" sldId="499"/>
            <ac:spMk id="30" creationId="{9F74EA5C-D957-B4D5-55A8-FB4505A6CC5F}"/>
          </ac:spMkLst>
        </pc:spChg>
        <pc:spChg chg="mod">
          <ac:chgData name="Peethala Rajiv Roy (PED/Hosur/TVSMotor)" userId="e2d9917c-f3dd-4083-a688-e3a90de602c2" providerId="ADAL" clId="{7AECE3AF-5704-4967-BD45-876FBB82BAF3}" dt="2026-08-16T11:37:58.496" v="12035" actId="20577"/>
          <ac:spMkLst>
            <pc:docMk/>
            <pc:sldMk cId="867691288" sldId="499"/>
            <ac:spMk id="49" creationId="{13F9146B-B1FD-F11F-4589-D122CD3F2310}"/>
          </ac:spMkLst>
        </pc:spChg>
        <pc:spChg chg="mod">
          <ac:chgData name="Peethala Rajiv Roy (PED/Hosur/TVSMotor)" userId="e2d9917c-f3dd-4083-a688-e3a90de602c2" providerId="ADAL" clId="{7AECE3AF-5704-4967-BD45-876FBB82BAF3}" dt="2026-08-16T11:38:02.942" v="12037" actId="20577"/>
          <ac:spMkLst>
            <pc:docMk/>
            <pc:sldMk cId="867691288" sldId="499"/>
            <ac:spMk id="51" creationId="{CBB4B6AA-10DD-5283-E2F9-DD8ABECAF1F0}"/>
          </ac:spMkLst>
        </pc:spChg>
        <pc:spChg chg="mod">
          <ac:chgData name="Peethala Rajiv Roy (PED/Hosur/TVSMotor)" userId="e2d9917c-f3dd-4083-a688-e3a90de602c2" providerId="ADAL" clId="{7AECE3AF-5704-4967-BD45-876FBB82BAF3}" dt="2026-08-16T11:37:46.963" v="12029" actId="20577"/>
          <ac:spMkLst>
            <pc:docMk/>
            <pc:sldMk cId="867691288" sldId="499"/>
            <ac:spMk id="53" creationId="{C0B2A1AA-CE02-2AE7-B5F1-ECCC1BD6C46D}"/>
          </ac:spMkLst>
        </pc:spChg>
        <pc:spChg chg="mod">
          <ac:chgData name="Peethala Rajiv Roy (PED/Hosur/TVSMotor)" userId="e2d9917c-f3dd-4083-a688-e3a90de602c2" providerId="ADAL" clId="{7AECE3AF-5704-4967-BD45-876FBB82BAF3}" dt="2026-08-16T11:38:36.150" v="12057" actId="20577"/>
          <ac:spMkLst>
            <pc:docMk/>
            <pc:sldMk cId="867691288" sldId="499"/>
            <ac:spMk id="55" creationId="{F2D90248-7C29-441F-43D8-C22340F157C7}"/>
          </ac:spMkLst>
        </pc:spChg>
        <pc:spChg chg="mod">
          <ac:chgData name="Peethala Rajiv Roy (PED/Hosur/TVSMotor)" userId="e2d9917c-f3dd-4083-a688-e3a90de602c2" providerId="ADAL" clId="{7AECE3AF-5704-4967-BD45-876FBB82BAF3}" dt="2026-08-16T11:39:08.019" v="12058"/>
          <ac:spMkLst>
            <pc:docMk/>
            <pc:sldMk cId="867691288" sldId="499"/>
            <ac:spMk id="57" creationId="{DBAC3655-778F-C195-CCE4-F79809025CE5}"/>
          </ac:spMkLst>
        </pc:spChg>
        <pc:spChg chg="mod">
          <ac:chgData name="Peethala Rajiv Roy (PED/Hosur/TVSMotor)" userId="e2d9917c-f3dd-4083-a688-e3a90de602c2" providerId="ADAL" clId="{7AECE3AF-5704-4967-BD45-876FBB82BAF3}" dt="2026-08-16T11:39:18.046" v="12068" actId="20577"/>
          <ac:spMkLst>
            <pc:docMk/>
            <pc:sldMk cId="867691288" sldId="499"/>
            <ac:spMk id="59" creationId="{1B955A16-1711-2DE1-3324-4FC66D0F294F}"/>
          </ac:spMkLst>
        </pc:spChg>
        <pc:spChg chg="mod">
          <ac:chgData name="Peethala Rajiv Roy (PED/Hosur/TVSMotor)" userId="e2d9917c-f3dd-4083-a688-e3a90de602c2" providerId="ADAL" clId="{7AECE3AF-5704-4967-BD45-876FBB82BAF3}" dt="2026-08-16T11:39:28.245" v="12078" actId="20577"/>
          <ac:spMkLst>
            <pc:docMk/>
            <pc:sldMk cId="867691288" sldId="499"/>
            <ac:spMk id="61" creationId="{9D442D6C-82C9-C7CB-ACF6-368B8CDB2E99}"/>
          </ac:spMkLst>
        </pc:spChg>
        <pc:spChg chg="mod">
          <ac:chgData name="Peethala Rajiv Roy (PED/Hosur/TVSMotor)" userId="e2d9917c-f3dd-4083-a688-e3a90de602c2" providerId="ADAL" clId="{7AECE3AF-5704-4967-BD45-876FBB82BAF3}" dt="2026-08-16T11:39:40.585" v="12090" actId="20577"/>
          <ac:spMkLst>
            <pc:docMk/>
            <pc:sldMk cId="867691288" sldId="499"/>
            <ac:spMk id="63" creationId="{5611DB85-2875-C92C-E7FA-B9B9F5DFBB14}"/>
          </ac:spMkLst>
        </pc:spChg>
        <pc:spChg chg="mod">
          <ac:chgData name="Peethala Rajiv Roy (PED/Hosur/TVSMotor)" userId="e2d9917c-f3dd-4083-a688-e3a90de602c2" providerId="ADAL" clId="{7AECE3AF-5704-4967-BD45-876FBB82BAF3}" dt="2026-08-16T11:39:50.592" v="12101" actId="20577"/>
          <ac:spMkLst>
            <pc:docMk/>
            <pc:sldMk cId="867691288" sldId="499"/>
            <ac:spMk id="65" creationId="{280102CE-0B7E-E500-8C87-CDF90AA0EA5E}"/>
          </ac:spMkLst>
        </pc:spChg>
        <pc:spChg chg="mod">
          <ac:chgData name="Peethala Rajiv Roy (PED/Hosur/TVSMotor)" userId="e2d9917c-f3dd-4083-a688-e3a90de602c2" providerId="ADAL" clId="{7AECE3AF-5704-4967-BD45-876FBB82BAF3}" dt="2026-08-16T11:35:42.660" v="11985" actId="20577"/>
          <ac:spMkLst>
            <pc:docMk/>
            <pc:sldMk cId="867691288" sldId="499"/>
            <ac:spMk id="77" creationId="{FC17AA3A-6DDD-0DF0-885E-F781A115943A}"/>
          </ac:spMkLst>
        </pc:spChg>
        <pc:spChg chg="mod">
          <ac:chgData name="Peethala Rajiv Roy (PED/Hosur/TVSMotor)" userId="e2d9917c-f3dd-4083-a688-e3a90de602c2" providerId="ADAL" clId="{7AECE3AF-5704-4967-BD45-876FBB82BAF3}" dt="2026-08-16T11:41:10.661" v="12131" actId="20577"/>
          <ac:spMkLst>
            <pc:docMk/>
            <pc:sldMk cId="867691288" sldId="499"/>
            <ac:spMk id="79" creationId="{A54DF4B0-1AFC-1ECB-761F-B835976ECECA}"/>
          </ac:spMkLst>
        </pc:spChg>
        <pc:spChg chg="mod">
          <ac:chgData name="Peethala Rajiv Roy (PED/Hosur/TVSMotor)" userId="e2d9917c-f3dd-4083-a688-e3a90de602c2" providerId="ADAL" clId="{7AECE3AF-5704-4967-BD45-876FBB82BAF3}" dt="2026-08-16T11:41:27.697" v="12146" actId="20577"/>
          <ac:spMkLst>
            <pc:docMk/>
            <pc:sldMk cId="867691288" sldId="499"/>
            <ac:spMk id="80" creationId="{7A0240B0-B3E0-C6A6-0F8F-73EA9426C8B7}"/>
          </ac:spMkLst>
        </pc:spChg>
        <pc:spChg chg="mod">
          <ac:chgData name="Peethala Rajiv Roy (PED/Hosur/TVSMotor)" userId="e2d9917c-f3dd-4083-a688-e3a90de602c2" providerId="ADAL" clId="{7AECE3AF-5704-4967-BD45-876FBB82BAF3}" dt="2026-08-16T11:39:53.304" v="12102"/>
          <ac:spMkLst>
            <pc:docMk/>
            <pc:sldMk cId="867691288" sldId="499"/>
            <ac:spMk id="99" creationId="{03A32D07-3BEA-FC5A-A124-C922AA1D398F}"/>
          </ac:spMkLst>
        </pc:spChg>
        <pc:spChg chg="mod">
          <ac:chgData name="Peethala Rajiv Roy (PED/Hosur/TVSMotor)" userId="e2d9917c-f3dd-4083-a688-e3a90de602c2" providerId="ADAL" clId="{7AECE3AF-5704-4967-BD45-876FBB82BAF3}" dt="2026-08-16T11:40:40.166" v="12110" actId="20577"/>
          <ac:spMkLst>
            <pc:docMk/>
            <pc:sldMk cId="867691288" sldId="499"/>
            <ac:spMk id="101" creationId="{064A73C7-3315-A085-9BA2-CE3EF055E014}"/>
          </ac:spMkLst>
        </pc:spChg>
        <pc:spChg chg="mod">
          <ac:chgData name="Peethala Rajiv Roy (PED/Hosur/TVSMotor)" userId="e2d9917c-f3dd-4083-a688-e3a90de602c2" providerId="ADAL" clId="{7AECE3AF-5704-4967-BD45-876FBB82BAF3}" dt="2026-08-16T11:40:53.718" v="12119" actId="20577"/>
          <ac:spMkLst>
            <pc:docMk/>
            <pc:sldMk cId="867691288" sldId="499"/>
            <ac:spMk id="103" creationId="{5CBA6D01-7025-70D6-B13B-CE61DB591DE7}"/>
          </ac:spMkLst>
        </pc:spChg>
        <pc:cxnChg chg="mod">
          <ac:chgData name="Peethala Rajiv Roy (PED/Hosur/TVSMotor)" userId="e2d9917c-f3dd-4083-a688-e3a90de602c2" providerId="ADAL" clId="{7AECE3AF-5704-4967-BD45-876FBB82BAF3}" dt="2026-08-16T11:32:40.043" v="11943" actId="1076"/>
          <ac:cxnSpMkLst>
            <pc:docMk/>
            <pc:sldMk cId="867691288" sldId="499"/>
            <ac:cxnSpMk id="122" creationId="{F502254F-0843-D689-8EFB-0DB132CC2DD5}"/>
          </ac:cxnSpMkLst>
        </pc:cxnChg>
        <pc:cxnChg chg="mod">
          <ac:chgData name="Peethala Rajiv Roy (PED/Hosur/TVSMotor)" userId="e2d9917c-f3dd-4083-a688-e3a90de602c2" providerId="ADAL" clId="{7AECE3AF-5704-4967-BD45-876FBB82BAF3}" dt="2026-08-16T11:32:40.043" v="11943" actId="1076"/>
          <ac:cxnSpMkLst>
            <pc:docMk/>
            <pc:sldMk cId="867691288" sldId="499"/>
            <ac:cxnSpMk id="124" creationId="{9955BA6A-0050-97D7-DAC3-2B6C12F12B95}"/>
          </ac:cxnSpMkLst>
        </pc:cxnChg>
      </pc:sldChg>
      <pc:sldChg chg="addSp delSp modSp add mod">
        <pc:chgData name="Peethala Rajiv Roy (PED/Hosur/TVSMotor)" userId="e2d9917c-f3dd-4083-a688-e3a90de602c2" providerId="ADAL" clId="{7AECE3AF-5704-4967-BD45-876FBB82BAF3}" dt="2026-08-16T11:49:35.148" v="12297" actId="1037"/>
        <pc:sldMkLst>
          <pc:docMk/>
          <pc:sldMk cId="3631481987" sldId="500"/>
        </pc:sldMkLst>
        <pc:picChg chg="add mod">
          <ac:chgData name="Peethala Rajiv Roy (PED/Hosur/TVSMotor)" userId="e2d9917c-f3dd-4083-a688-e3a90de602c2" providerId="ADAL" clId="{7AECE3AF-5704-4967-BD45-876FBB82BAF3}" dt="2026-08-16T11:49:35.148" v="12297" actId="1037"/>
          <ac:picMkLst>
            <pc:docMk/>
            <pc:sldMk cId="3631481987" sldId="500"/>
            <ac:picMk id="3" creationId="{5A50D493-30AA-416A-323A-B4B093B2E26D}"/>
          </ac:picMkLst>
        </pc:picChg>
        <pc:picChg chg="del">
          <ac:chgData name="Peethala Rajiv Roy (PED/Hosur/TVSMotor)" userId="e2d9917c-f3dd-4083-a688-e3a90de602c2" providerId="ADAL" clId="{7AECE3AF-5704-4967-BD45-876FBB82BAF3}" dt="2026-08-16T11:44:05.292" v="12208" actId="478"/>
          <ac:picMkLst>
            <pc:docMk/>
            <pc:sldMk cId="3631481987" sldId="500"/>
            <ac:picMk id="7" creationId="{12459729-771D-31FA-246D-6B3ED233E31D}"/>
          </ac:picMkLst>
        </pc:picChg>
        <pc:picChg chg="add mod">
          <ac:chgData name="Peethala Rajiv Roy (PED/Hosur/TVSMotor)" userId="e2d9917c-f3dd-4083-a688-e3a90de602c2" providerId="ADAL" clId="{7AECE3AF-5704-4967-BD45-876FBB82BAF3}" dt="2026-08-16T11:49:35.148" v="12297" actId="1037"/>
          <ac:picMkLst>
            <pc:docMk/>
            <pc:sldMk cId="3631481987" sldId="500"/>
            <ac:picMk id="8" creationId="{71A8A095-38DD-09E3-01C8-9AE4981FEB0D}"/>
          </ac:picMkLst>
        </pc:picChg>
        <pc:picChg chg="del">
          <ac:chgData name="Peethala Rajiv Roy (PED/Hosur/TVSMotor)" userId="e2d9917c-f3dd-4083-a688-e3a90de602c2" providerId="ADAL" clId="{7AECE3AF-5704-4967-BD45-876FBB82BAF3}" dt="2026-08-16T11:44:06.067" v="12209" actId="478"/>
          <ac:picMkLst>
            <pc:docMk/>
            <pc:sldMk cId="3631481987" sldId="500"/>
            <ac:picMk id="9" creationId="{EA972A3A-03FD-B5C4-9937-7F4E5C826B58}"/>
          </ac:picMkLst>
        </pc:picChg>
        <pc:picChg chg="del">
          <ac:chgData name="Peethala Rajiv Roy (PED/Hosur/TVSMotor)" userId="e2d9917c-f3dd-4083-a688-e3a90de602c2" providerId="ADAL" clId="{7AECE3AF-5704-4967-BD45-876FBB82BAF3}" dt="2026-08-16T11:44:06.761" v="12210" actId="478"/>
          <ac:picMkLst>
            <pc:docMk/>
            <pc:sldMk cId="3631481987" sldId="500"/>
            <ac:picMk id="11" creationId="{A019A3BA-F98D-FB34-243D-768FE807E35D}"/>
          </ac:picMkLst>
        </pc:picChg>
        <pc:picChg chg="add mod">
          <ac:chgData name="Peethala Rajiv Roy (PED/Hosur/TVSMotor)" userId="e2d9917c-f3dd-4083-a688-e3a90de602c2" providerId="ADAL" clId="{7AECE3AF-5704-4967-BD45-876FBB82BAF3}" dt="2026-08-16T11:49:35.148" v="12297" actId="1037"/>
          <ac:picMkLst>
            <pc:docMk/>
            <pc:sldMk cId="3631481987" sldId="500"/>
            <ac:picMk id="12" creationId="{1F2DE22D-0E68-F9CC-DD90-9771721B75BD}"/>
          </ac:picMkLst>
        </pc:picChg>
        <pc:picChg chg="add mod">
          <ac:chgData name="Peethala Rajiv Roy (PED/Hosur/TVSMotor)" userId="e2d9917c-f3dd-4083-a688-e3a90de602c2" providerId="ADAL" clId="{7AECE3AF-5704-4967-BD45-876FBB82BAF3}" dt="2026-08-16T11:49:35.148" v="12297" actId="1037"/>
          <ac:picMkLst>
            <pc:docMk/>
            <pc:sldMk cId="3631481987" sldId="500"/>
            <ac:picMk id="14" creationId="{35FA945C-9675-CC4E-9E1E-BB742017F386}"/>
          </ac:picMkLst>
        </pc:picChg>
      </pc:sldChg>
      <pc:sldChg chg="addSp delSp modSp add mod">
        <pc:chgData name="Peethala Rajiv Roy (PED/Hosur/TVSMotor)" userId="e2d9917c-f3dd-4083-a688-e3a90de602c2" providerId="ADAL" clId="{7AECE3AF-5704-4967-BD45-876FBB82BAF3}" dt="2026-08-16T11:52:55.829" v="12363" actId="208"/>
        <pc:sldMkLst>
          <pc:docMk/>
          <pc:sldMk cId="186077379" sldId="501"/>
        </pc:sldMkLst>
        <pc:spChg chg="mod">
          <ac:chgData name="Peethala Rajiv Roy (PED/Hosur/TVSMotor)" userId="e2d9917c-f3dd-4083-a688-e3a90de602c2" providerId="ADAL" clId="{7AECE3AF-5704-4967-BD45-876FBB82BAF3}" dt="2026-08-16T11:50:51.371" v="12336" actId="20577"/>
          <ac:spMkLst>
            <pc:docMk/>
            <pc:sldMk cId="186077379" sldId="501"/>
            <ac:spMk id="22" creationId="{A2884D07-A1D4-4C25-A0BA-4967463296C8}"/>
          </ac:spMkLst>
        </pc:spChg>
        <pc:grpChg chg="del">
          <ac:chgData name="Peethala Rajiv Roy (PED/Hosur/TVSMotor)" userId="e2d9917c-f3dd-4083-a688-e3a90de602c2" providerId="ADAL" clId="{7AECE3AF-5704-4967-BD45-876FBB82BAF3}" dt="2026-08-16T11:52:04.117" v="12358" actId="478"/>
          <ac:grpSpMkLst>
            <pc:docMk/>
            <pc:sldMk cId="186077379" sldId="501"/>
            <ac:grpSpMk id="14" creationId="{B0473B60-5AFB-CBD2-7E18-CE8A34694575}"/>
          </ac:grpSpMkLst>
        </pc:grpChg>
        <pc:picChg chg="add mod">
          <ac:chgData name="Peethala Rajiv Roy (PED/Hosur/TVSMotor)" userId="e2d9917c-f3dd-4083-a688-e3a90de602c2" providerId="ADAL" clId="{7AECE3AF-5704-4967-BD45-876FBB82BAF3}" dt="2026-08-16T11:51:04.818" v="12339" actId="208"/>
          <ac:picMkLst>
            <pc:docMk/>
            <pc:sldMk cId="186077379" sldId="501"/>
            <ac:picMk id="3" creationId="{25E3A0BA-C053-E678-A7A6-70B5F17DA60F}"/>
          </ac:picMkLst>
        </pc:picChg>
        <pc:picChg chg="del">
          <ac:chgData name="Peethala Rajiv Roy (PED/Hosur/TVSMotor)" userId="e2d9917c-f3dd-4083-a688-e3a90de602c2" providerId="ADAL" clId="{7AECE3AF-5704-4967-BD45-876FBB82BAF3}" dt="2026-08-16T11:50:27.949" v="12299" actId="478"/>
          <ac:picMkLst>
            <pc:docMk/>
            <pc:sldMk cId="186077379" sldId="501"/>
            <ac:picMk id="6" creationId="{F49AED28-8E41-4C36-7ECF-6BF4CBC1696E}"/>
          </ac:picMkLst>
        </pc:picChg>
        <pc:picChg chg="add mod">
          <ac:chgData name="Peethala Rajiv Roy (PED/Hosur/TVSMotor)" userId="e2d9917c-f3dd-4083-a688-e3a90de602c2" providerId="ADAL" clId="{7AECE3AF-5704-4967-BD45-876FBB82BAF3}" dt="2026-08-16T11:52:00.507" v="12357" actId="1076"/>
          <ac:picMkLst>
            <pc:docMk/>
            <pc:sldMk cId="186077379" sldId="501"/>
            <ac:picMk id="8" creationId="{33A12780-2791-ACDA-D91C-DEEF1A551EA4}"/>
          </ac:picMkLst>
        </pc:picChg>
        <pc:picChg chg="del">
          <ac:chgData name="Peethala Rajiv Roy (PED/Hosur/TVSMotor)" userId="e2d9917c-f3dd-4083-a688-e3a90de602c2" providerId="ADAL" clId="{7AECE3AF-5704-4967-BD45-876FBB82BAF3}" dt="2026-08-16T11:51:37.340" v="12340" actId="478"/>
          <ac:picMkLst>
            <pc:docMk/>
            <pc:sldMk cId="186077379" sldId="501"/>
            <ac:picMk id="9" creationId="{55CDD3EB-FF17-9B7B-38CD-D4861508993E}"/>
          </ac:picMkLst>
        </pc:picChg>
        <pc:picChg chg="add mod">
          <ac:chgData name="Peethala Rajiv Roy (PED/Hosur/TVSMotor)" userId="e2d9917c-f3dd-4083-a688-e3a90de602c2" providerId="ADAL" clId="{7AECE3AF-5704-4967-BD45-876FBB82BAF3}" dt="2026-08-16T11:52:55.829" v="12363" actId="208"/>
          <ac:picMkLst>
            <pc:docMk/>
            <pc:sldMk cId="186077379" sldId="501"/>
            <ac:picMk id="11" creationId="{82EE5FB5-50B0-6E2B-6202-F27DD4E8A3DB}"/>
          </ac:picMkLst>
        </pc:picChg>
      </pc:sldChg>
      <pc:sldChg chg="add del">
        <pc:chgData name="Peethala Rajiv Roy (PED/Hosur/TVSMotor)" userId="e2d9917c-f3dd-4083-a688-e3a90de602c2" providerId="ADAL" clId="{7AECE3AF-5704-4967-BD45-876FBB82BAF3}" dt="2026-08-16T11:57:10.626" v="12374" actId="47"/>
        <pc:sldMkLst>
          <pc:docMk/>
          <pc:sldMk cId="3944319132" sldId="502"/>
        </pc:sldMkLst>
      </pc:sldChg>
      <pc:sldChg chg="add">
        <pc:chgData name="Peethala Rajiv Roy (PED/Hosur/TVSMotor)" userId="e2d9917c-f3dd-4083-a688-e3a90de602c2" providerId="ADAL" clId="{7AECE3AF-5704-4967-BD45-876FBB82BAF3}" dt="2026-08-16T11:54:47.911" v="12365"/>
        <pc:sldMkLst>
          <pc:docMk/>
          <pc:sldMk cId="3556811854" sldId="503"/>
        </pc:sldMkLst>
      </pc:sldChg>
      <pc:sldChg chg="add">
        <pc:chgData name="Peethala Rajiv Roy (PED/Hosur/TVSMotor)" userId="e2d9917c-f3dd-4083-a688-e3a90de602c2" providerId="ADAL" clId="{7AECE3AF-5704-4967-BD45-876FBB82BAF3}" dt="2026-08-16T11:54:47.911" v="12365"/>
        <pc:sldMkLst>
          <pc:docMk/>
          <pc:sldMk cId="1147532116" sldId="504"/>
        </pc:sldMkLst>
      </pc:sldChg>
      <pc:sldChg chg="add">
        <pc:chgData name="Peethala Rajiv Roy (PED/Hosur/TVSMotor)" userId="e2d9917c-f3dd-4083-a688-e3a90de602c2" providerId="ADAL" clId="{7AECE3AF-5704-4967-BD45-876FBB82BAF3}" dt="2026-08-16T11:54:47.911" v="12365"/>
        <pc:sldMkLst>
          <pc:docMk/>
          <pc:sldMk cId="566187283" sldId="505"/>
        </pc:sldMkLst>
      </pc:sldChg>
      <pc:sldChg chg="addSp delSp modSp add mod">
        <pc:chgData name="Peethala Rajiv Roy (PED/Hosur/TVSMotor)" userId="e2d9917c-f3dd-4083-a688-e3a90de602c2" providerId="ADAL" clId="{7AECE3AF-5704-4967-BD45-876FBB82BAF3}" dt="2026-08-16T11:57:03.917" v="12373" actId="1076"/>
        <pc:sldMkLst>
          <pc:docMk/>
          <pc:sldMk cId="3184398964" sldId="506"/>
        </pc:sldMkLst>
        <pc:spChg chg="mod">
          <ac:chgData name="Peethala Rajiv Roy (PED/Hosur/TVSMotor)" userId="e2d9917c-f3dd-4083-a688-e3a90de602c2" providerId="ADAL" clId="{7AECE3AF-5704-4967-BD45-876FBB82BAF3}" dt="2026-08-16T11:57:03.917" v="12373" actId="1076"/>
          <ac:spMkLst>
            <pc:docMk/>
            <pc:sldMk cId="3184398964" sldId="506"/>
            <ac:spMk id="19" creationId="{40436813-99CE-2E2A-3890-F026F5DDA580}"/>
          </ac:spMkLst>
        </pc:spChg>
        <pc:spChg chg="mod">
          <ac:chgData name="Peethala Rajiv Roy (PED/Hosur/TVSMotor)" userId="e2d9917c-f3dd-4083-a688-e3a90de602c2" providerId="ADAL" clId="{7AECE3AF-5704-4967-BD45-876FBB82BAF3}" dt="2026-08-16T11:57:03.917" v="12373" actId="1076"/>
          <ac:spMkLst>
            <pc:docMk/>
            <pc:sldMk cId="3184398964" sldId="506"/>
            <ac:spMk id="21" creationId="{6B91D3B9-C5FF-7971-B7FC-0C9838CF7F58}"/>
          </ac:spMkLst>
        </pc:spChg>
        <pc:picChg chg="add mod">
          <ac:chgData name="Peethala Rajiv Roy (PED/Hosur/TVSMotor)" userId="e2d9917c-f3dd-4083-a688-e3a90de602c2" providerId="ADAL" clId="{7AECE3AF-5704-4967-BD45-876FBB82BAF3}" dt="2026-08-16T11:56:54.306" v="12372" actId="14100"/>
          <ac:picMkLst>
            <pc:docMk/>
            <pc:sldMk cId="3184398964" sldId="506"/>
            <ac:picMk id="6" creationId="{D4AA6A43-0399-6455-CCAA-C8CA4D0FD5C6}"/>
          </ac:picMkLst>
        </pc:picChg>
        <pc:picChg chg="del">
          <ac:chgData name="Peethala Rajiv Roy (PED/Hosur/TVSMotor)" userId="e2d9917c-f3dd-4083-a688-e3a90de602c2" providerId="ADAL" clId="{7AECE3AF-5704-4967-BD45-876FBB82BAF3}" dt="2026-08-16T11:56:20.645" v="12367" actId="478"/>
          <ac:picMkLst>
            <pc:docMk/>
            <pc:sldMk cId="3184398964" sldId="506"/>
            <ac:picMk id="9" creationId="{92DA6BDA-1B96-EC50-C6AD-786EBE022A72}"/>
          </ac:picMkLst>
        </pc:picChg>
        <pc:cxnChg chg="mod">
          <ac:chgData name="Peethala Rajiv Roy (PED/Hosur/TVSMotor)" userId="e2d9917c-f3dd-4083-a688-e3a90de602c2" providerId="ADAL" clId="{7AECE3AF-5704-4967-BD45-876FBB82BAF3}" dt="2026-08-16T11:57:03.917" v="12373" actId="1076"/>
          <ac:cxnSpMkLst>
            <pc:docMk/>
            <pc:sldMk cId="3184398964" sldId="506"/>
            <ac:cxnSpMk id="18" creationId="{04DC1D24-0C50-B9A5-961A-9B725F822DD5}"/>
          </ac:cxnSpMkLst>
        </pc:cxnChg>
        <pc:cxnChg chg="mod">
          <ac:chgData name="Peethala Rajiv Roy (PED/Hosur/TVSMotor)" userId="e2d9917c-f3dd-4083-a688-e3a90de602c2" providerId="ADAL" clId="{7AECE3AF-5704-4967-BD45-876FBB82BAF3}" dt="2026-08-16T11:57:03.917" v="12373" actId="1076"/>
          <ac:cxnSpMkLst>
            <pc:docMk/>
            <pc:sldMk cId="3184398964" sldId="506"/>
            <ac:cxnSpMk id="20" creationId="{7157880B-9235-2ED3-A31D-3BA3B52EC9D5}"/>
          </ac:cxnSpMkLst>
        </pc:cxnChg>
      </pc:sldChg>
      <pc:sldChg chg="add">
        <pc:chgData name="Peethala Rajiv Roy (PED/Hosur/TVSMotor)" userId="e2d9917c-f3dd-4083-a688-e3a90de602c2" providerId="ADAL" clId="{7AECE3AF-5704-4967-BD45-876FBB82BAF3}" dt="2026-08-16T11:57:43.685" v="12375"/>
        <pc:sldMkLst>
          <pc:docMk/>
          <pc:sldMk cId="1075332648" sldId="507"/>
        </pc:sldMkLst>
      </pc:sldChg>
      <pc:sldChg chg="add">
        <pc:chgData name="Peethala Rajiv Roy (PED/Hosur/TVSMotor)" userId="e2d9917c-f3dd-4083-a688-e3a90de602c2" providerId="ADAL" clId="{7AECE3AF-5704-4967-BD45-876FBB82BAF3}" dt="2026-08-16T11:57:43.685" v="12375"/>
        <pc:sldMkLst>
          <pc:docMk/>
          <pc:sldMk cId="3269910474" sldId="508"/>
        </pc:sldMkLst>
      </pc:sldChg>
      <pc:sldChg chg="add">
        <pc:chgData name="Peethala Rajiv Roy (PED/Hosur/TVSMotor)" userId="e2d9917c-f3dd-4083-a688-e3a90de602c2" providerId="ADAL" clId="{7AECE3AF-5704-4967-BD45-876FBB82BAF3}" dt="2026-08-16T11:57:43.685" v="12375"/>
        <pc:sldMkLst>
          <pc:docMk/>
          <pc:sldMk cId="344180141" sldId="509"/>
        </pc:sldMkLst>
      </pc:sldChg>
      <pc:sldChg chg="add">
        <pc:chgData name="Peethala Rajiv Roy (PED/Hosur/TVSMotor)" userId="e2d9917c-f3dd-4083-a688-e3a90de602c2" providerId="ADAL" clId="{7AECE3AF-5704-4967-BD45-876FBB82BAF3}" dt="2026-08-16T11:57:43.685" v="12375"/>
        <pc:sldMkLst>
          <pc:docMk/>
          <pc:sldMk cId="3783924827" sldId="510"/>
        </pc:sldMkLst>
      </pc:sldChg>
      <pc:sldChg chg="add">
        <pc:chgData name="Peethala Rajiv Roy (PED/Hosur/TVSMotor)" userId="e2d9917c-f3dd-4083-a688-e3a90de602c2" providerId="ADAL" clId="{7AECE3AF-5704-4967-BD45-876FBB82BAF3}" dt="2026-08-16T11:57:43.685" v="12375"/>
        <pc:sldMkLst>
          <pc:docMk/>
          <pc:sldMk cId="81191629" sldId="511"/>
        </pc:sldMkLst>
      </pc:sldChg>
      <pc:sldChg chg="addSp delSp modSp add mod">
        <pc:chgData name="Peethala Rajiv Roy (PED/Hosur/TVSMotor)" userId="e2d9917c-f3dd-4083-a688-e3a90de602c2" providerId="ADAL" clId="{7AECE3AF-5704-4967-BD45-876FBB82BAF3}" dt="2026-08-16T12:05:20.891" v="12427" actId="1076"/>
        <pc:sldMkLst>
          <pc:docMk/>
          <pc:sldMk cId="469518371" sldId="512"/>
        </pc:sldMkLst>
        <pc:spChg chg="del">
          <ac:chgData name="Peethala Rajiv Roy (PED/Hosur/TVSMotor)" userId="e2d9917c-f3dd-4083-a688-e3a90de602c2" providerId="ADAL" clId="{7AECE3AF-5704-4967-BD45-876FBB82BAF3}" dt="2026-08-16T12:02:27.766" v="12377" actId="478"/>
          <ac:spMkLst>
            <pc:docMk/>
            <pc:sldMk cId="469518371" sldId="512"/>
            <ac:spMk id="7" creationId="{92B36778-04A5-F4C0-7F30-EDFF25419F17}"/>
          </ac:spMkLst>
        </pc:spChg>
        <pc:spChg chg="mod">
          <ac:chgData name="Peethala Rajiv Roy (PED/Hosur/TVSMotor)" userId="e2d9917c-f3dd-4083-a688-e3a90de602c2" providerId="ADAL" clId="{7AECE3AF-5704-4967-BD45-876FBB82BAF3}" dt="2026-08-16T12:05:11.970" v="12426" actId="1076"/>
          <ac:spMkLst>
            <pc:docMk/>
            <pc:sldMk cId="469518371" sldId="512"/>
            <ac:spMk id="11" creationId="{B7024720-21B8-27BA-5AAC-6FC02FAEDB18}"/>
          </ac:spMkLst>
        </pc:spChg>
        <pc:spChg chg="mod">
          <ac:chgData name="Peethala Rajiv Roy (PED/Hosur/TVSMotor)" userId="e2d9917c-f3dd-4083-a688-e3a90de602c2" providerId="ADAL" clId="{7AECE3AF-5704-4967-BD45-876FBB82BAF3}" dt="2026-08-16T12:05:20.891" v="12427" actId="1076"/>
          <ac:spMkLst>
            <pc:docMk/>
            <pc:sldMk cId="469518371" sldId="512"/>
            <ac:spMk id="19" creationId="{9707C3D1-DD34-425F-0A0B-6CA21A47D8F2}"/>
          </ac:spMkLst>
        </pc:spChg>
        <pc:spChg chg="mod">
          <ac:chgData name="Peethala Rajiv Roy (PED/Hosur/TVSMotor)" userId="e2d9917c-f3dd-4083-a688-e3a90de602c2" providerId="ADAL" clId="{7AECE3AF-5704-4967-BD45-876FBB82BAF3}" dt="2026-08-16T12:05:20.891" v="12427" actId="1076"/>
          <ac:spMkLst>
            <pc:docMk/>
            <pc:sldMk cId="469518371" sldId="512"/>
            <ac:spMk id="21" creationId="{B6B118D2-0787-801A-13C4-7DB2E2563A52}"/>
          </ac:spMkLst>
        </pc:spChg>
        <pc:spChg chg="mod">
          <ac:chgData name="Peethala Rajiv Roy (PED/Hosur/TVSMotor)" userId="e2d9917c-f3dd-4083-a688-e3a90de602c2" providerId="ADAL" clId="{7AECE3AF-5704-4967-BD45-876FBB82BAF3}" dt="2026-08-16T12:02:47.328" v="12408" actId="20577"/>
          <ac:spMkLst>
            <pc:docMk/>
            <pc:sldMk cId="469518371" sldId="512"/>
            <ac:spMk id="22" creationId="{A604A0A8-EC98-D10F-2AA6-8E176C786434}"/>
          </ac:spMkLst>
        </pc:spChg>
        <pc:spChg chg="mod">
          <ac:chgData name="Peethala Rajiv Roy (PED/Hosur/TVSMotor)" userId="e2d9917c-f3dd-4083-a688-e3a90de602c2" providerId="ADAL" clId="{7AECE3AF-5704-4967-BD45-876FBB82BAF3}" dt="2026-08-16T12:04:15.130" v="12420" actId="1076"/>
          <ac:spMkLst>
            <pc:docMk/>
            <pc:sldMk cId="469518371" sldId="512"/>
            <ac:spMk id="24" creationId="{AFB9ECE9-102D-9865-08ED-A6E821E49689}"/>
          </ac:spMkLst>
        </pc:spChg>
        <pc:picChg chg="add mod">
          <ac:chgData name="Peethala Rajiv Roy (PED/Hosur/TVSMotor)" userId="e2d9917c-f3dd-4083-a688-e3a90de602c2" providerId="ADAL" clId="{7AECE3AF-5704-4967-BD45-876FBB82BAF3}" dt="2026-08-16T12:04:08.531" v="12419" actId="1076"/>
          <ac:picMkLst>
            <pc:docMk/>
            <pc:sldMk cId="469518371" sldId="512"/>
            <ac:picMk id="3" creationId="{04A9260B-C7E7-F2FD-FF7A-4E2CB443C375}"/>
          </ac:picMkLst>
        </pc:picChg>
        <pc:picChg chg="add mod">
          <ac:chgData name="Peethala Rajiv Roy (PED/Hosur/TVSMotor)" userId="e2d9917c-f3dd-4083-a688-e3a90de602c2" providerId="ADAL" clId="{7AECE3AF-5704-4967-BD45-876FBB82BAF3}" dt="2026-08-16T12:05:05.549" v="12425" actId="208"/>
          <ac:picMkLst>
            <pc:docMk/>
            <pc:sldMk cId="469518371" sldId="512"/>
            <ac:picMk id="8" creationId="{28364934-72AA-4793-8CE9-C2D3A75BE98F}"/>
          </ac:picMkLst>
        </pc:picChg>
        <pc:picChg chg="del">
          <ac:chgData name="Peethala Rajiv Roy (PED/Hosur/TVSMotor)" userId="e2d9917c-f3dd-4083-a688-e3a90de602c2" providerId="ADAL" clId="{7AECE3AF-5704-4967-BD45-876FBB82BAF3}" dt="2026-08-16T12:03:39.969" v="12409" actId="478"/>
          <ac:picMkLst>
            <pc:docMk/>
            <pc:sldMk cId="469518371" sldId="512"/>
            <ac:picMk id="10" creationId="{D05C3910-BAEB-40BB-ACB4-349A1190BB91}"/>
          </ac:picMkLst>
        </pc:picChg>
        <pc:picChg chg="del">
          <ac:chgData name="Peethala Rajiv Roy (PED/Hosur/TVSMotor)" userId="e2d9917c-f3dd-4083-a688-e3a90de602c2" providerId="ADAL" clId="{7AECE3AF-5704-4967-BD45-876FBB82BAF3}" dt="2026-08-16T12:03:46.901" v="12412" actId="478"/>
          <ac:picMkLst>
            <pc:docMk/>
            <pc:sldMk cId="469518371" sldId="512"/>
            <ac:picMk id="13" creationId="{B46FA08B-7CAE-8612-7128-9378F3566847}"/>
          </ac:picMkLst>
        </pc:picChg>
        <pc:picChg chg="del">
          <ac:chgData name="Peethala Rajiv Roy (PED/Hosur/TVSMotor)" userId="e2d9917c-f3dd-4083-a688-e3a90de602c2" providerId="ADAL" clId="{7AECE3AF-5704-4967-BD45-876FBB82BAF3}" dt="2026-08-16T12:03:53.318" v="12414" actId="478"/>
          <ac:picMkLst>
            <pc:docMk/>
            <pc:sldMk cId="469518371" sldId="512"/>
            <ac:picMk id="17" creationId="{B9072B44-CE40-277F-5338-6D54146D765F}"/>
          </ac:picMkLst>
        </pc:picChg>
        <pc:cxnChg chg="mod">
          <ac:chgData name="Peethala Rajiv Roy (PED/Hosur/TVSMotor)" userId="e2d9917c-f3dd-4083-a688-e3a90de602c2" providerId="ADAL" clId="{7AECE3AF-5704-4967-BD45-876FBB82BAF3}" dt="2026-08-16T12:05:20.891" v="12427" actId="1076"/>
          <ac:cxnSpMkLst>
            <pc:docMk/>
            <pc:sldMk cId="469518371" sldId="512"/>
            <ac:cxnSpMk id="18" creationId="{07FE171B-5C40-425F-EA74-C69D6F33F79D}"/>
          </ac:cxnSpMkLst>
        </pc:cxnChg>
        <pc:cxnChg chg="mod">
          <ac:chgData name="Peethala Rajiv Roy (PED/Hosur/TVSMotor)" userId="e2d9917c-f3dd-4083-a688-e3a90de602c2" providerId="ADAL" clId="{7AECE3AF-5704-4967-BD45-876FBB82BAF3}" dt="2026-08-16T12:05:20.891" v="12427" actId="1076"/>
          <ac:cxnSpMkLst>
            <pc:docMk/>
            <pc:sldMk cId="469518371" sldId="512"/>
            <ac:cxnSpMk id="20" creationId="{94D2EC9A-4192-2D64-471E-38B584E1FBCE}"/>
          </ac:cxnSpMkLst>
        </pc:cxnChg>
      </pc:sldChg>
      <pc:sldChg chg="addSp delSp modSp add mod">
        <pc:chgData name="Peethala Rajiv Roy (PED/Hosur/TVSMotor)" userId="e2d9917c-f3dd-4083-a688-e3a90de602c2" providerId="ADAL" clId="{7AECE3AF-5704-4967-BD45-876FBB82BAF3}" dt="2026-08-16T12:06:35.960" v="12439" actId="1076"/>
        <pc:sldMkLst>
          <pc:docMk/>
          <pc:sldMk cId="2176432786" sldId="513"/>
        </pc:sldMkLst>
        <pc:spChg chg="mod">
          <ac:chgData name="Peethala Rajiv Roy (PED/Hosur/TVSMotor)" userId="e2d9917c-f3dd-4083-a688-e3a90de602c2" providerId="ADAL" clId="{7AECE3AF-5704-4967-BD45-876FBB82BAF3}" dt="2026-08-16T12:05:50.131" v="12434" actId="1076"/>
          <ac:spMkLst>
            <pc:docMk/>
            <pc:sldMk cId="2176432786" sldId="513"/>
            <ac:spMk id="11" creationId="{B66BB337-6368-DE4F-B339-2560CF9783B9}"/>
          </ac:spMkLst>
        </pc:spChg>
        <pc:spChg chg="del">
          <ac:chgData name="Peethala Rajiv Roy (PED/Hosur/TVSMotor)" userId="e2d9917c-f3dd-4083-a688-e3a90de602c2" providerId="ADAL" clId="{7AECE3AF-5704-4967-BD45-876FBB82BAF3}" dt="2026-08-16T12:05:42.706" v="12433" actId="478"/>
          <ac:spMkLst>
            <pc:docMk/>
            <pc:sldMk cId="2176432786" sldId="513"/>
            <ac:spMk id="19" creationId="{85261C59-DDD1-5E06-DDE1-5862382065ED}"/>
          </ac:spMkLst>
        </pc:spChg>
        <pc:spChg chg="del">
          <ac:chgData name="Peethala Rajiv Roy (PED/Hosur/TVSMotor)" userId="e2d9917c-f3dd-4083-a688-e3a90de602c2" providerId="ADAL" clId="{7AECE3AF-5704-4967-BD45-876FBB82BAF3}" dt="2026-08-16T12:05:41.162" v="12432" actId="478"/>
          <ac:spMkLst>
            <pc:docMk/>
            <pc:sldMk cId="2176432786" sldId="513"/>
            <ac:spMk id="21" creationId="{77DACB84-2E71-B8C6-8D5F-951F3470BAF5}"/>
          </ac:spMkLst>
        </pc:spChg>
        <pc:spChg chg="del">
          <ac:chgData name="Peethala Rajiv Roy (PED/Hosur/TVSMotor)" userId="e2d9917c-f3dd-4083-a688-e3a90de602c2" providerId="ADAL" clId="{7AECE3AF-5704-4967-BD45-876FBB82BAF3}" dt="2026-08-16T12:05:33.262" v="12430" actId="478"/>
          <ac:spMkLst>
            <pc:docMk/>
            <pc:sldMk cId="2176432786" sldId="513"/>
            <ac:spMk id="24" creationId="{BF6A66A7-C769-0F4E-68A0-9B557B1E150A}"/>
          </ac:spMkLst>
        </pc:spChg>
        <pc:picChg chg="add mod">
          <ac:chgData name="Peethala Rajiv Roy (PED/Hosur/TVSMotor)" userId="e2d9917c-f3dd-4083-a688-e3a90de602c2" providerId="ADAL" clId="{7AECE3AF-5704-4967-BD45-876FBB82BAF3}" dt="2026-08-16T12:06:35.960" v="12439" actId="1076"/>
          <ac:picMkLst>
            <pc:docMk/>
            <pc:sldMk cId="2176432786" sldId="513"/>
            <ac:picMk id="6" creationId="{14EC3939-BEC8-5F32-5EEA-479646269725}"/>
          </ac:picMkLst>
        </pc:picChg>
        <pc:picChg chg="del">
          <ac:chgData name="Peethala Rajiv Roy (PED/Hosur/TVSMotor)" userId="e2d9917c-f3dd-4083-a688-e3a90de602c2" providerId="ADAL" clId="{7AECE3AF-5704-4967-BD45-876FBB82BAF3}" dt="2026-08-16T12:05:31.358" v="12429" actId="478"/>
          <ac:picMkLst>
            <pc:docMk/>
            <pc:sldMk cId="2176432786" sldId="513"/>
            <ac:picMk id="8" creationId="{A7BC152B-7439-A2FE-D486-2AEFC59B4938}"/>
          </ac:picMkLst>
        </pc:picChg>
        <pc:cxnChg chg="del">
          <ac:chgData name="Peethala Rajiv Roy (PED/Hosur/TVSMotor)" userId="e2d9917c-f3dd-4083-a688-e3a90de602c2" providerId="ADAL" clId="{7AECE3AF-5704-4967-BD45-876FBB82BAF3}" dt="2026-08-16T12:05:40.024" v="12431" actId="478"/>
          <ac:cxnSpMkLst>
            <pc:docMk/>
            <pc:sldMk cId="2176432786" sldId="513"/>
            <ac:cxnSpMk id="18" creationId="{CB91FDB0-9319-9263-EE4E-73462C7D1EC1}"/>
          </ac:cxnSpMkLst>
        </pc:cxnChg>
        <pc:cxnChg chg="del">
          <ac:chgData name="Peethala Rajiv Roy (PED/Hosur/TVSMotor)" userId="e2d9917c-f3dd-4083-a688-e3a90de602c2" providerId="ADAL" clId="{7AECE3AF-5704-4967-BD45-876FBB82BAF3}" dt="2026-08-16T12:05:40.024" v="12431" actId="478"/>
          <ac:cxnSpMkLst>
            <pc:docMk/>
            <pc:sldMk cId="2176432786" sldId="513"/>
            <ac:cxnSpMk id="20" creationId="{54D5EB7B-E349-FEB5-1001-592B3F7ABD1D}"/>
          </ac:cxnSpMkLst>
        </pc:cxnChg>
      </pc:sldChg>
      <pc:sldChg chg="add">
        <pc:chgData name="Peethala Rajiv Roy (PED/Hosur/TVSMotor)" userId="e2d9917c-f3dd-4083-a688-e3a90de602c2" providerId="ADAL" clId="{7AECE3AF-5704-4967-BD45-876FBB82BAF3}" dt="2026-08-16T12:07:39.465" v="12440"/>
        <pc:sldMkLst>
          <pc:docMk/>
          <pc:sldMk cId="1073440449" sldId="514"/>
        </pc:sldMkLst>
      </pc:sldChg>
      <pc:sldChg chg="add">
        <pc:chgData name="Peethala Rajiv Roy (PED/Hosur/TVSMotor)" userId="e2d9917c-f3dd-4083-a688-e3a90de602c2" providerId="ADAL" clId="{7AECE3AF-5704-4967-BD45-876FBB82BAF3}" dt="2026-08-16T12:08:08.914" v="12441"/>
        <pc:sldMkLst>
          <pc:docMk/>
          <pc:sldMk cId="178067939" sldId="515"/>
        </pc:sldMkLst>
      </pc:sldChg>
      <pc:sldChg chg="add">
        <pc:chgData name="Peethala Rajiv Roy (PED/Hosur/TVSMotor)" userId="e2d9917c-f3dd-4083-a688-e3a90de602c2" providerId="ADAL" clId="{7AECE3AF-5704-4967-BD45-876FBB82BAF3}" dt="2026-08-16T12:08:08.914" v="12441"/>
        <pc:sldMkLst>
          <pc:docMk/>
          <pc:sldMk cId="800743064" sldId="516"/>
        </pc:sldMkLst>
      </pc:sldChg>
      <pc:sldChg chg="addSp delSp modSp add mod">
        <pc:chgData name="Peethala Rajiv Roy (PED/Hosur/TVSMotor)" userId="e2d9917c-f3dd-4083-a688-e3a90de602c2" providerId="ADAL" clId="{7AECE3AF-5704-4967-BD45-876FBB82BAF3}" dt="2026-08-16T12:11:33.369" v="12506" actId="1076"/>
        <pc:sldMkLst>
          <pc:docMk/>
          <pc:sldMk cId="3778012199" sldId="517"/>
        </pc:sldMkLst>
        <pc:spChg chg="mod">
          <ac:chgData name="Peethala Rajiv Roy (PED/Hosur/TVSMotor)" userId="e2d9917c-f3dd-4083-a688-e3a90de602c2" providerId="ADAL" clId="{7AECE3AF-5704-4967-BD45-876FBB82BAF3}" dt="2026-08-16T12:11:33.369" v="12506" actId="1076"/>
          <ac:spMkLst>
            <pc:docMk/>
            <pc:sldMk cId="3778012199" sldId="517"/>
            <ac:spMk id="19" creationId="{E9BCEC41-673D-9821-CD87-9B727CB56B01}"/>
          </ac:spMkLst>
        </pc:spChg>
        <pc:spChg chg="mod">
          <ac:chgData name="Peethala Rajiv Roy (PED/Hosur/TVSMotor)" userId="e2d9917c-f3dd-4083-a688-e3a90de602c2" providerId="ADAL" clId="{7AECE3AF-5704-4967-BD45-876FBB82BAF3}" dt="2026-08-16T12:11:33.369" v="12506" actId="1076"/>
          <ac:spMkLst>
            <pc:docMk/>
            <pc:sldMk cId="3778012199" sldId="517"/>
            <ac:spMk id="21" creationId="{85CC4776-0875-4B27-DBFB-8BAB6D463321}"/>
          </ac:spMkLst>
        </pc:spChg>
        <pc:spChg chg="mod">
          <ac:chgData name="Peethala Rajiv Roy (PED/Hosur/TVSMotor)" userId="e2d9917c-f3dd-4083-a688-e3a90de602c2" providerId="ADAL" clId="{7AECE3AF-5704-4967-BD45-876FBB82BAF3}" dt="2026-08-16T12:09:07.579" v="12487" actId="20577"/>
          <ac:spMkLst>
            <pc:docMk/>
            <pc:sldMk cId="3778012199" sldId="517"/>
            <ac:spMk id="22" creationId="{CAC672D8-4888-22FE-2B33-5717116655F0}"/>
          </ac:spMkLst>
        </pc:spChg>
        <pc:grpChg chg="del">
          <ac:chgData name="Peethala Rajiv Roy (PED/Hosur/TVSMotor)" userId="e2d9917c-f3dd-4083-a688-e3a90de602c2" providerId="ADAL" clId="{7AECE3AF-5704-4967-BD45-876FBB82BAF3}" dt="2026-08-16T12:09:36.596" v="12489" actId="478"/>
          <ac:grpSpMkLst>
            <pc:docMk/>
            <pc:sldMk cId="3778012199" sldId="517"/>
            <ac:grpSpMk id="16" creationId="{C5434639-A949-AAC1-6312-0DF4DF893E93}"/>
          </ac:grpSpMkLst>
        </pc:grpChg>
        <pc:picChg chg="add mod">
          <ac:chgData name="Peethala Rajiv Roy (PED/Hosur/TVSMotor)" userId="e2d9917c-f3dd-4083-a688-e3a90de602c2" providerId="ADAL" clId="{7AECE3AF-5704-4967-BD45-876FBB82BAF3}" dt="2026-08-16T12:09:45.151" v="12493" actId="208"/>
          <ac:picMkLst>
            <pc:docMk/>
            <pc:sldMk cId="3778012199" sldId="517"/>
            <ac:picMk id="3" creationId="{05B4C963-6045-2FD7-AA9B-5CEA9D7E095D}"/>
          </ac:picMkLst>
        </pc:picChg>
        <pc:picChg chg="del">
          <ac:chgData name="Peethala Rajiv Roy (PED/Hosur/TVSMotor)" userId="e2d9917c-f3dd-4083-a688-e3a90de602c2" providerId="ADAL" clId="{7AECE3AF-5704-4967-BD45-876FBB82BAF3}" dt="2026-08-16T12:09:11.260" v="12488" actId="478"/>
          <ac:picMkLst>
            <pc:docMk/>
            <pc:sldMk cId="3778012199" sldId="517"/>
            <ac:picMk id="6" creationId="{117855AE-6430-8BCB-3127-7DB360E540B7}"/>
          </ac:picMkLst>
        </pc:picChg>
        <pc:picChg chg="add mod">
          <ac:chgData name="Peethala Rajiv Roy (PED/Hosur/TVSMotor)" userId="e2d9917c-f3dd-4083-a688-e3a90de602c2" providerId="ADAL" clId="{7AECE3AF-5704-4967-BD45-876FBB82BAF3}" dt="2026-08-16T12:10:30.572" v="12498" actId="1076"/>
          <ac:picMkLst>
            <pc:docMk/>
            <pc:sldMk cId="3778012199" sldId="517"/>
            <ac:picMk id="8" creationId="{16CAE5AC-66E2-CFC1-CE90-04B06D1B9315}"/>
          </ac:picMkLst>
        </pc:picChg>
        <pc:picChg chg="del">
          <ac:chgData name="Peethala Rajiv Roy (PED/Hosur/TVSMotor)" userId="e2d9917c-f3dd-4083-a688-e3a90de602c2" providerId="ADAL" clId="{7AECE3AF-5704-4967-BD45-876FBB82BAF3}" dt="2026-08-16T12:10:33.701" v="12499" actId="478"/>
          <ac:picMkLst>
            <pc:docMk/>
            <pc:sldMk cId="3778012199" sldId="517"/>
            <ac:picMk id="9" creationId="{3339F08E-5570-ED2B-13FE-3A90DB11554D}"/>
          </ac:picMkLst>
        </pc:picChg>
        <pc:picChg chg="add mod">
          <ac:chgData name="Peethala Rajiv Roy (PED/Hosur/TVSMotor)" userId="e2d9917c-f3dd-4083-a688-e3a90de602c2" providerId="ADAL" clId="{7AECE3AF-5704-4967-BD45-876FBB82BAF3}" dt="2026-08-16T12:11:26.735" v="12505" actId="1076"/>
          <ac:picMkLst>
            <pc:docMk/>
            <pc:sldMk cId="3778012199" sldId="517"/>
            <ac:picMk id="11" creationId="{CF45B3CE-2D59-458C-96EF-E3BE9FBCBBA6}"/>
          </ac:picMkLst>
        </pc:picChg>
        <pc:cxnChg chg="mod">
          <ac:chgData name="Peethala Rajiv Roy (PED/Hosur/TVSMotor)" userId="e2d9917c-f3dd-4083-a688-e3a90de602c2" providerId="ADAL" clId="{7AECE3AF-5704-4967-BD45-876FBB82BAF3}" dt="2026-08-16T12:11:33.369" v="12506" actId="1076"/>
          <ac:cxnSpMkLst>
            <pc:docMk/>
            <pc:sldMk cId="3778012199" sldId="517"/>
            <ac:cxnSpMk id="18" creationId="{6E9EFE07-EBA5-8A16-3AE1-63AEE02188C6}"/>
          </ac:cxnSpMkLst>
        </pc:cxnChg>
        <pc:cxnChg chg="mod">
          <ac:chgData name="Peethala Rajiv Roy (PED/Hosur/TVSMotor)" userId="e2d9917c-f3dd-4083-a688-e3a90de602c2" providerId="ADAL" clId="{7AECE3AF-5704-4967-BD45-876FBB82BAF3}" dt="2026-08-16T12:11:33.369" v="12506" actId="1076"/>
          <ac:cxnSpMkLst>
            <pc:docMk/>
            <pc:sldMk cId="3778012199" sldId="517"/>
            <ac:cxnSpMk id="20" creationId="{A7922763-8E54-8D46-E1D2-B9D1B8887051}"/>
          </ac:cxnSpMkLst>
        </pc:cxnChg>
      </pc:sldChg>
      <pc:sldChg chg="addSp modSp add mod">
        <pc:chgData name="Peethala Rajiv Roy (PED/Hosur/TVSMotor)" userId="e2d9917c-f3dd-4083-a688-e3a90de602c2" providerId="ADAL" clId="{7AECE3AF-5704-4967-BD45-876FBB82BAF3}" dt="2026-08-16T12:24:47.728" v="12710" actId="20577"/>
        <pc:sldMkLst>
          <pc:docMk/>
          <pc:sldMk cId="1947474536" sldId="518"/>
        </pc:sldMkLst>
        <pc:spChg chg="mod">
          <ac:chgData name="Peethala Rajiv Roy (PED/Hosur/TVSMotor)" userId="e2d9917c-f3dd-4083-a688-e3a90de602c2" providerId="ADAL" clId="{7AECE3AF-5704-4967-BD45-876FBB82BAF3}" dt="2026-08-16T12:24:47.728" v="12710" actId="20577"/>
          <ac:spMkLst>
            <pc:docMk/>
            <pc:sldMk cId="1947474536" sldId="518"/>
            <ac:spMk id="22" creationId="{6E49A81A-6D6B-79D4-C5CA-724783543716}"/>
          </ac:spMkLst>
        </pc:spChg>
        <pc:grpChg chg="add mod">
          <ac:chgData name="Peethala Rajiv Roy (PED/Hosur/TVSMotor)" userId="e2d9917c-f3dd-4083-a688-e3a90de602c2" providerId="ADAL" clId="{7AECE3AF-5704-4967-BD45-876FBB82BAF3}" dt="2026-08-16T12:12:34.643" v="12509" actId="1076"/>
          <ac:grpSpMkLst>
            <pc:docMk/>
            <pc:sldMk cId="1947474536" sldId="518"/>
            <ac:grpSpMk id="2" creationId="{13BD5169-5068-94E9-DACE-B6EB514ECD87}"/>
          </ac:grpSpMkLst>
        </pc:grpChg>
        <pc:picChg chg="mod">
          <ac:chgData name="Peethala Rajiv Roy (PED/Hosur/TVSMotor)" userId="e2d9917c-f3dd-4083-a688-e3a90de602c2" providerId="ADAL" clId="{7AECE3AF-5704-4967-BD45-876FBB82BAF3}" dt="2026-08-16T12:12:31.919" v="12508" actId="164"/>
          <ac:picMkLst>
            <pc:docMk/>
            <pc:sldMk cId="1947474536" sldId="518"/>
            <ac:picMk id="25" creationId="{6FC6AF4B-4C7B-CED0-4438-37AD98963F20}"/>
          </ac:picMkLst>
        </pc:picChg>
        <pc:picChg chg="mod">
          <ac:chgData name="Peethala Rajiv Roy (PED/Hosur/TVSMotor)" userId="e2d9917c-f3dd-4083-a688-e3a90de602c2" providerId="ADAL" clId="{7AECE3AF-5704-4967-BD45-876FBB82BAF3}" dt="2026-08-16T12:12:31.919" v="12508" actId="164"/>
          <ac:picMkLst>
            <pc:docMk/>
            <pc:sldMk cId="1947474536" sldId="518"/>
            <ac:picMk id="27" creationId="{517B0A45-5BC6-B020-AD19-6A64D6F030CF}"/>
          </ac:picMkLst>
        </pc:picChg>
      </pc:sldChg>
      <pc:sldChg chg="add">
        <pc:chgData name="Peethala Rajiv Roy (PED/Hosur/TVSMotor)" userId="e2d9917c-f3dd-4083-a688-e3a90de602c2" providerId="ADAL" clId="{7AECE3AF-5704-4967-BD45-876FBB82BAF3}" dt="2026-08-16T12:13:28.462" v="12510"/>
        <pc:sldMkLst>
          <pc:docMk/>
          <pc:sldMk cId="1651632437" sldId="519"/>
        </pc:sldMkLst>
      </pc:sldChg>
      <pc:sldChg chg="addSp delSp modSp add mod">
        <pc:chgData name="Peethala Rajiv Roy (PED/Hosur/TVSMotor)" userId="e2d9917c-f3dd-4083-a688-e3a90de602c2" providerId="ADAL" clId="{7AECE3AF-5704-4967-BD45-876FBB82BAF3}" dt="2026-08-16T12:20:08.815" v="12625" actId="478"/>
        <pc:sldMkLst>
          <pc:docMk/>
          <pc:sldMk cId="2120499193" sldId="520"/>
        </pc:sldMkLst>
        <pc:spChg chg="del">
          <ac:chgData name="Peethala Rajiv Roy (PED/Hosur/TVSMotor)" userId="e2d9917c-f3dd-4083-a688-e3a90de602c2" providerId="ADAL" clId="{7AECE3AF-5704-4967-BD45-876FBB82BAF3}" dt="2026-08-16T12:13:51.796" v="12513" actId="478"/>
          <ac:spMkLst>
            <pc:docMk/>
            <pc:sldMk cId="2120499193" sldId="520"/>
            <ac:spMk id="8" creationId="{02DBFDA1-E8A7-ED25-3D75-F1A735566A5B}"/>
          </ac:spMkLst>
        </pc:spChg>
        <pc:spChg chg="del">
          <ac:chgData name="Peethala Rajiv Roy (PED/Hosur/TVSMotor)" userId="e2d9917c-f3dd-4083-a688-e3a90de602c2" providerId="ADAL" clId="{7AECE3AF-5704-4967-BD45-876FBB82BAF3}" dt="2026-08-16T12:14:20.171" v="12550" actId="478"/>
          <ac:spMkLst>
            <pc:docMk/>
            <pc:sldMk cId="2120499193" sldId="520"/>
            <ac:spMk id="11" creationId="{281DD0CC-C9FA-8C5F-3292-B95FB0EA99C8}"/>
          </ac:spMkLst>
        </pc:spChg>
        <pc:spChg chg="mod">
          <ac:chgData name="Peethala Rajiv Roy (PED/Hosur/TVSMotor)" userId="e2d9917c-f3dd-4083-a688-e3a90de602c2" providerId="ADAL" clId="{7AECE3AF-5704-4967-BD45-876FBB82BAF3}" dt="2026-08-16T12:19:16.121" v="12614" actId="1036"/>
          <ac:spMkLst>
            <pc:docMk/>
            <pc:sldMk cId="2120499193" sldId="520"/>
            <ac:spMk id="13" creationId="{E45C666A-905D-21BB-450F-68FBE9A589C3}"/>
          </ac:spMkLst>
        </pc:spChg>
        <pc:spChg chg="del mod">
          <ac:chgData name="Peethala Rajiv Roy (PED/Hosur/TVSMotor)" userId="e2d9917c-f3dd-4083-a688-e3a90de602c2" providerId="ADAL" clId="{7AECE3AF-5704-4967-BD45-876FBB82BAF3}" dt="2026-08-16T12:20:08.815" v="12625" actId="478"/>
          <ac:spMkLst>
            <pc:docMk/>
            <pc:sldMk cId="2120499193" sldId="520"/>
            <ac:spMk id="14" creationId="{6AAB9C05-BE06-302B-BA62-E8A58BC53C60}"/>
          </ac:spMkLst>
        </pc:spChg>
        <pc:spChg chg="del mod">
          <ac:chgData name="Peethala Rajiv Roy (PED/Hosur/TVSMotor)" userId="e2d9917c-f3dd-4083-a688-e3a90de602c2" providerId="ADAL" clId="{7AECE3AF-5704-4967-BD45-876FBB82BAF3}" dt="2026-08-16T12:20:08.815" v="12625" actId="478"/>
          <ac:spMkLst>
            <pc:docMk/>
            <pc:sldMk cId="2120499193" sldId="520"/>
            <ac:spMk id="16" creationId="{811752EB-70C9-4C28-4726-5BFD33F74567}"/>
          </ac:spMkLst>
        </pc:spChg>
        <pc:spChg chg="mod">
          <ac:chgData name="Peethala Rajiv Roy (PED/Hosur/TVSMotor)" userId="e2d9917c-f3dd-4083-a688-e3a90de602c2" providerId="ADAL" clId="{7AECE3AF-5704-4967-BD45-876FBB82BAF3}" dt="2026-08-16T12:14:16.106" v="12549" actId="20577"/>
          <ac:spMkLst>
            <pc:docMk/>
            <pc:sldMk cId="2120499193" sldId="520"/>
            <ac:spMk id="22" creationId="{936B0034-6EDA-66A4-1CA8-C12F608D44CD}"/>
          </ac:spMkLst>
        </pc:spChg>
        <pc:picChg chg="del">
          <ac:chgData name="Peethala Rajiv Roy (PED/Hosur/TVSMotor)" userId="e2d9917c-f3dd-4083-a688-e3a90de602c2" providerId="ADAL" clId="{7AECE3AF-5704-4967-BD45-876FBB82BAF3}" dt="2026-08-16T12:13:53.438" v="12514" actId="478"/>
          <ac:picMkLst>
            <pc:docMk/>
            <pc:sldMk cId="2120499193" sldId="520"/>
            <ac:picMk id="3" creationId="{E28F8D78-C2E9-93DB-0F0E-5055DDC4D35A}"/>
          </ac:picMkLst>
        </pc:picChg>
        <pc:picChg chg="add mod">
          <ac:chgData name="Peethala Rajiv Roy (PED/Hosur/TVSMotor)" userId="e2d9917c-f3dd-4083-a688-e3a90de602c2" providerId="ADAL" clId="{7AECE3AF-5704-4967-BD45-876FBB82BAF3}" dt="2026-08-16T12:14:59.513" v="12556" actId="208"/>
          <ac:picMkLst>
            <pc:docMk/>
            <pc:sldMk cId="2120499193" sldId="520"/>
            <ac:picMk id="6" creationId="{95EF5BE7-8956-3C7F-AD0C-E5C67AF225AA}"/>
          </ac:picMkLst>
        </pc:picChg>
        <pc:picChg chg="del">
          <ac:chgData name="Peethala Rajiv Roy (PED/Hosur/TVSMotor)" userId="e2d9917c-f3dd-4083-a688-e3a90de602c2" providerId="ADAL" clId="{7AECE3AF-5704-4967-BD45-876FBB82BAF3}" dt="2026-08-16T12:13:50.540" v="12512" actId="478"/>
          <ac:picMkLst>
            <pc:docMk/>
            <pc:sldMk cId="2120499193" sldId="520"/>
            <ac:picMk id="9" creationId="{94FCD6D1-CC30-463D-198E-449D6C55064D}"/>
          </ac:picMkLst>
        </pc:picChg>
        <pc:picChg chg="add mod">
          <ac:chgData name="Peethala Rajiv Roy (PED/Hosur/TVSMotor)" userId="e2d9917c-f3dd-4083-a688-e3a90de602c2" providerId="ADAL" clId="{7AECE3AF-5704-4967-BD45-876FBB82BAF3}" dt="2026-08-16T12:19:16.121" v="12614" actId="1036"/>
          <ac:picMkLst>
            <pc:docMk/>
            <pc:sldMk cId="2120499193" sldId="520"/>
            <ac:picMk id="10" creationId="{55F1AC08-843D-1669-F332-CA6240E20C3C}"/>
          </ac:picMkLst>
        </pc:picChg>
        <pc:picChg chg="del">
          <ac:chgData name="Peethala Rajiv Roy (PED/Hosur/TVSMotor)" userId="e2d9917c-f3dd-4083-a688-e3a90de602c2" providerId="ADAL" clId="{7AECE3AF-5704-4967-BD45-876FBB82BAF3}" dt="2026-08-16T12:13:55.219" v="12515" actId="478"/>
          <ac:picMkLst>
            <pc:docMk/>
            <pc:sldMk cId="2120499193" sldId="520"/>
            <ac:picMk id="18" creationId="{3C13A176-5E9C-5D47-7B67-AC317CCBBAAE}"/>
          </ac:picMkLst>
        </pc:picChg>
        <pc:picChg chg="add mod">
          <ac:chgData name="Peethala Rajiv Roy (PED/Hosur/TVSMotor)" userId="e2d9917c-f3dd-4083-a688-e3a90de602c2" providerId="ADAL" clId="{7AECE3AF-5704-4967-BD45-876FBB82BAF3}" dt="2026-08-16T12:19:16.121" v="12614" actId="1036"/>
          <ac:picMkLst>
            <pc:docMk/>
            <pc:sldMk cId="2120499193" sldId="520"/>
            <ac:picMk id="19" creationId="{6A801CB4-D97E-A1B8-8F89-57EE61235095}"/>
          </ac:picMkLst>
        </pc:picChg>
        <pc:picChg chg="add mod">
          <ac:chgData name="Peethala Rajiv Roy (PED/Hosur/TVSMotor)" userId="e2d9917c-f3dd-4083-a688-e3a90de602c2" providerId="ADAL" clId="{7AECE3AF-5704-4967-BD45-876FBB82BAF3}" dt="2026-08-16T12:19:20.160" v="12615" actId="1076"/>
          <ac:picMkLst>
            <pc:docMk/>
            <pc:sldMk cId="2120499193" sldId="520"/>
            <ac:picMk id="21" creationId="{BD1E9716-2EF4-AF31-C676-13CE5C3D9ADD}"/>
          </ac:picMkLst>
        </pc:picChg>
        <pc:picChg chg="add mod">
          <ac:chgData name="Peethala Rajiv Roy (PED/Hosur/TVSMotor)" userId="e2d9917c-f3dd-4083-a688-e3a90de602c2" providerId="ADAL" clId="{7AECE3AF-5704-4967-BD45-876FBB82BAF3}" dt="2026-08-16T12:20:00.531" v="12624" actId="1076"/>
          <ac:picMkLst>
            <pc:docMk/>
            <pc:sldMk cId="2120499193" sldId="520"/>
            <ac:picMk id="24" creationId="{9F6D4628-46E3-F08E-4EB5-B3B076DA9332}"/>
          </ac:picMkLst>
        </pc:picChg>
        <pc:cxnChg chg="del mod">
          <ac:chgData name="Peethala Rajiv Roy (PED/Hosur/TVSMotor)" userId="e2d9917c-f3dd-4083-a688-e3a90de602c2" providerId="ADAL" clId="{7AECE3AF-5704-4967-BD45-876FBB82BAF3}" dt="2026-08-16T12:20:08.815" v="12625" actId="478"/>
          <ac:cxnSpMkLst>
            <pc:docMk/>
            <pc:sldMk cId="2120499193" sldId="520"/>
            <ac:cxnSpMk id="12" creationId="{8999A35C-FE87-E61D-4D93-CA9EC4C13468}"/>
          </ac:cxnSpMkLst>
        </pc:cxnChg>
        <pc:cxnChg chg="del mod">
          <ac:chgData name="Peethala Rajiv Roy (PED/Hosur/TVSMotor)" userId="e2d9917c-f3dd-4083-a688-e3a90de602c2" providerId="ADAL" clId="{7AECE3AF-5704-4967-BD45-876FBB82BAF3}" dt="2026-08-16T12:20:08.815" v="12625" actId="478"/>
          <ac:cxnSpMkLst>
            <pc:docMk/>
            <pc:sldMk cId="2120499193" sldId="520"/>
            <ac:cxnSpMk id="15" creationId="{82DD46D4-C049-9E20-F585-0B23EA325B98}"/>
          </ac:cxnSpMkLst>
        </pc:cxnChg>
      </pc:sldChg>
      <pc:sldChg chg="addSp delSp modSp add mod">
        <pc:chgData name="Peethala Rajiv Roy (PED/Hosur/TVSMotor)" userId="e2d9917c-f3dd-4083-a688-e3a90de602c2" providerId="ADAL" clId="{7AECE3AF-5704-4967-BD45-876FBB82BAF3}" dt="2026-08-16T12:24:07.849" v="12703" actId="1076"/>
        <pc:sldMkLst>
          <pc:docMk/>
          <pc:sldMk cId="1121979185" sldId="521"/>
        </pc:sldMkLst>
        <pc:spChg chg="del">
          <ac:chgData name="Peethala Rajiv Roy (PED/Hosur/TVSMotor)" userId="e2d9917c-f3dd-4083-a688-e3a90de602c2" providerId="ADAL" clId="{7AECE3AF-5704-4967-BD45-876FBB82BAF3}" dt="2026-08-16T12:23:48.946" v="12699" actId="478"/>
          <ac:spMkLst>
            <pc:docMk/>
            <pc:sldMk cId="1121979185" sldId="521"/>
            <ac:spMk id="8" creationId="{9BA46530-3B31-AA16-A1F2-80D5652A56B2}"/>
          </ac:spMkLst>
        </pc:spChg>
        <pc:spChg chg="del">
          <ac:chgData name="Peethala Rajiv Roy (PED/Hosur/TVSMotor)" userId="e2d9917c-f3dd-4083-a688-e3a90de602c2" providerId="ADAL" clId="{7AECE3AF-5704-4967-BD45-876FBB82BAF3}" dt="2026-08-16T12:22:42.973" v="12695" actId="478"/>
          <ac:spMkLst>
            <pc:docMk/>
            <pc:sldMk cId="1121979185" sldId="521"/>
            <ac:spMk id="11" creationId="{36636C03-E051-0F37-34A3-774BFBB8D769}"/>
          </ac:spMkLst>
        </pc:spChg>
        <pc:spChg chg="mod">
          <ac:chgData name="Peethala Rajiv Roy (PED/Hosur/TVSMotor)" userId="e2d9917c-f3dd-4083-a688-e3a90de602c2" providerId="ADAL" clId="{7AECE3AF-5704-4967-BD45-876FBB82BAF3}" dt="2026-08-16T12:24:01.281" v="12702" actId="1076"/>
          <ac:spMkLst>
            <pc:docMk/>
            <pc:sldMk cId="1121979185" sldId="521"/>
            <ac:spMk id="13" creationId="{5E0CA31A-0193-999A-3499-AA13CE0504FD}"/>
          </ac:spMkLst>
        </pc:spChg>
        <pc:spChg chg="mod">
          <ac:chgData name="Peethala Rajiv Roy (PED/Hosur/TVSMotor)" userId="e2d9917c-f3dd-4083-a688-e3a90de602c2" providerId="ADAL" clId="{7AECE3AF-5704-4967-BD45-876FBB82BAF3}" dt="2026-08-16T12:24:01.281" v="12702" actId="1076"/>
          <ac:spMkLst>
            <pc:docMk/>
            <pc:sldMk cId="1121979185" sldId="521"/>
            <ac:spMk id="14" creationId="{6C5BC84A-DE9F-CFB5-36AE-65CFAFFD4503}"/>
          </ac:spMkLst>
        </pc:spChg>
        <pc:spChg chg="mod">
          <ac:chgData name="Peethala Rajiv Roy (PED/Hosur/TVSMotor)" userId="e2d9917c-f3dd-4083-a688-e3a90de602c2" providerId="ADAL" clId="{7AECE3AF-5704-4967-BD45-876FBB82BAF3}" dt="2026-08-16T12:24:07.849" v="12703" actId="1076"/>
          <ac:spMkLst>
            <pc:docMk/>
            <pc:sldMk cId="1121979185" sldId="521"/>
            <ac:spMk id="16" creationId="{B7580619-5690-F3A0-6B6E-C1995B2006B8}"/>
          </ac:spMkLst>
        </pc:spChg>
        <pc:spChg chg="mod">
          <ac:chgData name="Peethala Rajiv Roy (PED/Hosur/TVSMotor)" userId="e2d9917c-f3dd-4083-a688-e3a90de602c2" providerId="ADAL" clId="{7AECE3AF-5704-4967-BD45-876FBB82BAF3}" dt="2026-08-16T12:20:58.480" v="12678" actId="20577"/>
          <ac:spMkLst>
            <pc:docMk/>
            <pc:sldMk cId="1121979185" sldId="521"/>
            <ac:spMk id="22" creationId="{8D748A93-BA4C-82C5-F250-DA2DDD20FD5F}"/>
          </ac:spMkLst>
        </pc:spChg>
        <pc:grpChg chg="add mod">
          <ac:chgData name="Peethala Rajiv Roy (PED/Hosur/TVSMotor)" userId="e2d9917c-f3dd-4083-a688-e3a90de602c2" providerId="ADAL" clId="{7AECE3AF-5704-4967-BD45-876FBB82BAF3}" dt="2026-08-16T12:22:37.153" v="12692" actId="14100"/>
          <ac:grpSpMkLst>
            <pc:docMk/>
            <pc:sldMk cId="1121979185" sldId="521"/>
            <ac:grpSpMk id="17" creationId="{D1DFDA91-697F-FAEF-0569-B4014706D8AB}"/>
          </ac:grpSpMkLst>
        </pc:grpChg>
        <pc:picChg chg="del mod">
          <ac:chgData name="Peethala Rajiv Roy (PED/Hosur/TVSMotor)" userId="e2d9917c-f3dd-4083-a688-e3a90de602c2" providerId="ADAL" clId="{7AECE3AF-5704-4967-BD45-876FBB82BAF3}" dt="2026-08-16T12:22:41.642" v="12694" actId="478"/>
          <ac:picMkLst>
            <pc:docMk/>
            <pc:sldMk cId="1121979185" sldId="521"/>
            <ac:picMk id="3" creationId="{3E3E68F6-4868-72FC-A6F2-DCE52FFE5E7E}"/>
          </ac:picMkLst>
        </pc:picChg>
        <pc:picChg chg="add mod">
          <ac:chgData name="Peethala Rajiv Roy (PED/Hosur/TVSMotor)" userId="e2d9917c-f3dd-4083-a688-e3a90de602c2" providerId="ADAL" clId="{7AECE3AF-5704-4967-BD45-876FBB82BAF3}" dt="2026-08-16T12:22:31.403" v="12691" actId="164"/>
          <ac:picMkLst>
            <pc:docMk/>
            <pc:sldMk cId="1121979185" sldId="521"/>
            <ac:picMk id="6" creationId="{7FC8333A-4C3F-6956-0A7B-4D692B2612FD}"/>
          </ac:picMkLst>
        </pc:picChg>
        <pc:picChg chg="del">
          <ac:chgData name="Peethala Rajiv Roy (PED/Hosur/TVSMotor)" userId="e2d9917c-f3dd-4083-a688-e3a90de602c2" providerId="ADAL" clId="{7AECE3AF-5704-4967-BD45-876FBB82BAF3}" dt="2026-08-16T12:23:46.787" v="12698" actId="478"/>
          <ac:picMkLst>
            <pc:docMk/>
            <pc:sldMk cId="1121979185" sldId="521"/>
            <ac:picMk id="9" creationId="{30E5C276-1C21-B988-BA3C-ABA567E7FCA2}"/>
          </ac:picMkLst>
        </pc:picChg>
        <pc:picChg chg="add mod">
          <ac:chgData name="Peethala Rajiv Roy (PED/Hosur/TVSMotor)" userId="e2d9917c-f3dd-4083-a688-e3a90de602c2" providerId="ADAL" clId="{7AECE3AF-5704-4967-BD45-876FBB82BAF3}" dt="2026-08-16T12:22:31.403" v="12691" actId="164"/>
          <ac:picMkLst>
            <pc:docMk/>
            <pc:sldMk cId="1121979185" sldId="521"/>
            <ac:picMk id="10" creationId="{4046CA40-08F0-76C0-306C-E68F0A6E04C5}"/>
          </ac:picMkLst>
        </pc:picChg>
        <pc:picChg chg="del">
          <ac:chgData name="Peethala Rajiv Roy (PED/Hosur/TVSMotor)" userId="e2d9917c-f3dd-4083-a688-e3a90de602c2" providerId="ADAL" clId="{7AECE3AF-5704-4967-BD45-876FBB82BAF3}" dt="2026-08-16T12:21:01.990" v="12679" actId="478"/>
          <ac:picMkLst>
            <pc:docMk/>
            <pc:sldMk cId="1121979185" sldId="521"/>
            <ac:picMk id="18" creationId="{755F5AE5-75A6-1520-5401-AAD9A1620C25}"/>
          </ac:picMkLst>
        </pc:picChg>
        <pc:picChg chg="add mod">
          <ac:chgData name="Peethala Rajiv Roy (PED/Hosur/TVSMotor)" userId="e2d9917c-f3dd-4083-a688-e3a90de602c2" providerId="ADAL" clId="{7AECE3AF-5704-4967-BD45-876FBB82BAF3}" dt="2026-08-16T12:24:01.281" v="12702" actId="1076"/>
          <ac:picMkLst>
            <pc:docMk/>
            <pc:sldMk cId="1121979185" sldId="521"/>
            <ac:picMk id="20" creationId="{0D93ADB1-D753-4BBC-8DE2-EF85ACF1FC43}"/>
          </ac:picMkLst>
        </pc:picChg>
        <pc:cxnChg chg="mod">
          <ac:chgData name="Peethala Rajiv Roy (PED/Hosur/TVSMotor)" userId="e2d9917c-f3dd-4083-a688-e3a90de602c2" providerId="ADAL" clId="{7AECE3AF-5704-4967-BD45-876FBB82BAF3}" dt="2026-08-16T12:24:01.281" v="12702" actId="1076"/>
          <ac:cxnSpMkLst>
            <pc:docMk/>
            <pc:sldMk cId="1121979185" sldId="521"/>
            <ac:cxnSpMk id="12" creationId="{4E4A27B2-C605-6CE3-D9CD-29E7B9A5FE83}"/>
          </ac:cxnSpMkLst>
        </pc:cxnChg>
        <pc:cxnChg chg="mod">
          <ac:chgData name="Peethala Rajiv Roy (PED/Hosur/TVSMotor)" userId="e2d9917c-f3dd-4083-a688-e3a90de602c2" providerId="ADAL" clId="{7AECE3AF-5704-4967-BD45-876FBB82BAF3}" dt="2026-08-16T12:24:07.849" v="12703" actId="1076"/>
          <ac:cxnSpMkLst>
            <pc:docMk/>
            <pc:sldMk cId="1121979185" sldId="521"/>
            <ac:cxnSpMk id="15" creationId="{D1D21F03-978F-EAC2-470F-F3FE0B77EA41}"/>
          </ac:cxnSpMkLst>
        </pc:cxnChg>
      </pc:sldChg>
      <pc:sldMasterChg chg="modSp mod">
        <pc:chgData name="Peethala Rajiv Roy (PED/Hosur/TVSMotor)" userId="e2d9917c-f3dd-4083-a688-e3a90de602c2" providerId="ADAL" clId="{7AECE3AF-5704-4967-BD45-876FBB82BAF3}" dt="2026-07-25T11:03:25.345" v="3150" actId="404"/>
        <pc:sldMasterMkLst>
          <pc:docMk/>
          <pc:sldMasterMk cId="609168846" sldId="2147483648"/>
        </pc:sldMasterMkLst>
        <pc:spChg chg="mod">
          <ac:chgData name="Peethala Rajiv Roy (PED/Hosur/TVSMotor)" userId="e2d9917c-f3dd-4083-a688-e3a90de602c2" providerId="ADAL" clId="{7AECE3AF-5704-4967-BD45-876FBB82BAF3}" dt="2026-07-25T11:03:25.345" v="3150" actId="404"/>
          <ac:spMkLst>
            <pc:docMk/>
            <pc:sldMasterMk cId="609168846" sldId="2147483648"/>
            <ac:spMk id="12" creationId="{F83C6FE1-4D8B-43CC-686D-FD9014787B4D}"/>
          </ac:spMkLst>
        </pc:sp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97766D45-A4B5-478D-9FEF-963CC7C543B5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B0713B37-5213-4260-B21A-15F8177A53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80456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713B37-5213-4260-B21A-15F8177A5397}" type="slidenum">
              <a:rPr lang="en-IN" smtClean="0"/>
              <a:t>65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28552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0F05F8-C705-4F89-D9B1-A0197DC218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F57F4D-E8BE-7B87-9FBD-D0F88A2D0F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6693EE-6BA8-F428-AA2F-9311C94974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352BEA-0E67-52EF-0C92-7188D418FF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713B37-5213-4260-B21A-15F8177A5397}" type="slidenum">
              <a:rPr lang="en-IN" smtClean="0"/>
              <a:t>148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39685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9FAF86-76F6-B11B-A1D6-CDBDA392FF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635EA-281D-47C8-A0EC-B8A06226CB83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6" descr="A blue and red flag&#10;&#10;Description automatically generated">
            <a:extLst>
              <a:ext uri="{FF2B5EF4-FFF2-40B4-BE49-F238E27FC236}">
                <a16:creationId xmlns:a16="http://schemas.microsoft.com/office/drawing/2014/main" id="{BF7584B3-6434-CC04-4E5C-3FFF0E24CAE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AB6484D9-ABE6-0556-F813-74F4A38E8367}"/>
              </a:ext>
            </a:extLst>
          </p:cNvPr>
          <p:cNvGrpSpPr/>
          <p:nvPr userDrawn="1"/>
        </p:nvGrpSpPr>
        <p:grpSpPr>
          <a:xfrm>
            <a:off x="8826003" y="277295"/>
            <a:ext cx="3142051" cy="867809"/>
            <a:chOff x="10007032" y="208516"/>
            <a:chExt cx="2151522" cy="594233"/>
          </a:xfrm>
        </p:grpSpPr>
        <p:pic>
          <p:nvPicPr>
            <p:cNvPr id="8" name="Picture 7" descr="A white text on a black background&#10;&#10;Description automatically generated">
              <a:extLst>
                <a:ext uri="{FF2B5EF4-FFF2-40B4-BE49-F238E27FC236}">
                  <a16:creationId xmlns:a16="http://schemas.microsoft.com/office/drawing/2014/main" id="{261F815D-6A98-4C08-7E2C-FDFCB007B7A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07032" y="246582"/>
              <a:ext cx="1048875" cy="518107"/>
            </a:xfrm>
            <a:prstGeom prst="rect">
              <a:avLst/>
            </a:prstGeom>
          </p:spPr>
        </p:pic>
        <p:pic>
          <p:nvPicPr>
            <p:cNvPr id="9" name="Picture 8" descr="A red horse with black lines&#10;&#10;Description automatically generated">
              <a:extLst>
                <a:ext uri="{FF2B5EF4-FFF2-40B4-BE49-F238E27FC236}">
                  <a16:creationId xmlns:a16="http://schemas.microsoft.com/office/drawing/2014/main" id="{EF881316-72A1-E54C-2A1A-CDCC9A2CF69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955567" y="208516"/>
              <a:ext cx="1202987" cy="59423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196598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0BB0B5-E694-34CD-F449-AF5B5039B8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3678"/>
            <a:ext cx="10515600" cy="315910"/>
          </a:xfrm>
          <a:prstGeom prst="rect">
            <a:avLst/>
          </a:prstGeom>
        </p:spPr>
        <p:txBody>
          <a:bodyPr/>
          <a:lstStyle>
            <a:lvl1pPr algn="ctr">
              <a:defRPr sz="2800" b="1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2C6130-CCFA-6B81-4B18-700E9B3815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spcBef>
                <a:spcPts val="0"/>
              </a:spcBef>
              <a:defRPr sz="240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50000"/>
              </a:lnSpc>
              <a:spcBef>
                <a:spcPts val="0"/>
              </a:spcBef>
              <a:defRPr sz="200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50000"/>
              </a:lnSpc>
              <a:spcBef>
                <a:spcPts val="0"/>
              </a:spcBef>
              <a:defRPr sz="180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50000"/>
              </a:lnSpc>
              <a:spcBef>
                <a:spcPts val="0"/>
              </a:spcBef>
              <a:defRPr sz="160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50000"/>
              </a:lnSpc>
              <a:spcBef>
                <a:spcPts val="0"/>
              </a:spcBef>
              <a:defRPr sz="160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1750C9-5045-11A1-7D17-B5911C125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635EA-281D-47C8-A0EC-B8A06226CB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88287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9E5390-F51E-0403-F1EF-FC5DC6A9B9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4800" b="1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9B3459-0BBC-4F81-93B4-108D9AD21E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CAF805-56CB-44AF-458F-E5038969EF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635EA-281D-47C8-A0EC-B8A06226CB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06539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D2102A-37F9-7105-2415-54DEC7F9C7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276350"/>
            <a:ext cx="5181600" cy="490061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spcBef>
                <a:spcPts val="0"/>
              </a:spcBef>
              <a:defRPr sz="240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50000"/>
              </a:lnSpc>
              <a:spcBef>
                <a:spcPts val="0"/>
              </a:spcBef>
              <a:defRPr sz="200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50000"/>
              </a:lnSpc>
              <a:spcBef>
                <a:spcPts val="0"/>
              </a:spcBef>
              <a:defRPr sz="180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50000"/>
              </a:lnSpc>
              <a:spcBef>
                <a:spcPts val="0"/>
              </a:spcBef>
              <a:defRPr sz="160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50000"/>
              </a:lnSpc>
              <a:spcBef>
                <a:spcPts val="0"/>
              </a:spcBef>
              <a:defRPr sz="160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C74805-2EE4-32FA-A030-5BB472B8DA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276350"/>
            <a:ext cx="5181600" cy="4900613"/>
          </a:xfrm>
          <a:prstGeom prst="rect">
            <a:avLst/>
          </a:prstGeom>
        </p:spPr>
        <p:txBody>
          <a:bodyPr/>
          <a:lstStyle>
            <a:lvl1pPr>
              <a:defRPr lang="en-US" sz="240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lang="en-US" sz="200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lang="en-US" sz="180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lang="en-US" sz="160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lang="en-IN" sz="160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>
              <a:lnSpc>
                <a:spcPct val="150000"/>
              </a:lnSpc>
              <a:spcBef>
                <a:spcPts val="0"/>
              </a:spcBef>
            </a:pPr>
            <a:r>
              <a:rPr lang="en-US"/>
              <a:t>Click to edit Master text styles</a:t>
            </a: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n-US"/>
              <a:t>Second level</a:t>
            </a:r>
          </a:p>
          <a:p>
            <a:pPr lvl="2">
              <a:lnSpc>
                <a:spcPct val="150000"/>
              </a:lnSpc>
              <a:spcBef>
                <a:spcPts val="0"/>
              </a:spcBef>
            </a:pPr>
            <a:r>
              <a:rPr lang="en-US"/>
              <a:t>Third level</a:t>
            </a:r>
          </a:p>
          <a:p>
            <a:pPr lvl="3">
              <a:lnSpc>
                <a:spcPct val="150000"/>
              </a:lnSpc>
              <a:spcBef>
                <a:spcPts val="0"/>
              </a:spcBef>
            </a:pPr>
            <a:r>
              <a:rPr lang="en-US"/>
              <a:t>Fourth level</a:t>
            </a:r>
          </a:p>
          <a:p>
            <a:pPr lvl="4">
              <a:lnSpc>
                <a:spcPct val="150000"/>
              </a:lnSpc>
              <a:spcBef>
                <a:spcPts val="0"/>
              </a:spcBef>
            </a:pPr>
            <a:r>
              <a:rPr lang="en-US"/>
              <a:t>Fifth level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31B505-53A6-4CEF-28E5-3379DFF2F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635EA-281D-47C8-A0EC-B8A06226CB83}" type="slidenum">
              <a:rPr lang="en-IN" smtClean="0"/>
              <a:t>‹#›</a:t>
            </a:fld>
            <a:endParaRPr lang="en-IN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CFD2A63B-CAD0-D5D6-CCF0-E752A420CD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3678"/>
            <a:ext cx="10515600" cy="315910"/>
          </a:xfrm>
          <a:prstGeom prst="rect">
            <a:avLst/>
          </a:prstGeom>
        </p:spPr>
        <p:txBody>
          <a:bodyPr/>
          <a:lstStyle>
            <a:lvl1pPr algn="ctr">
              <a:defRPr sz="2800" b="1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16279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EA84C5-4028-4D3E-E86F-3679B1F73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635EA-281D-47C8-A0EC-B8A06226CB83}" type="slidenum">
              <a:rPr lang="en-IN" smtClean="0"/>
              <a:t>‹#›</a:t>
            </a:fld>
            <a:endParaRPr lang="en-IN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AE6C9B06-04DE-E310-4D64-E3EEBAEC2D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3678"/>
            <a:ext cx="10515600" cy="315910"/>
          </a:xfrm>
          <a:prstGeom prst="rect">
            <a:avLst/>
          </a:prstGeom>
        </p:spPr>
        <p:txBody>
          <a:bodyPr/>
          <a:lstStyle>
            <a:lvl1pPr algn="ctr">
              <a:defRPr sz="2800" b="1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20837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99D2CF-9A25-9BC8-A89F-CA8216BC8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635EA-281D-47C8-A0EC-B8A06226CB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5348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95C83-407D-DE4C-64C7-6AF206B00E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01150" y="648970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C5E635EA-281D-47C8-A0EC-B8A06226CB83}" type="slidenum">
              <a:rPr lang="en-IN" smtClean="0"/>
              <a:pPr/>
              <a:t>‹#›</a:t>
            </a:fld>
            <a:endParaRPr lang="en-IN"/>
          </a:p>
        </p:txBody>
      </p:sp>
      <p:pic>
        <p:nvPicPr>
          <p:cNvPr id="7" name="Picture 6" descr="A white text on a black background&#10;&#10;Description automatically generated">
            <a:extLst>
              <a:ext uri="{FF2B5EF4-FFF2-40B4-BE49-F238E27FC236}">
                <a16:creationId xmlns:a16="http://schemas.microsoft.com/office/drawing/2014/main" id="{7E7902FD-826A-1DCE-56EB-9776F229C40D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7032" y="246582"/>
            <a:ext cx="1048875" cy="518107"/>
          </a:xfrm>
          <a:prstGeom prst="rect">
            <a:avLst/>
          </a:prstGeom>
        </p:spPr>
      </p:pic>
      <p:pic>
        <p:nvPicPr>
          <p:cNvPr id="8" name="Picture 7" descr="A red horse with black lines&#10;&#10;Description automatically generated">
            <a:extLst>
              <a:ext uri="{FF2B5EF4-FFF2-40B4-BE49-F238E27FC236}">
                <a16:creationId xmlns:a16="http://schemas.microsoft.com/office/drawing/2014/main" id="{9EF59D0F-8216-3C72-7864-7E8F9CC00C09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0887" y="247675"/>
            <a:ext cx="1202987" cy="594233"/>
          </a:xfrm>
          <a:prstGeom prst="rect">
            <a:avLst/>
          </a:prstGeom>
        </p:spPr>
      </p:pic>
      <p:pic>
        <p:nvPicPr>
          <p:cNvPr id="9" name="Picture 8" descr="A blue text on a black background&#10;&#10;Description automatically generated">
            <a:extLst>
              <a:ext uri="{FF2B5EF4-FFF2-40B4-BE49-F238E27FC236}">
                <a16:creationId xmlns:a16="http://schemas.microsoft.com/office/drawing/2014/main" id="{008DB5EA-844F-D3ED-93E7-0C65FA6A5237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126" y="194839"/>
            <a:ext cx="1268181" cy="626436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93331BB-5D16-AEAC-F610-265CF143F87A}"/>
              </a:ext>
            </a:extLst>
          </p:cNvPr>
          <p:cNvCxnSpPr>
            <a:cxnSpLocks/>
          </p:cNvCxnSpPr>
          <p:nvPr userDrawn="1"/>
        </p:nvCxnSpPr>
        <p:spPr>
          <a:xfrm flipH="1">
            <a:off x="-12700" y="6515100"/>
            <a:ext cx="12204700" cy="0"/>
          </a:xfrm>
          <a:prstGeom prst="line">
            <a:avLst/>
          </a:prstGeom>
          <a:ln w="19050">
            <a:solidFill>
              <a:srgbClr val="004A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F83C6FE1-4D8B-43CC-686D-FD9014787B4D}"/>
              </a:ext>
            </a:extLst>
          </p:cNvPr>
          <p:cNvSpPr txBox="1"/>
          <p:nvPr userDrawn="1"/>
        </p:nvSpPr>
        <p:spPr>
          <a:xfrm>
            <a:off x="33907" y="6478495"/>
            <a:ext cx="45380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4A8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Classification: </a:t>
            </a:r>
            <a:r>
              <a:rPr lang="en-US" sz="1400" dirty="0">
                <a:solidFill>
                  <a:srgbClr val="004A8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Confidential</a:t>
            </a:r>
            <a:r>
              <a:rPr lang="en-US" dirty="0">
                <a:solidFill>
                  <a:srgbClr val="004A8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IN" dirty="0">
              <a:solidFill>
                <a:srgbClr val="004A8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D7F9F7B9-C8F8-C478-4DD2-FD27612EDE20}"/>
              </a:ext>
            </a:extLst>
          </p:cNvPr>
          <p:cNvCxnSpPr>
            <a:cxnSpLocks/>
          </p:cNvCxnSpPr>
          <p:nvPr userDrawn="1"/>
        </p:nvCxnSpPr>
        <p:spPr bwMode="auto">
          <a:xfrm flipV="1">
            <a:off x="1468842" y="707335"/>
            <a:ext cx="9277127" cy="4439"/>
          </a:xfrm>
          <a:prstGeom prst="line">
            <a:avLst/>
          </a:prstGeom>
          <a:solidFill>
            <a:schemeClr val="bg1"/>
          </a:solidFill>
          <a:ln w="38100" cap="flat" cmpd="sng" algn="ctr">
            <a:gradFill flip="none" rotWithShape="1">
              <a:gsLst>
                <a:gs pos="1000">
                  <a:srgbClr val="FFCDCD"/>
                </a:gs>
                <a:gs pos="50000">
                  <a:srgbClr val="000099"/>
                </a:gs>
                <a:gs pos="49000">
                  <a:srgbClr val="FF0000"/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prstDash val="solid"/>
            <a:round/>
            <a:headEnd type="none" w="sm" len="sm"/>
            <a:tailEnd type="none" w="sm" len="sm"/>
          </a:ln>
          <a:effectLst/>
        </p:spPr>
      </p:cxnSp>
    </p:spTree>
    <p:extLst>
      <p:ext uri="{BB962C8B-B14F-4D97-AF65-F5344CB8AC3E}">
        <p14:creationId xmlns:p14="http://schemas.microsoft.com/office/powerpoint/2010/main" val="6091688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4" r:id="rId5"/>
    <p:sldLayoutId id="2147483655" r:id="rId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9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6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7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0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5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7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2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6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9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2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5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8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1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4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png"/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7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png"/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2.png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png"/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5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png"/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8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image" Target="../media/image119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21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3.png"/><Relationship Id="rId2" Type="http://schemas.openxmlformats.org/officeDocument/2006/relationships/image" Target="../media/image12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24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png"/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27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9.png"/><Relationship Id="rId2" Type="http://schemas.openxmlformats.org/officeDocument/2006/relationships/image" Target="../media/image128.png"/><Relationship Id="rId1" Type="http://schemas.openxmlformats.org/officeDocument/2006/relationships/slideLayout" Target="../slideLayouts/slideLayout4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1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2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4.png"/><Relationship Id="rId2" Type="http://schemas.openxmlformats.org/officeDocument/2006/relationships/image" Target="../media/image133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6.png"/><Relationship Id="rId2" Type="http://schemas.openxmlformats.org/officeDocument/2006/relationships/image" Target="../media/image135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0.png"/><Relationship Id="rId5" Type="http://schemas.openxmlformats.org/officeDocument/2006/relationships/image" Target="../media/image139.png"/><Relationship Id="rId4" Type="http://schemas.openxmlformats.org/officeDocument/2006/relationships/image" Target="../media/image138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2.png"/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3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5.png"/><Relationship Id="rId2" Type="http://schemas.openxmlformats.org/officeDocument/2006/relationships/image" Target="../media/image14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6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8.png"/><Relationship Id="rId2" Type="http://schemas.openxmlformats.org/officeDocument/2006/relationships/image" Target="../media/image14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9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1.png"/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2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4.png"/><Relationship Id="rId2" Type="http://schemas.openxmlformats.org/officeDocument/2006/relationships/image" Target="../media/image153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6.png"/><Relationship Id="rId2" Type="http://schemas.openxmlformats.org/officeDocument/2006/relationships/image" Target="../media/image15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7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9.png"/><Relationship Id="rId2" Type="http://schemas.openxmlformats.org/officeDocument/2006/relationships/image" Target="../media/image15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0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2.png"/><Relationship Id="rId2" Type="http://schemas.openxmlformats.org/officeDocument/2006/relationships/image" Target="../media/image16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3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5.png"/><Relationship Id="rId2" Type="http://schemas.openxmlformats.org/officeDocument/2006/relationships/image" Target="../media/image16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6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8.png"/><Relationship Id="rId2" Type="http://schemas.openxmlformats.org/officeDocument/2006/relationships/image" Target="../media/image16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9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1.png"/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3.png"/><Relationship Id="rId2" Type="http://schemas.openxmlformats.org/officeDocument/2006/relationships/image" Target="../media/image172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5.png"/><Relationship Id="rId2" Type="http://schemas.openxmlformats.org/officeDocument/2006/relationships/image" Target="../media/image17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6.pn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8.png"/><Relationship Id="rId2" Type="http://schemas.openxmlformats.org/officeDocument/2006/relationships/image" Target="../media/image17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9.pn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1.png"/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3.png"/><Relationship Id="rId2" Type="http://schemas.openxmlformats.org/officeDocument/2006/relationships/image" Target="../media/image182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5.png"/><Relationship Id="rId2" Type="http://schemas.openxmlformats.org/officeDocument/2006/relationships/image" Target="../media/image184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7.png"/><Relationship Id="rId2" Type="http://schemas.openxmlformats.org/officeDocument/2006/relationships/image" Target="../media/image186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9.png"/><Relationship Id="rId2" Type="http://schemas.openxmlformats.org/officeDocument/2006/relationships/image" Target="../media/image188.pn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1.png"/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3.png"/><Relationship Id="rId2" Type="http://schemas.openxmlformats.org/officeDocument/2006/relationships/image" Target="../media/image192.png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5.png"/><Relationship Id="rId2" Type="http://schemas.openxmlformats.org/officeDocument/2006/relationships/image" Target="../media/image194.png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7.png"/><Relationship Id="rId2" Type="http://schemas.openxmlformats.org/officeDocument/2006/relationships/image" Target="../media/image19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8.png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0.png"/><Relationship Id="rId2" Type="http://schemas.openxmlformats.org/officeDocument/2006/relationships/image" Target="../media/image19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1.png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3.png"/><Relationship Id="rId2" Type="http://schemas.openxmlformats.org/officeDocument/2006/relationships/image" Target="../media/image20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4.png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6.png"/><Relationship Id="rId2" Type="http://schemas.openxmlformats.org/officeDocument/2006/relationships/image" Target="../media/image205.png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8.png"/><Relationship Id="rId2" Type="http://schemas.openxmlformats.org/officeDocument/2006/relationships/image" Target="../media/image20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9.png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1.png"/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2.png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4.png"/><Relationship Id="rId2" Type="http://schemas.openxmlformats.org/officeDocument/2006/relationships/image" Target="../media/image2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5.png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7.png"/><Relationship Id="rId2" Type="http://schemas.openxmlformats.org/officeDocument/2006/relationships/image" Target="../media/image2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8.png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0.png"/><Relationship Id="rId2" Type="http://schemas.openxmlformats.org/officeDocument/2006/relationships/image" Target="../media/image2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1.png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3.png"/><Relationship Id="rId2" Type="http://schemas.openxmlformats.org/officeDocument/2006/relationships/image" Target="../media/image2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4.png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6.png"/><Relationship Id="rId2" Type="http://schemas.openxmlformats.org/officeDocument/2006/relationships/image" Target="../media/image2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7.png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9.png"/><Relationship Id="rId2" Type="http://schemas.openxmlformats.org/officeDocument/2006/relationships/image" Target="../media/image228.png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1.png"/><Relationship Id="rId2" Type="http://schemas.openxmlformats.org/officeDocument/2006/relationships/image" Target="../media/image23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3.png"/><Relationship Id="rId4" Type="http://schemas.openxmlformats.org/officeDocument/2006/relationships/image" Target="../media/image232.png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5.png"/><Relationship Id="rId2" Type="http://schemas.openxmlformats.org/officeDocument/2006/relationships/image" Target="../media/image23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6.png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8.png"/><Relationship Id="rId2" Type="http://schemas.openxmlformats.org/officeDocument/2006/relationships/image" Target="../media/image23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9.png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1.png"/><Relationship Id="rId2" Type="http://schemas.openxmlformats.org/officeDocument/2006/relationships/image" Target="../media/image240.png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3.png"/><Relationship Id="rId2" Type="http://schemas.openxmlformats.org/officeDocument/2006/relationships/image" Target="../media/image242.png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5.png"/><Relationship Id="rId2" Type="http://schemas.openxmlformats.org/officeDocument/2006/relationships/image" Target="../media/image244.png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7.png"/><Relationship Id="rId2" Type="http://schemas.openxmlformats.org/officeDocument/2006/relationships/image" Target="../media/image246.png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9.png"/><Relationship Id="rId2" Type="http://schemas.openxmlformats.org/officeDocument/2006/relationships/image" Target="../media/image24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0.png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2.png"/><Relationship Id="rId2" Type="http://schemas.openxmlformats.org/officeDocument/2006/relationships/image" Target="../media/image251.png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4.png"/><Relationship Id="rId2" Type="http://schemas.openxmlformats.org/officeDocument/2006/relationships/image" Target="../media/image253.png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6.png"/><Relationship Id="rId2" Type="http://schemas.openxmlformats.org/officeDocument/2006/relationships/image" Target="../media/image255.png"/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8.png"/><Relationship Id="rId2" Type="http://schemas.openxmlformats.org/officeDocument/2006/relationships/image" Target="../media/image257.png"/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0.png"/><Relationship Id="rId2" Type="http://schemas.openxmlformats.org/officeDocument/2006/relationships/image" Target="../media/image259.png"/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2.png"/><Relationship Id="rId2" Type="http://schemas.openxmlformats.org/officeDocument/2006/relationships/image" Target="../media/image26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3.png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5.png"/><Relationship Id="rId2" Type="http://schemas.openxmlformats.org/officeDocument/2006/relationships/image" Target="../media/image26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6.png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8.png"/><Relationship Id="rId2" Type="http://schemas.openxmlformats.org/officeDocument/2006/relationships/image" Target="../media/image267.png"/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0.png"/><Relationship Id="rId2" Type="http://schemas.openxmlformats.org/officeDocument/2006/relationships/image" Target="../media/image269.png"/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2.png"/><Relationship Id="rId2" Type="http://schemas.openxmlformats.org/officeDocument/2006/relationships/image" Target="../media/image271.png"/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4.png"/><Relationship Id="rId2" Type="http://schemas.openxmlformats.org/officeDocument/2006/relationships/image" Target="../media/image27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6.png"/><Relationship Id="rId4" Type="http://schemas.openxmlformats.org/officeDocument/2006/relationships/image" Target="../media/image275.png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8.png"/><Relationship Id="rId2" Type="http://schemas.openxmlformats.org/officeDocument/2006/relationships/image" Target="../media/image27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9.png"/></Relationships>
</file>

<file path=ppt/slides/_rels/slide1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1.png"/><Relationship Id="rId2" Type="http://schemas.openxmlformats.org/officeDocument/2006/relationships/image" Target="../media/image28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3.png"/><Relationship Id="rId4" Type="http://schemas.openxmlformats.org/officeDocument/2006/relationships/image" Target="../media/image282.png"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5.png"/><Relationship Id="rId2" Type="http://schemas.openxmlformats.org/officeDocument/2006/relationships/image" Target="../media/image284.png"/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7.png"/><Relationship Id="rId2" Type="http://schemas.openxmlformats.org/officeDocument/2006/relationships/image" Target="../media/image28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0.png"/><Relationship Id="rId5" Type="http://schemas.openxmlformats.org/officeDocument/2006/relationships/image" Target="../media/image289.png"/><Relationship Id="rId4" Type="http://schemas.openxmlformats.org/officeDocument/2006/relationships/image" Target="../media/image288.png"/></Relationships>
</file>

<file path=ppt/slides/_rels/slide1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7.png"/><Relationship Id="rId3" Type="http://schemas.openxmlformats.org/officeDocument/2006/relationships/image" Target="../media/image292.png"/><Relationship Id="rId7" Type="http://schemas.openxmlformats.org/officeDocument/2006/relationships/image" Target="../media/image296.png"/><Relationship Id="rId2" Type="http://schemas.openxmlformats.org/officeDocument/2006/relationships/image" Target="../media/image29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5.png"/><Relationship Id="rId5" Type="http://schemas.openxmlformats.org/officeDocument/2006/relationships/image" Target="../media/image294.png"/><Relationship Id="rId10" Type="http://schemas.openxmlformats.org/officeDocument/2006/relationships/image" Target="../media/image299.png"/><Relationship Id="rId4" Type="http://schemas.openxmlformats.org/officeDocument/2006/relationships/image" Target="../media/image293.png"/><Relationship Id="rId9" Type="http://schemas.openxmlformats.org/officeDocument/2006/relationships/image" Target="../media/image298.png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1.png"/><Relationship Id="rId2" Type="http://schemas.openxmlformats.org/officeDocument/2006/relationships/image" Target="../media/image30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2.png"/></Relationships>
</file>

<file path=ppt/slides/_rels/slide1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4.png"/><Relationship Id="rId2" Type="http://schemas.openxmlformats.org/officeDocument/2006/relationships/image" Target="../media/image303.png"/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6.png"/><Relationship Id="rId2" Type="http://schemas.openxmlformats.org/officeDocument/2006/relationships/image" Target="../media/image305.png"/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8.png"/><Relationship Id="rId2" Type="http://schemas.openxmlformats.org/officeDocument/2006/relationships/image" Target="../media/image30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0.png"/><Relationship Id="rId4" Type="http://schemas.openxmlformats.org/officeDocument/2006/relationships/image" Target="../media/image309.png"/></Relationships>
</file>

<file path=ppt/slides/_rels/slide1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2.png"/><Relationship Id="rId2" Type="http://schemas.openxmlformats.org/officeDocument/2006/relationships/image" Target="../media/image3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4.png"/><Relationship Id="rId4" Type="http://schemas.openxmlformats.org/officeDocument/2006/relationships/image" Target="../media/image313.png"/></Relationships>
</file>

<file path=ppt/slides/_rels/slide1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6.png"/><Relationship Id="rId2" Type="http://schemas.openxmlformats.org/officeDocument/2006/relationships/image" Target="../media/image3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9.png"/><Relationship Id="rId5" Type="http://schemas.openxmlformats.org/officeDocument/2006/relationships/image" Target="../media/image318.png"/><Relationship Id="rId4" Type="http://schemas.openxmlformats.org/officeDocument/2006/relationships/image" Target="../media/image317.png"/></Relationships>
</file>

<file path=ppt/slides/_rels/slide1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1.png"/><Relationship Id="rId2" Type="http://schemas.openxmlformats.org/officeDocument/2006/relationships/image" Target="../media/image3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2.png"/></Relationships>
</file>

<file path=ppt/slides/_rels/slide1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4.png"/><Relationship Id="rId2" Type="http://schemas.openxmlformats.org/officeDocument/2006/relationships/image" Target="../media/image32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6.png"/><Relationship Id="rId4" Type="http://schemas.openxmlformats.org/officeDocument/2006/relationships/image" Target="../media/image325.png"/></Relationships>
</file>

<file path=ppt/slides/_rels/slide1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8.png"/><Relationship Id="rId2" Type="http://schemas.openxmlformats.org/officeDocument/2006/relationships/image" Target="../media/image32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9.png"/><Relationship Id="rId4" Type="http://schemas.openxmlformats.org/officeDocument/2006/relationships/image" Target="../media/image326.png"/></Relationships>
</file>

<file path=ppt/slides/_rels/slide1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1.png"/><Relationship Id="rId2" Type="http://schemas.openxmlformats.org/officeDocument/2006/relationships/image" Target="../media/image33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2.png"/><Relationship Id="rId4" Type="http://schemas.openxmlformats.org/officeDocument/2006/relationships/image" Target="../media/image326.png"/></Relationships>
</file>

<file path=ppt/slides/_rels/slide1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4.png"/><Relationship Id="rId2" Type="http://schemas.openxmlformats.org/officeDocument/2006/relationships/image" Target="../media/image33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6.png"/><Relationship Id="rId4" Type="http://schemas.openxmlformats.org/officeDocument/2006/relationships/image" Target="../media/image335.png"/></Relationships>
</file>

<file path=ppt/slides/_rels/slide1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8.png"/><Relationship Id="rId2" Type="http://schemas.openxmlformats.org/officeDocument/2006/relationships/image" Target="../media/image33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9.png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1.png"/><Relationship Id="rId2" Type="http://schemas.openxmlformats.org/officeDocument/2006/relationships/image" Target="../media/image34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3.png"/><Relationship Id="rId4" Type="http://schemas.openxmlformats.org/officeDocument/2006/relationships/image" Target="../media/image342.png"/></Relationships>
</file>

<file path=ppt/slides/_rels/slide1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5.png"/><Relationship Id="rId2" Type="http://schemas.openxmlformats.org/officeDocument/2006/relationships/image" Target="../media/image34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6.png"/></Relationships>
</file>

<file path=ppt/slides/_rels/slide1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2.png"/><Relationship Id="rId2" Type="http://schemas.openxmlformats.org/officeDocument/2006/relationships/image" Target="../media/image16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3.png"/></Relationships>
</file>

<file path=ppt/slides/_rels/slide1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5.png"/><Relationship Id="rId2" Type="http://schemas.openxmlformats.org/officeDocument/2006/relationships/image" Target="../media/image16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6.png"/></Relationships>
</file>

<file path=ppt/slides/_rels/slide1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8.png"/><Relationship Id="rId2" Type="http://schemas.openxmlformats.org/officeDocument/2006/relationships/image" Target="../media/image16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9.png"/></Relationships>
</file>

<file path=ppt/slides/_rels/slide1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7.png"/><Relationship Id="rId2" Type="http://schemas.openxmlformats.org/officeDocument/2006/relationships/image" Target="../media/image133.png"/><Relationship Id="rId1" Type="http://schemas.openxmlformats.org/officeDocument/2006/relationships/slideLayout" Target="../slideLayouts/slideLayout2.xml"/></Relationships>
</file>

<file path=ppt/slides/_rels/slide1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0.png"/><Relationship Id="rId5" Type="http://schemas.openxmlformats.org/officeDocument/2006/relationships/image" Target="../media/image139.png"/><Relationship Id="rId4" Type="http://schemas.openxmlformats.org/officeDocument/2006/relationships/image" Target="../media/image138.png"/></Relationships>
</file>

<file path=ppt/slides/_rels/slide1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2.png"/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3.png"/></Relationships>
</file>

<file path=ppt/slides/_rels/slide1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5.png"/><Relationship Id="rId2" Type="http://schemas.openxmlformats.org/officeDocument/2006/relationships/image" Target="../media/image14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6.png"/></Relationships>
</file>

<file path=ppt/slides/_rels/slide1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8.png"/><Relationship Id="rId2" Type="http://schemas.openxmlformats.org/officeDocument/2006/relationships/image" Target="../media/image14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9.png"/></Relationships>
</file>

<file path=ppt/slides/_rels/slide1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1.png"/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2.png"/></Relationships>
</file>

<file path=ppt/slides/_rels/slide1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9.png"/><Relationship Id="rId2" Type="http://schemas.openxmlformats.org/officeDocument/2006/relationships/image" Target="../media/image348.png"/><Relationship Id="rId1" Type="http://schemas.openxmlformats.org/officeDocument/2006/relationships/slideLayout" Target="../slideLayouts/slideLayout2.xml"/></Relationships>
</file>

<file path=ppt/slides/_rels/slide1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0.png"/><Relationship Id="rId2" Type="http://schemas.openxmlformats.org/officeDocument/2006/relationships/image" Target="../media/image348.png"/><Relationship Id="rId1" Type="http://schemas.openxmlformats.org/officeDocument/2006/relationships/slideLayout" Target="../slideLayouts/slideLayout2.xml"/></Relationships>
</file>

<file path=ppt/slides/_rels/slide1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7.png"/><Relationship Id="rId3" Type="http://schemas.openxmlformats.org/officeDocument/2006/relationships/image" Target="../media/image292.png"/><Relationship Id="rId7" Type="http://schemas.openxmlformats.org/officeDocument/2006/relationships/image" Target="../media/image296.png"/><Relationship Id="rId2" Type="http://schemas.openxmlformats.org/officeDocument/2006/relationships/image" Target="../media/image29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5.png"/><Relationship Id="rId5" Type="http://schemas.openxmlformats.org/officeDocument/2006/relationships/image" Target="../media/image294.png"/><Relationship Id="rId10" Type="http://schemas.openxmlformats.org/officeDocument/2006/relationships/image" Target="../media/image299.png"/><Relationship Id="rId4" Type="http://schemas.openxmlformats.org/officeDocument/2006/relationships/image" Target="../media/image293.png"/><Relationship Id="rId9" Type="http://schemas.openxmlformats.org/officeDocument/2006/relationships/image" Target="../media/image298.png"/></Relationships>
</file>

<file path=ppt/slides/_rels/slide1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1.png"/><Relationship Id="rId2" Type="http://schemas.openxmlformats.org/officeDocument/2006/relationships/image" Target="../media/image3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2.png"/></Relationships>
</file>

<file path=ppt/slides/_rels/slide1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4.png"/><Relationship Id="rId2" Type="http://schemas.openxmlformats.org/officeDocument/2006/relationships/image" Target="../media/image32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6.png"/><Relationship Id="rId4" Type="http://schemas.openxmlformats.org/officeDocument/2006/relationships/image" Target="../media/image325.png"/></Relationships>
</file>

<file path=ppt/slides/_rels/slide1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2.png"/><Relationship Id="rId2" Type="http://schemas.openxmlformats.org/officeDocument/2006/relationships/image" Target="../media/image35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3.png"/></Relationships>
</file>

<file path=ppt/slides/_rels/slide1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2.png"/></Relationships>
</file>

<file path=ppt/slides/_rels/slide1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5.png"/><Relationship Id="rId2" Type="http://schemas.openxmlformats.org/officeDocument/2006/relationships/image" Target="../media/image35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8.png"/><Relationship Id="rId5" Type="http://schemas.openxmlformats.org/officeDocument/2006/relationships/image" Target="../media/image357.png"/><Relationship Id="rId4" Type="http://schemas.openxmlformats.org/officeDocument/2006/relationships/image" Target="../media/image356.png"/></Relationships>
</file>

<file path=ppt/slides/_rels/slide1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0.png"/><Relationship Id="rId2" Type="http://schemas.openxmlformats.org/officeDocument/2006/relationships/image" Target="../media/image35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1.png"/></Relationships>
</file>

<file path=ppt/slides/_rels/slide1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34EFD3A-1E28-0EB6-2907-46C379A2F724}"/>
              </a:ext>
            </a:extLst>
          </p:cNvPr>
          <p:cNvSpPr txBox="1"/>
          <p:nvPr/>
        </p:nvSpPr>
        <p:spPr>
          <a:xfrm>
            <a:off x="119516" y="1058639"/>
            <a:ext cx="10612978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UAT Report: J107 Flashing &amp; Diagnostics Using Mahle EOL Diagnostic System</a:t>
            </a:r>
          </a:p>
          <a:p>
            <a:pPr algn="l"/>
            <a:endParaRPr lang="en-US" sz="4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sz="2800" dirty="0">
                <a:solidFill>
                  <a:schemeClr val="bg1"/>
                </a:solidFill>
                <a:cs typeface="Arial" panose="020B0604020202020204" pitchFamily="34" charset="0"/>
              </a:rPr>
              <a:t>Runtime: </a:t>
            </a:r>
            <a:r>
              <a:rPr lang="en-IN" sz="2800" dirty="0">
                <a:solidFill>
                  <a:schemeClr val="bg1"/>
                </a:solidFill>
                <a:cs typeface="Arial" panose="020B0604020202020204" pitchFamily="34" charset="0"/>
              </a:rPr>
              <a:t>3.1.2.0</a:t>
            </a:r>
            <a:endParaRPr lang="en-US" sz="2800" dirty="0">
              <a:solidFill>
                <a:schemeClr val="bg1"/>
              </a:solidFill>
              <a:cs typeface="Arial" panose="020B0604020202020204" pitchFamily="34" charset="0"/>
            </a:endParaRPr>
          </a:p>
          <a:p>
            <a:pPr algn="l"/>
            <a:r>
              <a:rPr lang="en-US" sz="2800" dirty="0">
                <a:solidFill>
                  <a:schemeClr val="bg1"/>
                </a:solidFill>
                <a:cs typeface="Arial" panose="020B0604020202020204" pitchFamily="34" charset="0"/>
              </a:rPr>
              <a:t>Calibration Version: </a:t>
            </a:r>
            <a:r>
              <a:rPr lang="en-IN" sz="2800" dirty="0">
                <a:solidFill>
                  <a:schemeClr val="bg1"/>
                </a:solidFill>
                <a:cs typeface="Arial" panose="020B0604020202020204" pitchFamily="34" charset="0"/>
              </a:rPr>
              <a:t>MB-N600-0126-P5.232</a:t>
            </a:r>
            <a:endParaRPr lang="en-US" sz="280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9634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5581AB-0551-DF45-17F2-4CB8BA4A9C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Abstract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38E673-EB77-D054-5DDB-27605ED66D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635EA-281D-47C8-A0EC-B8A06226CB83}" type="slidenum">
              <a:rPr lang="en-IN" smtClean="0"/>
              <a:t>2</a:t>
            </a:fld>
            <a:endParaRPr lang="en-IN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158EC24-F4D1-F6D5-75E7-DF1E68726F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0863" y="509588"/>
            <a:ext cx="10515600" cy="5688012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This report presents the successful completion of the </a:t>
            </a:r>
            <a:r>
              <a:rPr lang="en-IN" b="1" dirty="0"/>
              <a:t>J107 End-of-Line (EOL) Flashing &amp; Diagnostics</a:t>
            </a:r>
            <a:r>
              <a:rPr lang="en-IN" dirty="0"/>
              <a:t> implementation using the </a:t>
            </a:r>
            <a:r>
              <a:rPr lang="en-IN" b="1" dirty="0"/>
              <a:t>Mahle Diagnostic Platform</a:t>
            </a:r>
            <a:r>
              <a:rPr lang="en-IN" dirty="0"/>
              <a:t>, with the primary objective of standardizing and optimizing the EOL test sequence for the J107 model at </a:t>
            </a:r>
            <a:r>
              <a:rPr lang="en-IN" b="1" dirty="0"/>
              <a:t>TVS Motor Company – Plant 2, Hosur</a:t>
            </a:r>
            <a:r>
              <a:rPr lang="en-IN" dirty="0"/>
              <a:t>.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scope of the project included improvement in </a:t>
            </a:r>
            <a:r>
              <a:rPr lang="en-US" b="1" dirty="0"/>
              <a:t>Productivity, Efficiency, Streamlining Diagnostic operations</a:t>
            </a:r>
            <a:r>
              <a:rPr lang="en-US" dirty="0"/>
              <a:t> in the Plant.</a:t>
            </a:r>
          </a:p>
        </p:txBody>
      </p:sp>
    </p:spTree>
    <p:extLst>
      <p:ext uri="{BB962C8B-B14F-4D97-AF65-F5344CB8AC3E}">
        <p14:creationId xmlns:p14="http://schemas.microsoft.com/office/powerpoint/2010/main" val="37111188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C7EC90-FDE7-52D3-2A34-F3AC821117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6C1109A-FD2F-A3C8-0878-900F42AAFA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509588"/>
            <a:ext cx="5181600" cy="5781220"/>
          </a:xfrm>
        </p:spPr>
        <p:txBody>
          <a:bodyPr/>
          <a:lstStyle/>
          <a:p>
            <a:pPr marL="0" indent="0" algn="ctr">
              <a:buNone/>
            </a:pPr>
            <a:endParaRPr lang="en-US" sz="2800" b="1" dirty="0"/>
          </a:p>
          <a:p>
            <a:pPr marL="0" indent="0" algn="ctr">
              <a:buNone/>
            </a:pPr>
            <a:r>
              <a:rPr lang="en-US" sz="2800" b="1" dirty="0"/>
              <a:t>Work Area</a:t>
            </a:r>
          </a:p>
          <a:p>
            <a:pPr marL="0" indent="0" algn="ctr">
              <a:buNone/>
            </a:pPr>
            <a:endParaRPr lang="en-US" sz="2800" b="1" dirty="0"/>
          </a:p>
          <a:p>
            <a:pPr marL="0" indent="0" algn="ctr">
              <a:buNone/>
            </a:pPr>
            <a:endParaRPr lang="en-US" sz="2800" b="1" dirty="0"/>
          </a:p>
          <a:p>
            <a:pPr marL="0" indent="0" algn="ctr">
              <a:buNone/>
            </a:pPr>
            <a:r>
              <a:rPr lang="en-US" b="1" dirty="0"/>
              <a:t>Plant 2 VA – EOL</a:t>
            </a:r>
          </a:p>
          <a:p>
            <a:pPr marL="0" indent="0" algn="ctr">
              <a:buNone/>
            </a:pPr>
            <a:r>
              <a:rPr lang="en-US" b="1" dirty="0"/>
              <a:t>(2VCON600)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85E0312-76CC-C717-188F-90CE002A81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95720" y="691376"/>
            <a:ext cx="5181600" cy="5548632"/>
          </a:xfrm>
        </p:spPr>
        <p:txBody>
          <a:bodyPr/>
          <a:lstStyle/>
          <a:p>
            <a:pPr marL="0" indent="0" algn="ctr">
              <a:buNone/>
            </a:pPr>
            <a:endParaRPr lang="en-US" sz="2800" b="1" dirty="0"/>
          </a:p>
          <a:p>
            <a:pPr marL="0" indent="0" algn="ctr">
              <a:buNone/>
            </a:pPr>
            <a:r>
              <a:rPr lang="en-US" sz="2800" b="1" dirty="0"/>
              <a:t>T</a:t>
            </a:r>
            <a:r>
              <a:rPr lang="en-IN" sz="2800" b="1" dirty="0" err="1"/>
              <a:t>eam</a:t>
            </a:r>
            <a:r>
              <a:rPr lang="en-IN" sz="2800" b="1" dirty="0"/>
              <a:t> Members</a:t>
            </a:r>
          </a:p>
          <a:p>
            <a:pPr marL="0" indent="0">
              <a:buNone/>
            </a:pPr>
            <a:r>
              <a:rPr lang="en-US" sz="2000" b="1" dirty="0"/>
              <a:t>PED Hosur: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1800" dirty="0"/>
              <a:t>J Somasundar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1800" dirty="0"/>
              <a:t>Mallamma M Pujar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1800" dirty="0"/>
              <a:t>Peethala Rajiv Roy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1800" dirty="0"/>
              <a:t>Arjun PV</a:t>
            </a:r>
          </a:p>
          <a:p>
            <a:pPr marL="0" indent="0">
              <a:buNone/>
            </a:pPr>
            <a:endParaRPr lang="en-IN" sz="2000" b="1" dirty="0"/>
          </a:p>
          <a:p>
            <a:pPr marL="0" indent="0">
              <a:buNone/>
            </a:pPr>
            <a:r>
              <a:rPr lang="en-IN" sz="2000" b="1" dirty="0"/>
              <a:t>PED SP Hosur: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sz="1800" dirty="0"/>
              <a:t>Nithish V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sz="1800" dirty="0"/>
              <a:t>T Sathiya Narayanan</a:t>
            </a:r>
          </a:p>
          <a:p>
            <a:pPr marL="0" indent="0">
              <a:buNone/>
            </a:pPr>
            <a:endParaRPr lang="en-IN" sz="2000" b="1" dirty="0"/>
          </a:p>
          <a:p>
            <a:pPr marL="0" indent="0">
              <a:buNone/>
            </a:pPr>
            <a:r>
              <a:rPr lang="en-IN" sz="2000" b="1" dirty="0"/>
              <a:t>OPNS Plant 2: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sz="1800" dirty="0"/>
              <a:t>NKP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IN" sz="1800" dirty="0"/>
              <a:t>Parasuram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0FA4C8-26E2-69F7-9D88-FE72B3E35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635EA-281D-47C8-A0EC-B8A06226CB83}" type="slidenum">
              <a:rPr lang="en-IN" smtClean="0"/>
              <a:t>3</a:t>
            </a:fld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62B5C8-70FD-8F08-5B55-53D434B7A8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Project Team Structure &amp; Work Area</a:t>
            </a:r>
            <a:endParaRPr lang="en-IN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7A90F3E-7694-7017-3FCE-AA8F2FAFF0BA}"/>
              </a:ext>
            </a:extLst>
          </p:cNvPr>
          <p:cNvCxnSpPr/>
          <p:nvPr/>
        </p:nvCxnSpPr>
        <p:spPr>
          <a:xfrm>
            <a:off x="6172200" y="733242"/>
            <a:ext cx="0" cy="5776780"/>
          </a:xfrm>
          <a:prstGeom prst="line">
            <a:avLst/>
          </a:prstGeom>
          <a:ln w="381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67425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9E916A-C6BB-B692-7693-E8E9D7103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635EA-281D-47C8-A0EC-B8A06226CB83}" type="slidenum">
              <a:rPr lang="en-IN" smtClean="0"/>
              <a:t>4</a:t>
            </a:fld>
            <a:endParaRPr lang="en-IN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F328749-5585-8365-4968-85FC96A769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EOL Process Flow</a:t>
            </a:r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75A6F40-9613-7B95-A508-29C4AD84F3B5}"/>
              </a:ext>
            </a:extLst>
          </p:cNvPr>
          <p:cNvSpPr/>
          <p:nvPr/>
        </p:nvSpPr>
        <p:spPr>
          <a:xfrm>
            <a:off x="1063051" y="1569300"/>
            <a:ext cx="1979952" cy="567933"/>
          </a:xfrm>
          <a:prstGeom prst="rect">
            <a:avLst/>
          </a:prstGeom>
          <a:ln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  <a:cs typeface="Arial" panose="020B0604020202020204" pitchFamily="34" charset="0"/>
              </a:rPr>
              <a:t>2VCON600</a:t>
            </a:r>
          </a:p>
          <a:p>
            <a:pPr algn="ctr"/>
            <a:r>
              <a:rPr lang="en-US" b="1" dirty="0">
                <a:solidFill>
                  <a:schemeClr val="bg1"/>
                </a:solidFill>
                <a:cs typeface="Arial" panose="020B0604020202020204" pitchFamily="34" charset="0"/>
              </a:rPr>
              <a:t>Vehicle Assy</a:t>
            </a:r>
            <a:endParaRPr lang="en-IN" b="1" dirty="0" err="1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1B0BD1C-1D83-12F8-B397-44754DEC9913}"/>
              </a:ext>
            </a:extLst>
          </p:cNvPr>
          <p:cNvSpPr/>
          <p:nvPr/>
        </p:nvSpPr>
        <p:spPr>
          <a:xfrm>
            <a:off x="1221698" y="2757921"/>
            <a:ext cx="1661408" cy="385371"/>
          </a:xfrm>
          <a:prstGeom prst="rect">
            <a:avLst/>
          </a:prstGeom>
          <a:ln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  <a:cs typeface="Arial" panose="020B0604020202020204" pitchFamily="34" charset="0"/>
              </a:rPr>
              <a:t>Flashing</a:t>
            </a:r>
            <a:endParaRPr lang="en-IN" b="1" dirty="0" err="1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BD37560-7CD6-1610-D23B-FD7C9EAC8A1A}"/>
              </a:ext>
            </a:extLst>
          </p:cNvPr>
          <p:cNvSpPr/>
          <p:nvPr/>
        </p:nvSpPr>
        <p:spPr>
          <a:xfrm>
            <a:off x="1221698" y="3695715"/>
            <a:ext cx="1661408" cy="385371"/>
          </a:xfrm>
          <a:prstGeom prst="rect">
            <a:avLst/>
          </a:prstGeom>
          <a:ln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  <a:cs typeface="Arial" panose="020B0604020202020204" pitchFamily="34" charset="0"/>
              </a:rPr>
              <a:t>Static</a:t>
            </a:r>
            <a:endParaRPr lang="en-IN" b="1" dirty="0" err="1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8AF183B-7855-0440-D43F-56A3FA19F099}"/>
              </a:ext>
            </a:extLst>
          </p:cNvPr>
          <p:cNvSpPr/>
          <p:nvPr/>
        </p:nvSpPr>
        <p:spPr>
          <a:xfrm>
            <a:off x="1221698" y="4633509"/>
            <a:ext cx="1661408" cy="385371"/>
          </a:xfrm>
          <a:prstGeom prst="rect">
            <a:avLst/>
          </a:prstGeom>
          <a:ln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  <a:cs typeface="Arial" panose="020B0604020202020204" pitchFamily="34" charset="0"/>
              </a:rPr>
              <a:t>IMU</a:t>
            </a:r>
            <a:endParaRPr lang="en-IN" b="1" dirty="0" err="1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6D34F9D-B41E-EE5B-22CA-F6AE0CB04C6A}"/>
              </a:ext>
            </a:extLst>
          </p:cNvPr>
          <p:cNvSpPr/>
          <p:nvPr/>
        </p:nvSpPr>
        <p:spPr>
          <a:xfrm>
            <a:off x="1221698" y="5571303"/>
            <a:ext cx="1661408" cy="385371"/>
          </a:xfrm>
          <a:prstGeom prst="rect">
            <a:avLst/>
          </a:prstGeom>
          <a:ln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  <a:cs typeface="Arial" panose="020B0604020202020204" pitchFamily="34" charset="0"/>
              </a:rPr>
              <a:t>ABS Brake Test</a:t>
            </a:r>
            <a:endParaRPr lang="en-IN" b="1" dirty="0" err="1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3CF2A3A-EA24-2C8C-F2C2-D07C424816C0}"/>
              </a:ext>
            </a:extLst>
          </p:cNvPr>
          <p:cNvSpPr/>
          <p:nvPr/>
        </p:nvSpPr>
        <p:spPr>
          <a:xfrm>
            <a:off x="3952098" y="2740546"/>
            <a:ext cx="1661408" cy="385371"/>
          </a:xfrm>
          <a:prstGeom prst="rect">
            <a:avLst/>
          </a:prstGeom>
          <a:ln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  <a:cs typeface="Arial" panose="020B0604020202020204" pitchFamily="34" charset="0"/>
              </a:rPr>
              <a:t>RTB</a:t>
            </a:r>
            <a:endParaRPr lang="en-IN" b="1" dirty="0" err="1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4A6BBAE-2BA3-5E6A-6CA5-3BDB1D031175}"/>
              </a:ext>
            </a:extLst>
          </p:cNvPr>
          <p:cNvSpPr/>
          <p:nvPr/>
        </p:nvSpPr>
        <p:spPr>
          <a:xfrm>
            <a:off x="3952098" y="3678339"/>
            <a:ext cx="1661408" cy="385371"/>
          </a:xfrm>
          <a:prstGeom prst="rect">
            <a:avLst/>
          </a:prstGeom>
          <a:ln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  <a:cs typeface="Arial" panose="020B0604020202020204" pitchFamily="34" charset="0"/>
              </a:rPr>
              <a:t>RVS</a:t>
            </a:r>
            <a:endParaRPr lang="en-IN" b="1" dirty="0" err="1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D139F26-BE64-EF17-F02D-BFBD1128919E}"/>
              </a:ext>
            </a:extLst>
          </p:cNvPr>
          <p:cNvSpPr/>
          <p:nvPr/>
        </p:nvSpPr>
        <p:spPr>
          <a:xfrm>
            <a:off x="3952098" y="4575097"/>
            <a:ext cx="1661408" cy="385371"/>
          </a:xfrm>
          <a:prstGeom prst="rect">
            <a:avLst/>
          </a:prstGeom>
          <a:ln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  <a:cs typeface="Arial" panose="020B0604020202020204" pitchFamily="34" charset="0"/>
              </a:rPr>
              <a:t>T4 Booking</a:t>
            </a:r>
            <a:endParaRPr lang="en-IN" b="1" dirty="0" err="1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98AC51A3-A58F-B477-BF0B-6C0452546E0E}"/>
              </a:ext>
            </a:extLst>
          </p:cNvPr>
          <p:cNvCxnSpPr>
            <a:cxnSpLocks/>
            <a:stCxn id="6" idx="2"/>
            <a:endCxn id="8" idx="0"/>
          </p:cNvCxnSpPr>
          <p:nvPr/>
        </p:nvCxnSpPr>
        <p:spPr>
          <a:xfrm flipH="1">
            <a:off x="2052402" y="2137233"/>
            <a:ext cx="625" cy="62068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75997DCC-0109-323C-FFE5-F10831755B7F}"/>
              </a:ext>
            </a:extLst>
          </p:cNvPr>
          <p:cNvCxnSpPr>
            <a:stCxn id="8" idx="2"/>
            <a:endCxn id="22" idx="0"/>
          </p:cNvCxnSpPr>
          <p:nvPr/>
        </p:nvCxnSpPr>
        <p:spPr>
          <a:xfrm>
            <a:off x="2052402" y="3143292"/>
            <a:ext cx="0" cy="55242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06D6A9D3-F5E2-C131-5DF8-3B0AD75432BD}"/>
              </a:ext>
            </a:extLst>
          </p:cNvPr>
          <p:cNvCxnSpPr>
            <a:stCxn id="22" idx="2"/>
            <a:endCxn id="24" idx="0"/>
          </p:cNvCxnSpPr>
          <p:nvPr/>
        </p:nvCxnSpPr>
        <p:spPr>
          <a:xfrm>
            <a:off x="2052402" y="4081086"/>
            <a:ext cx="0" cy="55242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8EB98E15-A3CA-E41A-6526-036138B09EF2}"/>
              </a:ext>
            </a:extLst>
          </p:cNvPr>
          <p:cNvCxnSpPr>
            <a:stCxn id="24" idx="2"/>
            <a:endCxn id="26" idx="0"/>
          </p:cNvCxnSpPr>
          <p:nvPr/>
        </p:nvCxnSpPr>
        <p:spPr>
          <a:xfrm>
            <a:off x="2052402" y="5018880"/>
            <a:ext cx="0" cy="55242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A335D599-51B0-09CE-C25B-CA226A8D1306}"/>
              </a:ext>
            </a:extLst>
          </p:cNvPr>
          <p:cNvCxnSpPr>
            <a:stCxn id="28" idx="2"/>
            <a:endCxn id="30" idx="0"/>
          </p:cNvCxnSpPr>
          <p:nvPr/>
        </p:nvCxnSpPr>
        <p:spPr>
          <a:xfrm>
            <a:off x="4782802" y="3125917"/>
            <a:ext cx="0" cy="55242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6003EB87-C844-806E-8814-C2C4D49989D2}"/>
              </a:ext>
            </a:extLst>
          </p:cNvPr>
          <p:cNvCxnSpPr>
            <a:stCxn id="30" idx="2"/>
            <a:endCxn id="32" idx="0"/>
          </p:cNvCxnSpPr>
          <p:nvPr/>
        </p:nvCxnSpPr>
        <p:spPr>
          <a:xfrm>
            <a:off x="4782802" y="4063710"/>
            <a:ext cx="0" cy="51138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1D6F728D-7B7D-71A5-E707-2A39B8B2A5F1}"/>
              </a:ext>
            </a:extLst>
          </p:cNvPr>
          <p:cNvSpPr/>
          <p:nvPr/>
        </p:nvSpPr>
        <p:spPr>
          <a:xfrm>
            <a:off x="1873770" y="901326"/>
            <a:ext cx="2653259" cy="448389"/>
          </a:xfrm>
          <a:prstGeom prst="roundRect">
            <a:avLst/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  <a:cs typeface="Arial" panose="020B0604020202020204" pitchFamily="34" charset="0"/>
              </a:rPr>
              <a:t>Current EOL Flow</a:t>
            </a:r>
            <a:endParaRPr lang="en-IN" b="1" dirty="0" err="1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cxnSp>
        <p:nvCxnSpPr>
          <p:cNvPr id="58" name="Connector: Elbow 57">
            <a:extLst>
              <a:ext uri="{FF2B5EF4-FFF2-40B4-BE49-F238E27FC236}">
                <a16:creationId xmlns:a16="http://schemas.microsoft.com/office/drawing/2014/main" id="{61211516-8BCA-74E1-555D-F2926FB775D6}"/>
              </a:ext>
            </a:extLst>
          </p:cNvPr>
          <p:cNvCxnSpPr>
            <a:stCxn id="26" idx="2"/>
            <a:endCxn id="28" idx="0"/>
          </p:cNvCxnSpPr>
          <p:nvPr/>
        </p:nvCxnSpPr>
        <p:spPr>
          <a:xfrm rot="5400000" flipH="1" flipV="1">
            <a:off x="1809538" y="2983410"/>
            <a:ext cx="3216128" cy="2730400"/>
          </a:xfrm>
          <a:prstGeom prst="bentConnector5">
            <a:avLst>
              <a:gd name="adj1" fmla="val -11303"/>
              <a:gd name="adj2" fmla="val 50000"/>
              <a:gd name="adj3" fmla="val 115498"/>
            </a:avLst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5EAAECA9-93AF-1928-B7B0-37BBB6C1FE4E}"/>
              </a:ext>
            </a:extLst>
          </p:cNvPr>
          <p:cNvSpPr/>
          <p:nvPr/>
        </p:nvSpPr>
        <p:spPr>
          <a:xfrm>
            <a:off x="7919491" y="901326"/>
            <a:ext cx="2653259" cy="448389"/>
          </a:xfrm>
          <a:prstGeom prst="roundRect">
            <a:avLst/>
          </a:prstGeom>
          <a:solidFill>
            <a:srgbClr val="C00000"/>
          </a:solidFill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  <a:cs typeface="Arial" panose="020B0604020202020204" pitchFamily="34" charset="0"/>
              </a:rPr>
              <a:t>J107 EOL Flow</a:t>
            </a:r>
            <a:endParaRPr lang="en-IN" b="1" dirty="0" err="1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FFA867E6-0D67-107F-404C-A48787690C61}"/>
              </a:ext>
            </a:extLst>
          </p:cNvPr>
          <p:cNvSpPr/>
          <p:nvPr/>
        </p:nvSpPr>
        <p:spPr>
          <a:xfrm>
            <a:off x="6929515" y="1569300"/>
            <a:ext cx="1979952" cy="567933"/>
          </a:xfrm>
          <a:prstGeom prst="rect">
            <a:avLst/>
          </a:prstGeom>
          <a:ln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  <a:cs typeface="Arial" panose="020B0604020202020204" pitchFamily="34" charset="0"/>
              </a:rPr>
              <a:t>2VCON600</a:t>
            </a:r>
          </a:p>
          <a:p>
            <a:pPr algn="ctr"/>
            <a:r>
              <a:rPr lang="en-US" b="1" dirty="0">
                <a:solidFill>
                  <a:schemeClr val="bg1"/>
                </a:solidFill>
                <a:cs typeface="Arial" panose="020B0604020202020204" pitchFamily="34" charset="0"/>
              </a:rPr>
              <a:t>Vehicle Assy</a:t>
            </a:r>
            <a:endParaRPr lang="en-IN" b="1" dirty="0" err="1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35B1922F-AB7C-ABF1-3611-D18D73D457F6}"/>
              </a:ext>
            </a:extLst>
          </p:cNvPr>
          <p:cNvSpPr/>
          <p:nvPr/>
        </p:nvSpPr>
        <p:spPr>
          <a:xfrm>
            <a:off x="7088162" y="2757921"/>
            <a:ext cx="1661408" cy="385371"/>
          </a:xfrm>
          <a:prstGeom prst="rect">
            <a:avLst/>
          </a:prstGeom>
          <a:ln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  <a:cs typeface="Arial" panose="020B0604020202020204" pitchFamily="34" charset="0"/>
              </a:rPr>
              <a:t>ABS Flashing</a:t>
            </a:r>
            <a:endParaRPr lang="en-IN" b="1" dirty="0" err="1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5335B34B-A0E6-EA4D-757F-07D87AAC586A}"/>
              </a:ext>
            </a:extLst>
          </p:cNvPr>
          <p:cNvSpPr/>
          <p:nvPr/>
        </p:nvSpPr>
        <p:spPr>
          <a:xfrm>
            <a:off x="7088162" y="3695715"/>
            <a:ext cx="1661408" cy="385371"/>
          </a:xfrm>
          <a:prstGeom prst="rect">
            <a:avLst/>
          </a:prstGeom>
          <a:ln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  <a:cs typeface="Arial" panose="020B0604020202020204" pitchFamily="34" charset="0"/>
              </a:rPr>
              <a:t>VCU Flashing</a:t>
            </a:r>
            <a:endParaRPr lang="en-IN" b="1" dirty="0" err="1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79E06549-2178-34AB-FE0B-43AFF3F40D02}"/>
              </a:ext>
            </a:extLst>
          </p:cNvPr>
          <p:cNvSpPr/>
          <p:nvPr/>
        </p:nvSpPr>
        <p:spPr>
          <a:xfrm>
            <a:off x="7088162" y="4633509"/>
            <a:ext cx="1661408" cy="385371"/>
          </a:xfrm>
          <a:prstGeom prst="rect">
            <a:avLst/>
          </a:prstGeom>
          <a:ln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  <a:cs typeface="Arial" panose="020B0604020202020204" pitchFamily="34" charset="0"/>
              </a:rPr>
              <a:t>PCM Flashing</a:t>
            </a:r>
            <a:endParaRPr lang="en-IN" b="1" dirty="0" err="1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A5D516C3-E707-93A7-DBE3-46F40144C578}"/>
              </a:ext>
            </a:extLst>
          </p:cNvPr>
          <p:cNvSpPr/>
          <p:nvPr/>
        </p:nvSpPr>
        <p:spPr>
          <a:xfrm>
            <a:off x="7088162" y="5571303"/>
            <a:ext cx="1661408" cy="385371"/>
          </a:xfrm>
          <a:prstGeom prst="rect">
            <a:avLst/>
          </a:prstGeom>
          <a:ln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  <a:cs typeface="Arial" panose="020B0604020202020204" pitchFamily="34" charset="0"/>
              </a:rPr>
              <a:t>Static</a:t>
            </a:r>
            <a:endParaRPr lang="en-IN" b="1" dirty="0" err="1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E938816E-0415-407F-4D1E-DEA2F27C381C}"/>
              </a:ext>
            </a:extLst>
          </p:cNvPr>
          <p:cNvSpPr/>
          <p:nvPr/>
        </p:nvSpPr>
        <p:spPr>
          <a:xfrm>
            <a:off x="9878522" y="3736752"/>
            <a:ext cx="1661408" cy="385371"/>
          </a:xfrm>
          <a:prstGeom prst="rect">
            <a:avLst/>
          </a:prstGeom>
          <a:ln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  <a:cs typeface="Arial" panose="020B0604020202020204" pitchFamily="34" charset="0"/>
              </a:rPr>
              <a:t>RTB</a:t>
            </a:r>
            <a:endParaRPr lang="en-IN" b="1" dirty="0" err="1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D3E5FCAA-5F71-F9E8-D5BC-EB4A011632C3}"/>
              </a:ext>
            </a:extLst>
          </p:cNvPr>
          <p:cNvSpPr/>
          <p:nvPr/>
        </p:nvSpPr>
        <p:spPr>
          <a:xfrm>
            <a:off x="9878522" y="4674545"/>
            <a:ext cx="1661408" cy="385371"/>
          </a:xfrm>
          <a:prstGeom prst="rect">
            <a:avLst/>
          </a:prstGeom>
          <a:ln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  <a:cs typeface="Arial" panose="020B0604020202020204" pitchFamily="34" charset="0"/>
              </a:rPr>
              <a:t>RVS</a:t>
            </a:r>
            <a:endParaRPr lang="en-IN" b="1" dirty="0" err="1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B651A8D3-2C8A-6B4C-BD3F-75318AE72714}"/>
              </a:ext>
            </a:extLst>
          </p:cNvPr>
          <p:cNvSpPr/>
          <p:nvPr/>
        </p:nvSpPr>
        <p:spPr>
          <a:xfrm>
            <a:off x="9878522" y="5571303"/>
            <a:ext cx="1661408" cy="385371"/>
          </a:xfrm>
          <a:prstGeom prst="rect">
            <a:avLst/>
          </a:prstGeom>
          <a:ln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  <a:cs typeface="Arial" panose="020B0604020202020204" pitchFamily="34" charset="0"/>
              </a:rPr>
              <a:t>T4 Booking</a:t>
            </a:r>
            <a:endParaRPr lang="en-IN" b="1" dirty="0" err="1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01C020DE-9968-C176-C4EB-64D5196087E9}"/>
              </a:ext>
            </a:extLst>
          </p:cNvPr>
          <p:cNvCxnSpPr>
            <a:cxnSpLocks/>
            <a:stCxn id="63" idx="2"/>
            <a:endCxn id="64" idx="0"/>
          </p:cNvCxnSpPr>
          <p:nvPr/>
        </p:nvCxnSpPr>
        <p:spPr>
          <a:xfrm flipH="1">
            <a:off x="7918866" y="2137233"/>
            <a:ext cx="625" cy="62068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B96A005C-AA76-D13B-8ABA-649143A624F7}"/>
              </a:ext>
            </a:extLst>
          </p:cNvPr>
          <p:cNvCxnSpPr>
            <a:stCxn id="64" idx="2"/>
            <a:endCxn id="65" idx="0"/>
          </p:cNvCxnSpPr>
          <p:nvPr/>
        </p:nvCxnSpPr>
        <p:spPr>
          <a:xfrm>
            <a:off x="7918866" y="3143292"/>
            <a:ext cx="0" cy="55242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D77DE7FF-1060-6C7D-7F5B-56B583D9D5A4}"/>
              </a:ext>
            </a:extLst>
          </p:cNvPr>
          <p:cNvCxnSpPr>
            <a:stCxn id="65" idx="2"/>
            <a:endCxn id="66" idx="0"/>
          </p:cNvCxnSpPr>
          <p:nvPr/>
        </p:nvCxnSpPr>
        <p:spPr>
          <a:xfrm>
            <a:off x="7918866" y="4081086"/>
            <a:ext cx="0" cy="55242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C0B5CD01-B71C-4F65-3AE6-9319C998CD4B}"/>
              </a:ext>
            </a:extLst>
          </p:cNvPr>
          <p:cNvCxnSpPr>
            <a:stCxn id="66" idx="2"/>
            <a:endCxn id="67" idx="0"/>
          </p:cNvCxnSpPr>
          <p:nvPr/>
        </p:nvCxnSpPr>
        <p:spPr>
          <a:xfrm>
            <a:off x="7918866" y="5018880"/>
            <a:ext cx="0" cy="55242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7FDEC4BF-E75B-9467-21F6-C2C6C1FB82ED}"/>
              </a:ext>
            </a:extLst>
          </p:cNvPr>
          <p:cNvCxnSpPr>
            <a:stCxn id="68" idx="2"/>
            <a:endCxn id="69" idx="0"/>
          </p:cNvCxnSpPr>
          <p:nvPr/>
        </p:nvCxnSpPr>
        <p:spPr>
          <a:xfrm>
            <a:off x="10709226" y="4122123"/>
            <a:ext cx="0" cy="55242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227F5671-C566-8A7C-1B91-79E2F554C858}"/>
              </a:ext>
            </a:extLst>
          </p:cNvPr>
          <p:cNvCxnSpPr>
            <a:stCxn id="69" idx="2"/>
            <a:endCxn id="70" idx="0"/>
          </p:cNvCxnSpPr>
          <p:nvPr/>
        </p:nvCxnSpPr>
        <p:spPr>
          <a:xfrm>
            <a:off x="10709226" y="5059916"/>
            <a:ext cx="0" cy="51138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Rectangle 78">
            <a:extLst>
              <a:ext uri="{FF2B5EF4-FFF2-40B4-BE49-F238E27FC236}">
                <a16:creationId xmlns:a16="http://schemas.microsoft.com/office/drawing/2014/main" id="{2E9334C9-7937-DD7D-2C78-2D19E095DBFD}"/>
              </a:ext>
            </a:extLst>
          </p:cNvPr>
          <p:cNvSpPr/>
          <p:nvPr/>
        </p:nvSpPr>
        <p:spPr>
          <a:xfrm>
            <a:off x="9878522" y="2757920"/>
            <a:ext cx="1661408" cy="385371"/>
          </a:xfrm>
          <a:prstGeom prst="rect">
            <a:avLst/>
          </a:prstGeom>
          <a:ln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  <a:cs typeface="Arial" panose="020B0604020202020204" pitchFamily="34" charset="0"/>
              </a:rPr>
              <a:t>ABS Brake Test</a:t>
            </a:r>
            <a:endParaRPr lang="en-IN" b="1" dirty="0" err="1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1E42B669-EBAD-0D84-7969-39E9A20EF879}"/>
              </a:ext>
            </a:extLst>
          </p:cNvPr>
          <p:cNvSpPr/>
          <p:nvPr/>
        </p:nvSpPr>
        <p:spPr>
          <a:xfrm>
            <a:off x="9878522" y="1909509"/>
            <a:ext cx="1661408" cy="385371"/>
          </a:xfrm>
          <a:prstGeom prst="rect">
            <a:avLst/>
          </a:prstGeom>
          <a:ln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  <a:cs typeface="Arial" panose="020B0604020202020204" pitchFamily="34" charset="0"/>
              </a:rPr>
              <a:t>IMU</a:t>
            </a:r>
            <a:endParaRPr lang="en-IN" b="1" dirty="0" err="1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cxnSp>
        <p:nvCxnSpPr>
          <p:cNvPr id="83" name="Connector: Elbow 82">
            <a:extLst>
              <a:ext uri="{FF2B5EF4-FFF2-40B4-BE49-F238E27FC236}">
                <a16:creationId xmlns:a16="http://schemas.microsoft.com/office/drawing/2014/main" id="{2A586727-1DB1-06D1-A88E-64E31D7F49E4}"/>
              </a:ext>
            </a:extLst>
          </p:cNvPr>
          <p:cNvCxnSpPr>
            <a:stCxn id="67" idx="2"/>
            <a:endCxn id="81" idx="0"/>
          </p:cNvCxnSpPr>
          <p:nvPr/>
        </p:nvCxnSpPr>
        <p:spPr>
          <a:xfrm rot="5400000" flipH="1" flipV="1">
            <a:off x="7290463" y="2537912"/>
            <a:ext cx="4047165" cy="2790360"/>
          </a:xfrm>
          <a:prstGeom prst="bentConnector5">
            <a:avLst>
              <a:gd name="adj1" fmla="val -9352"/>
              <a:gd name="adj2" fmla="val 50000"/>
              <a:gd name="adj3" fmla="val 105648"/>
            </a:avLst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0A9D62FA-D73E-2CD7-DD93-4F81BE457D93}"/>
              </a:ext>
            </a:extLst>
          </p:cNvPr>
          <p:cNvCxnSpPr/>
          <p:nvPr/>
        </p:nvCxnSpPr>
        <p:spPr>
          <a:xfrm>
            <a:off x="6215920" y="901326"/>
            <a:ext cx="0" cy="5469494"/>
          </a:xfrm>
          <a:prstGeom prst="line">
            <a:avLst/>
          </a:prstGeom>
          <a:ln w="28575"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D45CC448-CAB2-14CE-017A-192EA924FAD7}"/>
              </a:ext>
            </a:extLst>
          </p:cNvPr>
          <p:cNvCxnSpPr>
            <a:stCxn id="81" idx="2"/>
            <a:endCxn id="79" idx="0"/>
          </p:cNvCxnSpPr>
          <p:nvPr/>
        </p:nvCxnSpPr>
        <p:spPr>
          <a:xfrm>
            <a:off x="10709226" y="2294880"/>
            <a:ext cx="0" cy="46304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0FD0ECBE-526C-5B16-7099-0ED229A2FAFE}"/>
              </a:ext>
            </a:extLst>
          </p:cNvPr>
          <p:cNvCxnSpPr>
            <a:stCxn id="79" idx="2"/>
            <a:endCxn id="68" idx="0"/>
          </p:cNvCxnSpPr>
          <p:nvPr/>
        </p:nvCxnSpPr>
        <p:spPr>
          <a:xfrm>
            <a:off x="10709226" y="3143291"/>
            <a:ext cx="0" cy="59346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81940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AC1372-C887-C76D-499E-DE242A822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635EA-281D-47C8-A0EC-B8A06226CB83}" type="slidenum">
              <a:rPr lang="en-IN" smtClean="0"/>
              <a:t>5</a:t>
            </a:fld>
            <a:endParaRPr lang="en-IN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90DF69A-A537-6DCC-0A5E-247F4EEE86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SKU vs Features Matrix</a:t>
            </a:r>
            <a:endParaRPr lang="en-IN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E519268-1C51-7B04-87E0-2BFC2A2EDF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0604000"/>
              </p:ext>
            </p:extLst>
          </p:nvPr>
        </p:nvGraphicFramePr>
        <p:xfrm>
          <a:off x="1056628" y="792849"/>
          <a:ext cx="10141025" cy="5681858"/>
        </p:xfrm>
        <a:graphic>
          <a:graphicData uri="http://schemas.openxmlformats.org/drawingml/2006/table">
            <a:tbl>
              <a:tblPr/>
              <a:tblGrid>
                <a:gridCol w="2827482">
                  <a:extLst>
                    <a:ext uri="{9D8B030D-6E8A-4147-A177-3AD203B41FA5}">
                      <a16:colId xmlns:a16="http://schemas.microsoft.com/office/drawing/2014/main" val="543916368"/>
                    </a:ext>
                  </a:extLst>
                </a:gridCol>
                <a:gridCol w="1295272">
                  <a:extLst>
                    <a:ext uri="{9D8B030D-6E8A-4147-A177-3AD203B41FA5}">
                      <a16:colId xmlns:a16="http://schemas.microsoft.com/office/drawing/2014/main" val="2145508775"/>
                    </a:ext>
                  </a:extLst>
                </a:gridCol>
                <a:gridCol w="1168903">
                  <a:extLst>
                    <a:ext uri="{9D8B030D-6E8A-4147-A177-3AD203B41FA5}">
                      <a16:colId xmlns:a16="http://schemas.microsoft.com/office/drawing/2014/main" val="3658599806"/>
                    </a:ext>
                  </a:extLst>
                </a:gridCol>
                <a:gridCol w="1374251">
                  <a:extLst>
                    <a:ext uri="{9D8B030D-6E8A-4147-A177-3AD203B41FA5}">
                      <a16:colId xmlns:a16="http://schemas.microsoft.com/office/drawing/2014/main" val="4249793200"/>
                    </a:ext>
                  </a:extLst>
                </a:gridCol>
                <a:gridCol w="1800742">
                  <a:extLst>
                    <a:ext uri="{9D8B030D-6E8A-4147-A177-3AD203B41FA5}">
                      <a16:colId xmlns:a16="http://schemas.microsoft.com/office/drawing/2014/main" val="3849901574"/>
                    </a:ext>
                  </a:extLst>
                </a:gridCol>
                <a:gridCol w="1674375">
                  <a:extLst>
                    <a:ext uri="{9D8B030D-6E8A-4147-A177-3AD203B41FA5}">
                      <a16:colId xmlns:a16="http://schemas.microsoft.com/office/drawing/2014/main" val="3310855344"/>
                    </a:ext>
                  </a:extLst>
                </a:gridCol>
              </a:tblGrid>
              <a:tr h="22281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Features</a:t>
                      </a:r>
                    </a:p>
                  </a:txBody>
                  <a:tcPr marL="8532" marR="8532" marT="85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J107 ECE Base</a:t>
                      </a:r>
                    </a:p>
                  </a:txBody>
                  <a:tcPr marL="8532" marR="8532" marT="85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J107 ECE Top</a:t>
                      </a:r>
                    </a:p>
                  </a:txBody>
                  <a:tcPr marL="8532" marR="8532" marT="85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J107 India Base</a:t>
                      </a:r>
                    </a:p>
                  </a:txBody>
                  <a:tcPr marL="8532" marR="8532" marT="85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J107 India Tech pack</a:t>
                      </a:r>
                    </a:p>
                  </a:txBody>
                  <a:tcPr marL="8532" marR="8532" marT="85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J107 India Tour pack</a:t>
                      </a:r>
                    </a:p>
                  </a:txBody>
                  <a:tcPr marL="8532" marR="8532" marT="85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618802"/>
                  </a:ext>
                </a:extLst>
              </a:tr>
              <a:tr h="222818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Adjustable FR and RR suspension</a:t>
                      </a:r>
                    </a:p>
                  </a:txBody>
                  <a:tcPr marL="8532" marR="8532" marT="85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50" b="1" i="0" u="none" strike="noStrike" dirty="0">
                          <a:solidFill>
                            <a:srgbClr val="00B050"/>
                          </a:solidFill>
                          <a:effectLst/>
                          <a:latin typeface="Wingdings 2" panose="05020102010507070707" pitchFamily="18" charset="2"/>
                        </a:rPr>
                        <a:t>P</a:t>
                      </a:r>
                    </a:p>
                  </a:txBody>
                  <a:tcPr marL="8532" marR="8532" marT="85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50" b="1" i="0" u="none" strike="noStrike">
                          <a:solidFill>
                            <a:srgbClr val="00B050"/>
                          </a:solidFill>
                          <a:effectLst/>
                          <a:latin typeface="Wingdings 2" panose="05020102010507070707" pitchFamily="18" charset="2"/>
                        </a:rPr>
                        <a:t>P</a:t>
                      </a:r>
                    </a:p>
                  </a:txBody>
                  <a:tcPr marL="8532" marR="8532" marT="85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50" b="1" i="0" u="none" strike="noStrike">
                          <a:solidFill>
                            <a:srgbClr val="00B050"/>
                          </a:solidFill>
                          <a:effectLst/>
                          <a:latin typeface="Wingdings 2" panose="05020102010507070707" pitchFamily="18" charset="2"/>
                        </a:rPr>
                        <a:t>P</a:t>
                      </a:r>
                    </a:p>
                  </a:txBody>
                  <a:tcPr marL="8532" marR="8532" marT="85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50" b="1" i="0" u="none" strike="noStrike">
                          <a:solidFill>
                            <a:srgbClr val="00B050"/>
                          </a:solidFill>
                          <a:effectLst/>
                          <a:latin typeface="Wingdings 2" panose="05020102010507070707" pitchFamily="18" charset="2"/>
                        </a:rPr>
                        <a:t>P</a:t>
                      </a:r>
                    </a:p>
                  </a:txBody>
                  <a:tcPr marL="8532" marR="8532" marT="85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50" b="1" i="0" u="none" strike="noStrike">
                          <a:solidFill>
                            <a:srgbClr val="00B050"/>
                          </a:solidFill>
                          <a:effectLst/>
                          <a:latin typeface="Wingdings 2" panose="05020102010507070707" pitchFamily="18" charset="2"/>
                        </a:rPr>
                        <a:t>P</a:t>
                      </a:r>
                    </a:p>
                  </a:txBody>
                  <a:tcPr marL="8532" marR="8532" marT="85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2493429"/>
                  </a:ext>
                </a:extLst>
              </a:tr>
              <a:tr h="222818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MFR / projector Lamp</a:t>
                      </a:r>
                    </a:p>
                  </a:txBody>
                  <a:tcPr marL="8532" marR="8532" marT="85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50" b="1" i="0" u="none" strike="noStrike" dirty="0">
                          <a:solidFill>
                            <a:srgbClr val="00B050"/>
                          </a:solidFill>
                          <a:effectLst/>
                          <a:latin typeface="Wingdings 2" panose="05020102010507070707" pitchFamily="18" charset="2"/>
                        </a:rPr>
                        <a:t>P</a:t>
                      </a:r>
                    </a:p>
                  </a:txBody>
                  <a:tcPr marL="8532" marR="8532" marT="85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50" b="1" i="0" u="none" strike="noStrike">
                          <a:solidFill>
                            <a:srgbClr val="00B050"/>
                          </a:solidFill>
                          <a:effectLst/>
                          <a:latin typeface="Wingdings 2" panose="05020102010507070707" pitchFamily="18" charset="2"/>
                        </a:rPr>
                        <a:t>P</a:t>
                      </a:r>
                    </a:p>
                  </a:txBody>
                  <a:tcPr marL="8532" marR="8532" marT="85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50" b="1" i="0" u="none" strike="noStrike">
                          <a:solidFill>
                            <a:srgbClr val="00B050"/>
                          </a:solidFill>
                          <a:effectLst/>
                          <a:latin typeface="Wingdings 2" panose="05020102010507070707" pitchFamily="18" charset="2"/>
                        </a:rPr>
                        <a:t>P</a:t>
                      </a:r>
                    </a:p>
                  </a:txBody>
                  <a:tcPr marL="8532" marR="8532" marT="85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50" b="1" i="0" u="none" strike="noStrike">
                          <a:solidFill>
                            <a:srgbClr val="00B050"/>
                          </a:solidFill>
                          <a:effectLst/>
                          <a:latin typeface="Wingdings 2" panose="05020102010507070707" pitchFamily="18" charset="2"/>
                        </a:rPr>
                        <a:t>P</a:t>
                      </a:r>
                    </a:p>
                  </a:txBody>
                  <a:tcPr marL="8532" marR="8532" marT="85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50" b="1" i="0" u="none" strike="noStrike">
                          <a:solidFill>
                            <a:srgbClr val="00B050"/>
                          </a:solidFill>
                          <a:effectLst/>
                          <a:latin typeface="Wingdings 2" panose="05020102010507070707" pitchFamily="18" charset="2"/>
                        </a:rPr>
                        <a:t>P</a:t>
                      </a:r>
                    </a:p>
                  </a:txBody>
                  <a:tcPr marL="8532" marR="8532" marT="85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0697254"/>
                  </a:ext>
                </a:extLst>
              </a:tr>
              <a:tr h="222818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Signature DRL</a:t>
                      </a:r>
                    </a:p>
                  </a:txBody>
                  <a:tcPr marL="8532" marR="8532" marT="85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50" b="1" i="0" u="none" strike="noStrike">
                          <a:solidFill>
                            <a:srgbClr val="00B050"/>
                          </a:solidFill>
                          <a:effectLst/>
                          <a:latin typeface="Wingdings 2" panose="05020102010507070707" pitchFamily="18" charset="2"/>
                        </a:rPr>
                        <a:t>P</a:t>
                      </a:r>
                    </a:p>
                  </a:txBody>
                  <a:tcPr marL="8532" marR="8532" marT="85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50" b="1" i="0" u="none" strike="noStrike">
                          <a:solidFill>
                            <a:srgbClr val="00B050"/>
                          </a:solidFill>
                          <a:effectLst/>
                          <a:latin typeface="Wingdings 2" panose="05020102010507070707" pitchFamily="18" charset="2"/>
                        </a:rPr>
                        <a:t>P</a:t>
                      </a:r>
                    </a:p>
                  </a:txBody>
                  <a:tcPr marL="8532" marR="8532" marT="85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50" b="1" i="0" u="none" strike="noStrike">
                          <a:solidFill>
                            <a:srgbClr val="00B050"/>
                          </a:solidFill>
                          <a:effectLst/>
                          <a:latin typeface="Wingdings 2" panose="05020102010507070707" pitchFamily="18" charset="2"/>
                        </a:rPr>
                        <a:t>P</a:t>
                      </a:r>
                    </a:p>
                  </a:txBody>
                  <a:tcPr marL="8532" marR="8532" marT="85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50" b="1" i="0" u="none" strike="noStrike">
                          <a:solidFill>
                            <a:srgbClr val="00B050"/>
                          </a:solidFill>
                          <a:effectLst/>
                          <a:latin typeface="Wingdings 2" panose="05020102010507070707" pitchFamily="18" charset="2"/>
                        </a:rPr>
                        <a:t>P</a:t>
                      </a:r>
                    </a:p>
                  </a:txBody>
                  <a:tcPr marL="8532" marR="8532" marT="85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50" b="1" i="0" u="none" strike="noStrike">
                          <a:solidFill>
                            <a:srgbClr val="00B050"/>
                          </a:solidFill>
                          <a:effectLst/>
                          <a:latin typeface="Wingdings 2" panose="05020102010507070707" pitchFamily="18" charset="2"/>
                        </a:rPr>
                        <a:t>P</a:t>
                      </a:r>
                    </a:p>
                  </a:txBody>
                  <a:tcPr marL="8532" marR="8532" marT="85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7123481"/>
                  </a:ext>
                </a:extLst>
              </a:tr>
              <a:tr h="222818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Dynamic Headlamp</a:t>
                      </a:r>
                    </a:p>
                  </a:txBody>
                  <a:tcPr marL="8532" marR="8532" marT="85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50" b="1" i="0" u="none" strike="noStrike">
                          <a:solidFill>
                            <a:srgbClr val="00B050"/>
                          </a:solidFill>
                          <a:effectLst/>
                          <a:latin typeface="Wingdings 2" panose="05020102010507070707" pitchFamily="18" charset="2"/>
                        </a:rPr>
                        <a:t>P</a:t>
                      </a:r>
                    </a:p>
                  </a:txBody>
                  <a:tcPr marL="8532" marR="8532" marT="85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50" b="1" i="0" u="none" strike="noStrike" dirty="0">
                          <a:solidFill>
                            <a:srgbClr val="00B050"/>
                          </a:solidFill>
                          <a:effectLst/>
                          <a:latin typeface="Wingdings 2" panose="05020102010507070707" pitchFamily="18" charset="2"/>
                        </a:rPr>
                        <a:t>P</a:t>
                      </a:r>
                    </a:p>
                  </a:txBody>
                  <a:tcPr marL="8532" marR="8532" marT="85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50" b="1" i="0" u="none" strike="noStrike" dirty="0">
                          <a:solidFill>
                            <a:srgbClr val="FF0000"/>
                          </a:solidFill>
                          <a:effectLst/>
                          <a:latin typeface="Wingdings 2" panose="05020102010507070707" pitchFamily="18" charset="2"/>
                        </a:rPr>
                        <a:t>O</a:t>
                      </a:r>
                    </a:p>
                  </a:txBody>
                  <a:tcPr marL="8532" marR="8532" marT="85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50" b="1" i="0" u="none" strike="noStrike">
                          <a:solidFill>
                            <a:srgbClr val="00B050"/>
                          </a:solidFill>
                          <a:effectLst/>
                          <a:latin typeface="Wingdings 2" panose="05020102010507070707" pitchFamily="18" charset="2"/>
                        </a:rPr>
                        <a:t>P</a:t>
                      </a:r>
                    </a:p>
                  </a:txBody>
                  <a:tcPr marL="8532" marR="8532" marT="85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50" b="1" i="0" u="none" strike="noStrike">
                          <a:solidFill>
                            <a:srgbClr val="FF0000"/>
                          </a:solidFill>
                          <a:effectLst/>
                          <a:latin typeface="Wingdings 2" panose="05020102010507070707" pitchFamily="18" charset="2"/>
                        </a:rPr>
                        <a:t>O</a:t>
                      </a:r>
                    </a:p>
                  </a:txBody>
                  <a:tcPr marL="8532" marR="8532" marT="85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6748389"/>
                  </a:ext>
                </a:extLst>
              </a:tr>
              <a:tr h="222818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Signature welcome sequence</a:t>
                      </a:r>
                    </a:p>
                  </a:txBody>
                  <a:tcPr marL="8532" marR="8532" marT="85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50" b="1" i="0" u="none" strike="noStrike" dirty="0">
                          <a:solidFill>
                            <a:srgbClr val="00B050"/>
                          </a:solidFill>
                          <a:effectLst/>
                          <a:latin typeface="Wingdings 2" panose="05020102010507070707" pitchFamily="18" charset="2"/>
                        </a:rPr>
                        <a:t>P</a:t>
                      </a:r>
                    </a:p>
                  </a:txBody>
                  <a:tcPr marL="8532" marR="8532" marT="85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50" b="1" i="0" u="none" strike="noStrike">
                          <a:solidFill>
                            <a:srgbClr val="00B050"/>
                          </a:solidFill>
                          <a:effectLst/>
                          <a:latin typeface="Wingdings 2" panose="05020102010507070707" pitchFamily="18" charset="2"/>
                        </a:rPr>
                        <a:t>P</a:t>
                      </a:r>
                    </a:p>
                  </a:txBody>
                  <a:tcPr marL="8532" marR="8532" marT="85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50" b="1" i="0" u="none" strike="noStrike" dirty="0">
                          <a:solidFill>
                            <a:srgbClr val="00B050"/>
                          </a:solidFill>
                          <a:effectLst/>
                          <a:latin typeface="Wingdings 2" panose="05020102010507070707" pitchFamily="18" charset="2"/>
                        </a:rPr>
                        <a:t>P</a:t>
                      </a:r>
                    </a:p>
                  </a:txBody>
                  <a:tcPr marL="8532" marR="8532" marT="85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50" b="1" i="0" u="none" strike="noStrike">
                          <a:solidFill>
                            <a:srgbClr val="00B050"/>
                          </a:solidFill>
                          <a:effectLst/>
                          <a:latin typeface="Wingdings 2" panose="05020102010507070707" pitchFamily="18" charset="2"/>
                        </a:rPr>
                        <a:t>P</a:t>
                      </a:r>
                    </a:p>
                  </a:txBody>
                  <a:tcPr marL="8532" marR="8532" marT="85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50" b="1" i="0" u="none" strike="noStrike">
                          <a:solidFill>
                            <a:srgbClr val="00B050"/>
                          </a:solidFill>
                          <a:effectLst/>
                          <a:latin typeface="Wingdings 2" panose="05020102010507070707" pitchFamily="18" charset="2"/>
                        </a:rPr>
                        <a:t>P</a:t>
                      </a:r>
                    </a:p>
                  </a:txBody>
                  <a:tcPr marL="8532" marR="8532" marT="85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2365824"/>
                  </a:ext>
                </a:extLst>
              </a:tr>
              <a:tr h="222818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Take me home</a:t>
                      </a:r>
                    </a:p>
                  </a:txBody>
                  <a:tcPr marL="8532" marR="8532" marT="85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50" b="1" i="0" u="none" strike="noStrike">
                          <a:solidFill>
                            <a:srgbClr val="00B050"/>
                          </a:solidFill>
                          <a:effectLst/>
                          <a:latin typeface="Wingdings 2" panose="05020102010507070707" pitchFamily="18" charset="2"/>
                        </a:rPr>
                        <a:t>P</a:t>
                      </a:r>
                    </a:p>
                  </a:txBody>
                  <a:tcPr marL="8532" marR="8532" marT="85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50" b="1" i="0" u="none" strike="noStrike" dirty="0">
                          <a:solidFill>
                            <a:srgbClr val="00B050"/>
                          </a:solidFill>
                          <a:effectLst/>
                          <a:latin typeface="Wingdings 2" panose="05020102010507070707" pitchFamily="18" charset="2"/>
                        </a:rPr>
                        <a:t>P</a:t>
                      </a:r>
                    </a:p>
                  </a:txBody>
                  <a:tcPr marL="8532" marR="8532" marT="85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50" b="1" i="0" u="none" strike="noStrike">
                          <a:solidFill>
                            <a:srgbClr val="00B050"/>
                          </a:solidFill>
                          <a:effectLst/>
                          <a:latin typeface="Wingdings 2" panose="05020102010507070707" pitchFamily="18" charset="2"/>
                        </a:rPr>
                        <a:t>P</a:t>
                      </a:r>
                    </a:p>
                  </a:txBody>
                  <a:tcPr marL="8532" marR="8532" marT="85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50" b="1" i="0" u="none" strike="noStrike">
                          <a:solidFill>
                            <a:srgbClr val="00B050"/>
                          </a:solidFill>
                          <a:effectLst/>
                          <a:latin typeface="Wingdings 2" panose="05020102010507070707" pitchFamily="18" charset="2"/>
                        </a:rPr>
                        <a:t>P</a:t>
                      </a:r>
                    </a:p>
                  </a:txBody>
                  <a:tcPr marL="8532" marR="8532" marT="85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50" b="1" i="0" u="none" strike="noStrike">
                          <a:solidFill>
                            <a:srgbClr val="00B050"/>
                          </a:solidFill>
                          <a:effectLst/>
                          <a:latin typeface="Wingdings 2" panose="05020102010507070707" pitchFamily="18" charset="2"/>
                        </a:rPr>
                        <a:t>P</a:t>
                      </a:r>
                    </a:p>
                  </a:txBody>
                  <a:tcPr marL="8532" marR="8532" marT="85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1723959"/>
                  </a:ext>
                </a:extLst>
              </a:tr>
              <a:tr h="222818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Take me bike</a:t>
                      </a:r>
                    </a:p>
                  </a:txBody>
                  <a:tcPr marL="8532" marR="8532" marT="85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50" b="1" i="0" u="none" strike="noStrike" dirty="0">
                          <a:solidFill>
                            <a:srgbClr val="00B050"/>
                          </a:solidFill>
                          <a:effectLst/>
                          <a:latin typeface="Wingdings 2" panose="05020102010507070707" pitchFamily="18" charset="2"/>
                        </a:rPr>
                        <a:t>P</a:t>
                      </a:r>
                    </a:p>
                  </a:txBody>
                  <a:tcPr marL="8532" marR="8532" marT="85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50" b="1" i="0" u="none" strike="noStrike" dirty="0">
                          <a:solidFill>
                            <a:srgbClr val="00B050"/>
                          </a:solidFill>
                          <a:effectLst/>
                          <a:latin typeface="Wingdings 2" panose="05020102010507070707" pitchFamily="18" charset="2"/>
                        </a:rPr>
                        <a:t>P</a:t>
                      </a:r>
                    </a:p>
                  </a:txBody>
                  <a:tcPr marL="8532" marR="8532" marT="85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50" b="1" i="0" u="none" strike="noStrike">
                          <a:solidFill>
                            <a:srgbClr val="00B050"/>
                          </a:solidFill>
                          <a:effectLst/>
                          <a:latin typeface="Wingdings 2" panose="05020102010507070707" pitchFamily="18" charset="2"/>
                        </a:rPr>
                        <a:t>P</a:t>
                      </a:r>
                    </a:p>
                  </a:txBody>
                  <a:tcPr marL="8532" marR="8532" marT="85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50" b="1" i="0" u="none" strike="noStrike" dirty="0">
                          <a:solidFill>
                            <a:srgbClr val="00B050"/>
                          </a:solidFill>
                          <a:effectLst/>
                          <a:latin typeface="Wingdings 2" panose="05020102010507070707" pitchFamily="18" charset="2"/>
                        </a:rPr>
                        <a:t>P</a:t>
                      </a:r>
                    </a:p>
                  </a:txBody>
                  <a:tcPr marL="8532" marR="8532" marT="85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50" b="1" i="0" u="none" strike="noStrike">
                          <a:solidFill>
                            <a:srgbClr val="00B050"/>
                          </a:solidFill>
                          <a:effectLst/>
                          <a:latin typeface="Wingdings 2" panose="05020102010507070707" pitchFamily="18" charset="2"/>
                        </a:rPr>
                        <a:t>P</a:t>
                      </a:r>
                    </a:p>
                  </a:txBody>
                  <a:tcPr marL="8532" marR="8532" marT="85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0624792"/>
                  </a:ext>
                </a:extLst>
              </a:tr>
              <a:tr h="222818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Cornering lamp</a:t>
                      </a:r>
                    </a:p>
                  </a:txBody>
                  <a:tcPr marL="8532" marR="8532" marT="85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50" b="1" i="0" u="none" strike="noStrike" dirty="0">
                          <a:solidFill>
                            <a:srgbClr val="FF0000"/>
                          </a:solidFill>
                          <a:effectLst/>
                          <a:latin typeface="Wingdings 2" panose="05020102010507070707" pitchFamily="18" charset="2"/>
                        </a:rPr>
                        <a:t>O</a:t>
                      </a:r>
                    </a:p>
                  </a:txBody>
                  <a:tcPr marL="8532" marR="8532" marT="85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50" b="1" i="0" u="none" strike="noStrike">
                          <a:solidFill>
                            <a:srgbClr val="00B050"/>
                          </a:solidFill>
                          <a:effectLst/>
                          <a:latin typeface="Wingdings 2" panose="05020102010507070707" pitchFamily="18" charset="2"/>
                        </a:rPr>
                        <a:t>P</a:t>
                      </a:r>
                    </a:p>
                  </a:txBody>
                  <a:tcPr marL="8532" marR="8532" marT="85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50" b="1" i="0" u="none" strike="noStrike">
                          <a:solidFill>
                            <a:srgbClr val="FF0000"/>
                          </a:solidFill>
                          <a:effectLst/>
                          <a:latin typeface="Wingdings 2" panose="05020102010507070707" pitchFamily="18" charset="2"/>
                        </a:rPr>
                        <a:t>O</a:t>
                      </a:r>
                    </a:p>
                  </a:txBody>
                  <a:tcPr marL="8532" marR="8532" marT="85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50" b="1" i="0" u="none" strike="noStrike" dirty="0">
                          <a:solidFill>
                            <a:srgbClr val="00B050"/>
                          </a:solidFill>
                          <a:effectLst/>
                          <a:latin typeface="Wingdings 2" panose="05020102010507070707" pitchFamily="18" charset="2"/>
                        </a:rPr>
                        <a:t>P</a:t>
                      </a:r>
                    </a:p>
                  </a:txBody>
                  <a:tcPr marL="8532" marR="8532" marT="85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50" b="1" i="0" u="none" strike="noStrike">
                          <a:solidFill>
                            <a:srgbClr val="FF0000"/>
                          </a:solidFill>
                          <a:effectLst/>
                          <a:latin typeface="Wingdings 2" panose="05020102010507070707" pitchFamily="18" charset="2"/>
                        </a:rPr>
                        <a:t>O</a:t>
                      </a:r>
                    </a:p>
                  </a:txBody>
                  <a:tcPr marL="8532" marR="8532" marT="85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1052223"/>
                  </a:ext>
                </a:extLst>
              </a:tr>
              <a:tr h="222818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Carpet Lamp ( Puddle lamp)</a:t>
                      </a:r>
                    </a:p>
                  </a:txBody>
                  <a:tcPr marL="8532" marR="8532" marT="85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50" b="1" i="0" u="none" strike="noStrike">
                          <a:solidFill>
                            <a:srgbClr val="FF0000"/>
                          </a:solidFill>
                          <a:effectLst/>
                          <a:latin typeface="Wingdings 2" panose="05020102010507070707" pitchFamily="18" charset="2"/>
                        </a:rPr>
                        <a:t>O</a:t>
                      </a:r>
                    </a:p>
                  </a:txBody>
                  <a:tcPr marL="8532" marR="8532" marT="85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50" b="1" i="0" u="none" strike="noStrike" dirty="0">
                          <a:solidFill>
                            <a:srgbClr val="00B050"/>
                          </a:solidFill>
                          <a:effectLst/>
                          <a:latin typeface="Wingdings 2" panose="05020102010507070707" pitchFamily="18" charset="2"/>
                        </a:rPr>
                        <a:t>P</a:t>
                      </a:r>
                    </a:p>
                  </a:txBody>
                  <a:tcPr marL="8532" marR="8532" marT="85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50" b="1" i="0" u="none" strike="noStrike" dirty="0">
                          <a:solidFill>
                            <a:srgbClr val="FF0000"/>
                          </a:solidFill>
                          <a:effectLst/>
                          <a:latin typeface="Wingdings 2" panose="05020102010507070707" pitchFamily="18" charset="2"/>
                        </a:rPr>
                        <a:t>O</a:t>
                      </a:r>
                    </a:p>
                  </a:txBody>
                  <a:tcPr marL="8532" marR="8532" marT="85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50" b="1" i="0" u="none" strike="noStrike" dirty="0">
                          <a:solidFill>
                            <a:srgbClr val="00B050"/>
                          </a:solidFill>
                          <a:effectLst/>
                          <a:latin typeface="Wingdings 2" panose="05020102010507070707" pitchFamily="18" charset="2"/>
                        </a:rPr>
                        <a:t>P</a:t>
                      </a:r>
                    </a:p>
                  </a:txBody>
                  <a:tcPr marL="8532" marR="8532" marT="85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50" b="1" i="0" u="none" strike="noStrike">
                          <a:solidFill>
                            <a:srgbClr val="FF0000"/>
                          </a:solidFill>
                          <a:effectLst/>
                          <a:latin typeface="Wingdings 2" panose="05020102010507070707" pitchFamily="18" charset="2"/>
                        </a:rPr>
                        <a:t>O</a:t>
                      </a:r>
                    </a:p>
                  </a:txBody>
                  <a:tcPr marL="8532" marR="8532" marT="85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7956820"/>
                  </a:ext>
                </a:extLst>
              </a:tr>
              <a:tr h="334227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TFT (8" Touch Screen with Unique Norton UI UX)</a:t>
                      </a:r>
                    </a:p>
                  </a:txBody>
                  <a:tcPr marL="8532" marR="8532" marT="85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50" b="1" i="0" u="none" strike="noStrike">
                          <a:solidFill>
                            <a:srgbClr val="00B050"/>
                          </a:solidFill>
                          <a:effectLst/>
                          <a:latin typeface="Wingdings 2" panose="05020102010507070707" pitchFamily="18" charset="2"/>
                        </a:rPr>
                        <a:t>P</a:t>
                      </a:r>
                    </a:p>
                  </a:txBody>
                  <a:tcPr marL="8532" marR="8532" marT="85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50" b="1" i="0" u="none" strike="noStrike">
                          <a:solidFill>
                            <a:srgbClr val="00B050"/>
                          </a:solidFill>
                          <a:effectLst/>
                          <a:latin typeface="Wingdings 2" panose="05020102010507070707" pitchFamily="18" charset="2"/>
                        </a:rPr>
                        <a:t>P</a:t>
                      </a:r>
                    </a:p>
                  </a:txBody>
                  <a:tcPr marL="8532" marR="8532" marT="85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50" b="1" i="0" u="none" strike="noStrike" dirty="0">
                          <a:solidFill>
                            <a:srgbClr val="00B050"/>
                          </a:solidFill>
                          <a:effectLst/>
                          <a:latin typeface="Wingdings 2" panose="05020102010507070707" pitchFamily="18" charset="2"/>
                        </a:rPr>
                        <a:t>P</a:t>
                      </a:r>
                    </a:p>
                  </a:txBody>
                  <a:tcPr marL="8532" marR="8532" marT="85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50" b="1" i="0" u="none" strike="noStrike" dirty="0">
                          <a:solidFill>
                            <a:srgbClr val="00B050"/>
                          </a:solidFill>
                          <a:effectLst/>
                          <a:latin typeface="Wingdings 2" panose="05020102010507070707" pitchFamily="18" charset="2"/>
                        </a:rPr>
                        <a:t>P</a:t>
                      </a:r>
                    </a:p>
                  </a:txBody>
                  <a:tcPr marL="8532" marR="8532" marT="85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50" b="1" i="0" u="none" strike="noStrike">
                          <a:solidFill>
                            <a:srgbClr val="00B050"/>
                          </a:solidFill>
                          <a:effectLst/>
                          <a:latin typeface="Wingdings 2" panose="05020102010507070707" pitchFamily="18" charset="2"/>
                        </a:rPr>
                        <a:t>P</a:t>
                      </a:r>
                    </a:p>
                  </a:txBody>
                  <a:tcPr marL="8532" marR="8532" marT="85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4618842"/>
                  </a:ext>
                </a:extLst>
              </a:tr>
              <a:tr h="222818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Multimedia control - Calling, Music etc.,</a:t>
                      </a:r>
                    </a:p>
                  </a:txBody>
                  <a:tcPr marL="8532" marR="8532" marT="85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50" b="1" i="0" u="none" strike="noStrike" dirty="0">
                          <a:solidFill>
                            <a:srgbClr val="00B050"/>
                          </a:solidFill>
                          <a:effectLst/>
                          <a:latin typeface="Wingdings 2" panose="05020102010507070707" pitchFamily="18" charset="2"/>
                        </a:rPr>
                        <a:t>P</a:t>
                      </a:r>
                    </a:p>
                  </a:txBody>
                  <a:tcPr marL="8532" marR="8532" marT="85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50" b="1" i="0" u="none" strike="noStrike">
                          <a:solidFill>
                            <a:srgbClr val="00B050"/>
                          </a:solidFill>
                          <a:effectLst/>
                          <a:latin typeface="Wingdings 2" panose="05020102010507070707" pitchFamily="18" charset="2"/>
                        </a:rPr>
                        <a:t>P</a:t>
                      </a:r>
                    </a:p>
                  </a:txBody>
                  <a:tcPr marL="8532" marR="8532" marT="85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50" b="1" i="0" u="none" strike="noStrike">
                          <a:solidFill>
                            <a:srgbClr val="00B050"/>
                          </a:solidFill>
                          <a:effectLst/>
                          <a:latin typeface="Wingdings 2" panose="05020102010507070707" pitchFamily="18" charset="2"/>
                        </a:rPr>
                        <a:t>P</a:t>
                      </a:r>
                    </a:p>
                  </a:txBody>
                  <a:tcPr marL="8532" marR="8532" marT="85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50" b="1" i="0" u="none" strike="noStrike">
                          <a:solidFill>
                            <a:srgbClr val="00B050"/>
                          </a:solidFill>
                          <a:effectLst/>
                          <a:latin typeface="Wingdings 2" panose="05020102010507070707" pitchFamily="18" charset="2"/>
                        </a:rPr>
                        <a:t>P</a:t>
                      </a:r>
                    </a:p>
                  </a:txBody>
                  <a:tcPr marL="8532" marR="8532" marT="85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50" b="1" i="0" u="none" strike="noStrike">
                          <a:solidFill>
                            <a:srgbClr val="00B050"/>
                          </a:solidFill>
                          <a:effectLst/>
                          <a:latin typeface="Wingdings 2" panose="05020102010507070707" pitchFamily="18" charset="2"/>
                        </a:rPr>
                        <a:t>P</a:t>
                      </a:r>
                    </a:p>
                  </a:txBody>
                  <a:tcPr marL="8532" marR="8532" marT="85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5971895"/>
                  </a:ext>
                </a:extLst>
              </a:tr>
              <a:tr h="222818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Turn by turn navigation, Live location tracking</a:t>
                      </a:r>
                    </a:p>
                  </a:txBody>
                  <a:tcPr marL="8532" marR="8532" marT="85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50" b="1" i="0" u="none" strike="noStrike">
                          <a:solidFill>
                            <a:srgbClr val="00B050"/>
                          </a:solidFill>
                          <a:effectLst/>
                          <a:latin typeface="Wingdings 2" panose="05020102010507070707" pitchFamily="18" charset="2"/>
                        </a:rPr>
                        <a:t>P</a:t>
                      </a:r>
                    </a:p>
                  </a:txBody>
                  <a:tcPr marL="8532" marR="8532" marT="85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50" b="1" i="0" u="none" strike="noStrike">
                          <a:solidFill>
                            <a:srgbClr val="00B050"/>
                          </a:solidFill>
                          <a:effectLst/>
                          <a:latin typeface="Wingdings 2" panose="05020102010507070707" pitchFamily="18" charset="2"/>
                        </a:rPr>
                        <a:t>P</a:t>
                      </a:r>
                    </a:p>
                  </a:txBody>
                  <a:tcPr marL="8532" marR="8532" marT="85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50" b="1" i="0" u="none" strike="noStrike" dirty="0">
                          <a:solidFill>
                            <a:srgbClr val="00B050"/>
                          </a:solidFill>
                          <a:effectLst/>
                          <a:latin typeface="Wingdings 2" panose="05020102010507070707" pitchFamily="18" charset="2"/>
                        </a:rPr>
                        <a:t>P</a:t>
                      </a:r>
                    </a:p>
                  </a:txBody>
                  <a:tcPr marL="8532" marR="8532" marT="85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50" b="1" i="0" u="none" strike="noStrike" dirty="0">
                          <a:solidFill>
                            <a:srgbClr val="00B050"/>
                          </a:solidFill>
                          <a:effectLst/>
                          <a:latin typeface="Wingdings 2" panose="05020102010507070707" pitchFamily="18" charset="2"/>
                        </a:rPr>
                        <a:t>P</a:t>
                      </a:r>
                    </a:p>
                  </a:txBody>
                  <a:tcPr marL="8532" marR="8532" marT="85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50" b="1" i="0" u="none" strike="noStrike">
                          <a:solidFill>
                            <a:srgbClr val="00B050"/>
                          </a:solidFill>
                          <a:effectLst/>
                          <a:latin typeface="Wingdings 2" panose="05020102010507070707" pitchFamily="18" charset="2"/>
                        </a:rPr>
                        <a:t>P</a:t>
                      </a:r>
                    </a:p>
                  </a:txBody>
                  <a:tcPr marL="8532" marR="8532" marT="85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000447"/>
                  </a:ext>
                </a:extLst>
              </a:tr>
              <a:tr h="334227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Multiway connectivity - Helmet / Cluster / Mobile / Smart watch</a:t>
                      </a:r>
                    </a:p>
                  </a:txBody>
                  <a:tcPr marL="8532" marR="8532" marT="85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50" b="1" i="0" u="none" strike="noStrike">
                          <a:solidFill>
                            <a:srgbClr val="00B050"/>
                          </a:solidFill>
                          <a:effectLst/>
                          <a:latin typeface="Wingdings 2" panose="05020102010507070707" pitchFamily="18" charset="2"/>
                        </a:rPr>
                        <a:t>P</a:t>
                      </a:r>
                    </a:p>
                  </a:txBody>
                  <a:tcPr marL="8532" marR="8532" marT="85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50" b="1" i="0" u="none" strike="noStrike">
                          <a:solidFill>
                            <a:srgbClr val="00B050"/>
                          </a:solidFill>
                          <a:effectLst/>
                          <a:latin typeface="Wingdings 2" panose="05020102010507070707" pitchFamily="18" charset="2"/>
                        </a:rPr>
                        <a:t>P</a:t>
                      </a:r>
                    </a:p>
                  </a:txBody>
                  <a:tcPr marL="8532" marR="8532" marT="85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50" b="1" i="0" u="none" strike="noStrike">
                          <a:solidFill>
                            <a:srgbClr val="00B050"/>
                          </a:solidFill>
                          <a:effectLst/>
                          <a:latin typeface="Wingdings 2" panose="05020102010507070707" pitchFamily="18" charset="2"/>
                        </a:rPr>
                        <a:t>P</a:t>
                      </a:r>
                    </a:p>
                  </a:txBody>
                  <a:tcPr marL="8532" marR="8532" marT="85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50" b="1" i="0" u="none" strike="noStrike" dirty="0">
                          <a:solidFill>
                            <a:srgbClr val="00B050"/>
                          </a:solidFill>
                          <a:effectLst/>
                          <a:latin typeface="Wingdings 2" panose="05020102010507070707" pitchFamily="18" charset="2"/>
                        </a:rPr>
                        <a:t>P</a:t>
                      </a:r>
                    </a:p>
                  </a:txBody>
                  <a:tcPr marL="8532" marR="8532" marT="85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50" b="1" i="0" u="none" strike="noStrike" dirty="0">
                          <a:solidFill>
                            <a:srgbClr val="00B050"/>
                          </a:solidFill>
                          <a:effectLst/>
                          <a:latin typeface="Wingdings 2" panose="05020102010507070707" pitchFamily="18" charset="2"/>
                        </a:rPr>
                        <a:t>P</a:t>
                      </a:r>
                    </a:p>
                  </a:txBody>
                  <a:tcPr marL="8532" marR="8532" marT="85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3247586"/>
                  </a:ext>
                </a:extLst>
              </a:tr>
              <a:tr h="334227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Voice Assist, Telematics, Remote immobilization &amp; geo-fencing</a:t>
                      </a:r>
                    </a:p>
                  </a:txBody>
                  <a:tcPr marL="8532" marR="8532" marT="85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50" b="1" i="0" u="none" strike="noStrike">
                          <a:solidFill>
                            <a:srgbClr val="00B050"/>
                          </a:solidFill>
                          <a:effectLst/>
                          <a:latin typeface="Wingdings 2" panose="05020102010507070707" pitchFamily="18" charset="2"/>
                        </a:rPr>
                        <a:t>P</a:t>
                      </a:r>
                    </a:p>
                  </a:txBody>
                  <a:tcPr marL="8532" marR="8532" marT="85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50" b="1" i="0" u="none" strike="noStrike">
                          <a:solidFill>
                            <a:srgbClr val="00B050"/>
                          </a:solidFill>
                          <a:effectLst/>
                          <a:latin typeface="Wingdings 2" panose="05020102010507070707" pitchFamily="18" charset="2"/>
                        </a:rPr>
                        <a:t>P</a:t>
                      </a:r>
                    </a:p>
                  </a:txBody>
                  <a:tcPr marL="8532" marR="8532" marT="85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50" b="1" i="0" u="none" strike="noStrike">
                          <a:solidFill>
                            <a:srgbClr val="00B050"/>
                          </a:solidFill>
                          <a:effectLst/>
                          <a:latin typeface="Wingdings 2" panose="05020102010507070707" pitchFamily="18" charset="2"/>
                        </a:rPr>
                        <a:t>P</a:t>
                      </a:r>
                    </a:p>
                  </a:txBody>
                  <a:tcPr marL="8532" marR="8532" marT="85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50" b="1" i="0" u="none" strike="noStrike" dirty="0">
                          <a:solidFill>
                            <a:srgbClr val="00B050"/>
                          </a:solidFill>
                          <a:effectLst/>
                          <a:latin typeface="Wingdings 2" panose="05020102010507070707" pitchFamily="18" charset="2"/>
                        </a:rPr>
                        <a:t>P</a:t>
                      </a:r>
                    </a:p>
                  </a:txBody>
                  <a:tcPr marL="8532" marR="8532" marT="85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50" b="1" i="0" u="none" strike="noStrike" dirty="0">
                          <a:solidFill>
                            <a:srgbClr val="00B050"/>
                          </a:solidFill>
                          <a:effectLst/>
                          <a:latin typeface="Wingdings 2" panose="05020102010507070707" pitchFamily="18" charset="2"/>
                        </a:rPr>
                        <a:t>P</a:t>
                      </a:r>
                    </a:p>
                  </a:txBody>
                  <a:tcPr marL="8532" marR="8532" marT="85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234965"/>
                  </a:ext>
                </a:extLst>
              </a:tr>
              <a:tr h="222818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Go-pro control, F-OTA</a:t>
                      </a:r>
                    </a:p>
                  </a:txBody>
                  <a:tcPr marL="8532" marR="8532" marT="85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50" b="1" i="0" u="none" strike="noStrike">
                          <a:solidFill>
                            <a:srgbClr val="00B050"/>
                          </a:solidFill>
                          <a:effectLst/>
                          <a:latin typeface="Wingdings 2" panose="05020102010507070707" pitchFamily="18" charset="2"/>
                        </a:rPr>
                        <a:t>P</a:t>
                      </a:r>
                    </a:p>
                  </a:txBody>
                  <a:tcPr marL="8532" marR="8532" marT="85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50" b="1" i="0" u="none" strike="noStrike">
                          <a:solidFill>
                            <a:srgbClr val="00B050"/>
                          </a:solidFill>
                          <a:effectLst/>
                          <a:latin typeface="Wingdings 2" panose="05020102010507070707" pitchFamily="18" charset="2"/>
                        </a:rPr>
                        <a:t>P</a:t>
                      </a:r>
                    </a:p>
                  </a:txBody>
                  <a:tcPr marL="8532" marR="8532" marT="85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50" b="1" i="0" u="none" strike="noStrike">
                          <a:solidFill>
                            <a:srgbClr val="00B050"/>
                          </a:solidFill>
                          <a:effectLst/>
                          <a:latin typeface="Wingdings 2" panose="05020102010507070707" pitchFamily="18" charset="2"/>
                        </a:rPr>
                        <a:t>P</a:t>
                      </a:r>
                    </a:p>
                  </a:txBody>
                  <a:tcPr marL="8532" marR="8532" marT="85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50" b="1" i="0" u="none" strike="noStrike" dirty="0">
                          <a:solidFill>
                            <a:srgbClr val="00B050"/>
                          </a:solidFill>
                          <a:effectLst/>
                          <a:latin typeface="Wingdings 2" panose="05020102010507070707" pitchFamily="18" charset="2"/>
                        </a:rPr>
                        <a:t>P</a:t>
                      </a:r>
                    </a:p>
                  </a:txBody>
                  <a:tcPr marL="8532" marR="8532" marT="85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50" b="1" i="0" u="none" strike="noStrike" dirty="0">
                          <a:solidFill>
                            <a:srgbClr val="00B050"/>
                          </a:solidFill>
                          <a:effectLst/>
                          <a:latin typeface="Wingdings 2" panose="05020102010507070707" pitchFamily="18" charset="2"/>
                        </a:rPr>
                        <a:t>P</a:t>
                      </a:r>
                    </a:p>
                  </a:txBody>
                  <a:tcPr marL="8532" marR="8532" marT="85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7974160"/>
                  </a:ext>
                </a:extLst>
              </a:tr>
              <a:tr h="668453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 Ride Modes - Rain, Urban, Tour, Enduro, Rider configurable</a:t>
                      </a:r>
                      <a:b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</a:b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Engine - 2</a:t>
                      </a:r>
                      <a:b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</a:b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ABS - 3</a:t>
                      </a:r>
                    </a:p>
                  </a:txBody>
                  <a:tcPr marL="8532" marR="8532" marT="85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50" b="1" i="0" u="none" strike="noStrike">
                          <a:solidFill>
                            <a:srgbClr val="00B050"/>
                          </a:solidFill>
                          <a:effectLst/>
                          <a:latin typeface="Wingdings 2" panose="05020102010507070707" pitchFamily="18" charset="2"/>
                        </a:rPr>
                        <a:t>P</a:t>
                      </a:r>
                    </a:p>
                  </a:txBody>
                  <a:tcPr marL="8532" marR="8532" marT="85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50" b="1" i="0" u="none" strike="noStrike">
                          <a:solidFill>
                            <a:srgbClr val="00B050"/>
                          </a:solidFill>
                          <a:effectLst/>
                          <a:latin typeface="Wingdings 2" panose="05020102010507070707" pitchFamily="18" charset="2"/>
                        </a:rPr>
                        <a:t>P</a:t>
                      </a:r>
                    </a:p>
                  </a:txBody>
                  <a:tcPr marL="8532" marR="8532" marT="85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50" b="1" i="0" u="none" strike="noStrike">
                          <a:solidFill>
                            <a:srgbClr val="00B050"/>
                          </a:solidFill>
                          <a:effectLst/>
                          <a:latin typeface="Wingdings 2" panose="05020102010507070707" pitchFamily="18" charset="2"/>
                        </a:rPr>
                        <a:t>P</a:t>
                      </a:r>
                    </a:p>
                  </a:txBody>
                  <a:tcPr marL="8532" marR="8532" marT="85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50" b="1" i="0" u="none" strike="noStrike" dirty="0">
                          <a:solidFill>
                            <a:srgbClr val="00B050"/>
                          </a:solidFill>
                          <a:effectLst/>
                          <a:latin typeface="Wingdings 2" panose="05020102010507070707" pitchFamily="18" charset="2"/>
                        </a:rPr>
                        <a:t>P</a:t>
                      </a:r>
                    </a:p>
                  </a:txBody>
                  <a:tcPr marL="8532" marR="8532" marT="85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50" b="1" i="0" u="none" strike="noStrike" dirty="0">
                          <a:solidFill>
                            <a:srgbClr val="00B050"/>
                          </a:solidFill>
                          <a:effectLst/>
                          <a:latin typeface="Wingdings 2" panose="05020102010507070707" pitchFamily="18" charset="2"/>
                        </a:rPr>
                        <a:t>P</a:t>
                      </a:r>
                    </a:p>
                  </a:txBody>
                  <a:tcPr marL="8532" marR="8532" marT="85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5978466"/>
                  </a:ext>
                </a:extLst>
              </a:tr>
              <a:tr h="222818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TPMS</a:t>
                      </a:r>
                    </a:p>
                  </a:txBody>
                  <a:tcPr marL="8532" marR="8532" marT="85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50" b="1" i="0" u="none" strike="noStrike">
                          <a:solidFill>
                            <a:srgbClr val="00B050"/>
                          </a:solidFill>
                          <a:effectLst/>
                          <a:latin typeface="Wingdings 2" panose="05020102010507070707" pitchFamily="18" charset="2"/>
                        </a:rPr>
                        <a:t>P</a:t>
                      </a:r>
                    </a:p>
                  </a:txBody>
                  <a:tcPr marL="8532" marR="8532" marT="85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50" b="1" i="0" u="none" strike="noStrike">
                          <a:solidFill>
                            <a:srgbClr val="00B050"/>
                          </a:solidFill>
                          <a:effectLst/>
                          <a:latin typeface="Wingdings 2" panose="05020102010507070707" pitchFamily="18" charset="2"/>
                        </a:rPr>
                        <a:t>P</a:t>
                      </a:r>
                    </a:p>
                  </a:txBody>
                  <a:tcPr marL="8532" marR="8532" marT="85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50" b="1" i="0" u="none" strike="noStrike">
                          <a:solidFill>
                            <a:srgbClr val="FF0000"/>
                          </a:solidFill>
                          <a:effectLst/>
                          <a:latin typeface="Wingdings 2" panose="05020102010507070707" pitchFamily="18" charset="2"/>
                        </a:rPr>
                        <a:t>O</a:t>
                      </a:r>
                    </a:p>
                  </a:txBody>
                  <a:tcPr marL="8532" marR="8532" marT="85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50" b="1" i="0" u="none" strike="noStrike">
                          <a:solidFill>
                            <a:srgbClr val="00B050"/>
                          </a:solidFill>
                          <a:effectLst/>
                          <a:latin typeface="Wingdings 2" panose="05020102010507070707" pitchFamily="18" charset="2"/>
                        </a:rPr>
                        <a:t>P</a:t>
                      </a:r>
                    </a:p>
                  </a:txBody>
                  <a:tcPr marL="8532" marR="8532" marT="85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50" b="1" i="0" u="none" strike="noStrike" dirty="0">
                          <a:solidFill>
                            <a:srgbClr val="FF0000"/>
                          </a:solidFill>
                          <a:effectLst/>
                          <a:latin typeface="Wingdings 2" panose="05020102010507070707" pitchFamily="18" charset="2"/>
                        </a:rPr>
                        <a:t>O</a:t>
                      </a:r>
                    </a:p>
                  </a:txBody>
                  <a:tcPr marL="8532" marR="8532" marT="85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3708560"/>
                  </a:ext>
                </a:extLst>
              </a:tr>
              <a:tr h="222818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Keyless Entry - Ignition, tank cap and Seat</a:t>
                      </a:r>
                    </a:p>
                  </a:txBody>
                  <a:tcPr marL="8532" marR="8532" marT="85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50" b="1" i="0" u="none" strike="noStrike">
                          <a:solidFill>
                            <a:srgbClr val="00B050"/>
                          </a:solidFill>
                          <a:effectLst/>
                          <a:latin typeface="Wingdings 2" panose="05020102010507070707" pitchFamily="18" charset="2"/>
                        </a:rPr>
                        <a:t>P</a:t>
                      </a:r>
                    </a:p>
                  </a:txBody>
                  <a:tcPr marL="8532" marR="8532" marT="85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50" b="1" i="0" u="none" strike="noStrike">
                          <a:solidFill>
                            <a:srgbClr val="00B050"/>
                          </a:solidFill>
                          <a:effectLst/>
                          <a:latin typeface="Wingdings 2" panose="05020102010507070707" pitchFamily="18" charset="2"/>
                        </a:rPr>
                        <a:t>P</a:t>
                      </a:r>
                    </a:p>
                  </a:txBody>
                  <a:tcPr marL="8532" marR="8532" marT="85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50" b="1" i="0" u="none" strike="noStrike">
                          <a:solidFill>
                            <a:srgbClr val="00B050"/>
                          </a:solidFill>
                          <a:effectLst/>
                          <a:latin typeface="Wingdings 2" panose="05020102010507070707" pitchFamily="18" charset="2"/>
                        </a:rPr>
                        <a:t>P</a:t>
                      </a:r>
                    </a:p>
                  </a:txBody>
                  <a:tcPr marL="8532" marR="8532" marT="85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50" b="1" i="0" u="none" strike="noStrike">
                          <a:solidFill>
                            <a:srgbClr val="00B050"/>
                          </a:solidFill>
                          <a:effectLst/>
                          <a:latin typeface="Wingdings 2" panose="05020102010507070707" pitchFamily="18" charset="2"/>
                        </a:rPr>
                        <a:t>P</a:t>
                      </a:r>
                    </a:p>
                  </a:txBody>
                  <a:tcPr marL="8532" marR="8532" marT="85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50" b="1" i="0" u="none" strike="noStrike" dirty="0">
                          <a:solidFill>
                            <a:srgbClr val="00B050"/>
                          </a:solidFill>
                          <a:effectLst/>
                          <a:latin typeface="Wingdings 2" panose="05020102010507070707" pitchFamily="18" charset="2"/>
                        </a:rPr>
                        <a:t>P</a:t>
                      </a:r>
                    </a:p>
                  </a:txBody>
                  <a:tcPr marL="8532" marR="8532" marT="85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4725175"/>
                  </a:ext>
                </a:extLst>
              </a:tr>
              <a:tr h="222818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USB Charger -  C Type</a:t>
                      </a:r>
                    </a:p>
                  </a:txBody>
                  <a:tcPr marL="8532" marR="8532" marT="85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50" b="1" i="0" u="none" strike="noStrike">
                          <a:solidFill>
                            <a:srgbClr val="00B050"/>
                          </a:solidFill>
                          <a:effectLst/>
                          <a:latin typeface="Wingdings 2" panose="05020102010507070707" pitchFamily="18" charset="2"/>
                        </a:rPr>
                        <a:t>P</a:t>
                      </a:r>
                    </a:p>
                  </a:txBody>
                  <a:tcPr marL="8532" marR="8532" marT="85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50" b="1" i="0" u="none" strike="noStrike">
                          <a:solidFill>
                            <a:srgbClr val="00B050"/>
                          </a:solidFill>
                          <a:effectLst/>
                          <a:latin typeface="Wingdings 2" panose="05020102010507070707" pitchFamily="18" charset="2"/>
                        </a:rPr>
                        <a:t>P</a:t>
                      </a:r>
                    </a:p>
                  </a:txBody>
                  <a:tcPr marL="8532" marR="8532" marT="85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50" b="1" i="0" u="none" strike="noStrike">
                          <a:solidFill>
                            <a:srgbClr val="00B050"/>
                          </a:solidFill>
                          <a:effectLst/>
                          <a:latin typeface="Wingdings 2" panose="05020102010507070707" pitchFamily="18" charset="2"/>
                        </a:rPr>
                        <a:t>P</a:t>
                      </a:r>
                    </a:p>
                  </a:txBody>
                  <a:tcPr marL="8532" marR="8532" marT="85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50" b="1" i="0" u="none" strike="noStrike">
                          <a:solidFill>
                            <a:srgbClr val="00B050"/>
                          </a:solidFill>
                          <a:effectLst/>
                          <a:latin typeface="Wingdings 2" panose="05020102010507070707" pitchFamily="18" charset="2"/>
                        </a:rPr>
                        <a:t>P</a:t>
                      </a:r>
                    </a:p>
                  </a:txBody>
                  <a:tcPr marL="8532" marR="8532" marT="85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50" b="1" i="0" u="none" strike="noStrike" dirty="0">
                          <a:solidFill>
                            <a:srgbClr val="00B050"/>
                          </a:solidFill>
                          <a:effectLst/>
                          <a:latin typeface="Wingdings 2" panose="05020102010507070707" pitchFamily="18" charset="2"/>
                        </a:rPr>
                        <a:t>P</a:t>
                      </a:r>
                    </a:p>
                  </a:txBody>
                  <a:tcPr marL="8532" marR="8532" marT="85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1642334"/>
                  </a:ext>
                </a:extLst>
              </a:tr>
              <a:tr h="222818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Heated grips</a:t>
                      </a:r>
                    </a:p>
                  </a:txBody>
                  <a:tcPr marL="8532" marR="8532" marT="85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50" b="1" i="0" u="none" strike="noStrike">
                          <a:solidFill>
                            <a:srgbClr val="FF0000"/>
                          </a:solidFill>
                          <a:effectLst/>
                          <a:latin typeface="Wingdings 2" panose="05020102010507070707" pitchFamily="18" charset="2"/>
                        </a:rPr>
                        <a:t>O</a:t>
                      </a:r>
                    </a:p>
                  </a:txBody>
                  <a:tcPr marL="8532" marR="8532" marT="85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50" b="1" i="0" u="none" strike="noStrike">
                          <a:solidFill>
                            <a:srgbClr val="00B050"/>
                          </a:solidFill>
                          <a:effectLst/>
                          <a:latin typeface="Wingdings 2" panose="05020102010507070707" pitchFamily="18" charset="2"/>
                        </a:rPr>
                        <a:t>P</a:t>
                      </a:r>
                    </a:p>
                  </a:txBody>
                  <a:tcPr marL="8532" marR="8532" marT="85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50" b="1" i="0" u="none" strike="noStrike">
                          <a:solidFill>
                            <a:srgbClr val="FF0000"/>
                          </a:solidFill>
                          <a:effectLst/>
                          <a:latin typeface="Wingdings 2" panose="05020102010507070707" pitchFamily="18" charset="2"/>
                        </a:rPr>
                        <a:t>O</a:t>
                      </a:r>
                    </a:p>
                  </a:txBody>
                  <a:tcPr marL="8532" marR="8532" marT="85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50" b="1" i="0" u="none" strike="noStrike">
                          <a:solidFill>
                            <a:srgbClr val="00B050"/>
                          </a:solidFill>
                          <a:effectLst/>
                          <a:latin typeface="Wingdings 2" panose="05020102010507070707" pitchFamily="18" charset="2"/>
                        </a:rPr>
                        <a:t>P</a:t>
                      </a:r>
                    </a:p>
                  </a:txBody>
                  <a:tcPr marL="8532" marR="8532" marT="85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50" b="1" i="0" u="none" strike="noStrike" dirty="0">
                          <a:solidFill>
                            <a:srgbClr val="FF0000"/>
                          </a:solidFill>
                          <a:effectLst/>
                          <a:latin typeface="Wingdings 2" panose="05020102010507070707" pitchFamily="18" charset="2"/>
                        </a:rPr>
                        <a:t>O</a:t>
                      </a:r>
                    </a:p>
                  </a:txBody>
                  <a:tcPr marL="8532" marR="8532" marT="85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8112333"/>
                  </a:ext>
                </a:extLst>
              </a:tr>
              <a:tr h="222818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Heated Seat </a:t>
                      </a:r>
                    </a:p>
                  </a:txBody>
                  <a:tcPr marL="8532" marR="8532" marT="85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50" b="1" i="0" u="none" strike="noStrike">
                          <a:solidFill>
                            <a:srgbClr val="FF0000"/>
                          </a:solidFill>
                          <a:effectLst/>
                          <a:latin typeface="Wingdings 2" panose="05020102010507070707" pitchFamily="18" charset="2"/>
                        </a:rPr>
                        <a:t>O</a:t>
                      </a:r>
                    </a:p>
                  </a:txBody>
                  <a:tcPr marL="8532" marR="8532" marT="85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50" b="1" i="0" u="none" strike="noStrike">
                          <a:solidFill>
                            <a:srgbClr val="00B050"/>
                          </a:solidFill>
                          <a:effectLst/>
                          <a:latin typeface="Wingdings 2" panose="05020102010507070707" pitchFamily="18" charset="2"/>
                        </a:rPr>
                        <a:t>P</a:t>
                      </a:r>
                    </a:p>
                  </a:txBody>
                  <a:tcPr marL="8532" marR="8532" marT="85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50" b="1" i="0" u="none" strike="noStrike">
                          <a:solidFill>
                            <a:srgbClr val="FF0000"/>
                          </a:solidFill>
                          <a:effectLst/>
                          <a:latin typeface="Wingdings 2" panose="05020102010507070707" pitchFamily="18" charset="2"/>
                        </a:rPr>
                        <a:t>O</a:t>
                      </a:r>
                    </a:p>
                  </a:txBody>
                  <a:tcPr marL="8532" marR="8532" marT="85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50" b="1" i="0" u="none" strike="noStrike">
                          <a:solidFill>
                            <a:srgbClr val="00B050"/>
                          </a:solidFill>
                          <a:effectLst/>
                          <a:latin typeface="Wingdings 2" panose="05020102010507070707" pitchFamily="18" charset="2"/>
                        </a:rPr>
                        <a:t>P</a:t>
                      </a:r>
                    </a:p>
                  </a:txBody>
                  <a:tcPr marL="8532" marR="8532" marT="85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050" b="1" i="0" u="none" strike="noStrike" dirty="0">
                          <a:solidFill>
                            <a:srgbClr val="FF0000"/>
                          </a:solidFill>
                          <a:effectLst/>
                          <a:latin typeface="Wingdings 2" panose="05020102010507070707" pitchFamily="18" charset="2"/>
                        </a:rPr>
                        <a:t>O</a:t>
                      </a:r>
                    </a:p>
                  </a:txBody>
                  <a:tcPr marL="8532" marR="8532" marT="853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89946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670566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180DFB-F3B8-256A-0B68-CD5F384670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F5AB8E-D5D9-D8E0-A590-AC7B8EB9B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635EA-281D-47C8-A0EC-B8A06226CB83}" type="slidenum">
              <a:rPr lang="en-IN" smtClean="0"/>
              <a:t>6</a:t>
            </a:fld>
            <a:endParaRPr lang="en-IN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15A07EB-3585-2D95-C474-EB4311DE98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SKU vs Features Matrix</a:t>
            </a:r>
            <a:endParaRPr lang="en-IN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E879AEA-E0A8-7CAA-7333-A7D03C6F16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058626"/>
              </p:ext>
            </p:extLst>
          </p:nvPr>
        </p:nvGraphicFramePr>
        <p:xfrm>
          <a:off x="1094283" y="779488"/>
          <a:ext cx="10124608" cy="5710218"/>
        </p:xfrm>
        <a:graphic>
          <a:graphicData uri="http://schemas.openxmlformats.org/drawingml/2006/table">
            <a:tbl>
              <a:tblPr/>
              <a:tblGrid>
                <a:gridCol w="2822905">
                  <a:extLst>
                    <a:ext uri="{9D8B030D-6E8A-4147-A177-3AD203B41FA5}">
                      <a16:colId xmlns:a16="http://schemas.microsoft.com/office/drawing/2014/main" val="2211036124"/>
                    </a:ext>
                  </a:extLst>
                </a:gridCol>
                <a:gridCol w="1293174">
                  <a:extLst>
                    <a:ext uri="{9D8B030D-6E8A-4147-A177-3AD203B41FA5}">
                      <a16:colId xmlns:a16="http://schemas.microsoft.com/office/drawing/2014/main" val="2027259628"/>
                    </a:ext>
                  </a:extLst>
                </a:gridCol>
                <a:gridCol w="1167011">
                  <a:extLst>
                    <a:ext uri="{9D8B030D-6E8A-4147-A177-3AD203B41FA5}">
                      <a16:colId xmlns:a16="http://schemas.microsoft.com/office/drawing/2014/main" val="231841740"/>
                    </a:ext>
                  </a:extLst>
                </a:gridCol>
                <a:gridCol w="1372026">
                  <a:extLst>
                    <a:ext uri="{9D8B030D-6E8A-4147-A177-3AD203B41FA5}">
                      <a16:colId xmlns:a16="http://schemas.microsoft.com/office/drawing/2014/main" val="2535164850"/>
                    </a:ext>
                  </a:extLst>
                </a:gridCol>
                <a:gridCol w="1797827">
                  <a:extLst>
                    <a:ext uri="{9D8B030D-6E8A-4147-A177-3AD203B41FA5}">
                      <a16:colId xmlns:a16="http://schemas.microsoft.com/office/drawing/2014/main" val="3277856692"/>
                    </a:ext>
                  </a:extLst>
                </a:gridCol>
                <a:gridCol w="1671665">
                  <a:extLst>
                    <a:ext uri="{9D8B030D-6E8A-4147-A177-3AD203B41FA5}">
                      <a16:colId xmlns:a16="http://schemas.microsoft.com/office/drawing/2014/main" val="1178817781"/>
                    </a:ext>
                  </a:extLst>
                </a:gridCol>
              </a:tblGrid>
              <a:tr h="23547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Features</a:t>
                      </a:r>
                    </a:p>
                  </a:txBody>
                  <a:tcPr marL="8972" marR="8972" marT="8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J107 ECE Base</a:t>
                      </a:r>
                    </a:p>
                  </a:txBody>
                  <a:tcPr marL="8972" marR="8972" marT="8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J107 ECE Top</a:t>
                      </a:r>
                    </a:p>
                  </a:txBody>
                  <a:tcPr marL="8972" marR="8972" marT="8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J107 India Base</a:t>
                      </a:r>
                    </a:p>
                  </a:txBody>
                  <a:tcPr marL="8972" marR="8972" marT="8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J107 India Tech pack</a:t>
                      </a:r>
                    </a:p>
                  </a:txBody>
                  <a:tcPr marL="8972" marR="8972" marT="8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J107 India Tour pack</a:t>
                      </a:r>
                    </a:p>
                  </a:txBody>
                  <a:tcPr marL="8972" marR="8972" marT="8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948181"/>
                  </a:ext>
                </a:extLst>
              </a:tr>
              <a:tr h="235473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Gear Shift assist / </a:t>
                      </a:r>
                      <a:r>
                        <a:rPr lang="en-IN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Quickshifter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8972" marR="8972" marT="8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 dirty="0">
                          <a:solidFill>
                            <a:srgbClr val="00B050"/>
                          </a:solidFill>
                          <a:effectLst/>
                          <a:latin typeface="Wingdings 2" panose="05020102010507070707" pitchFamily="18" charset="2"/>
                        </a:rPr>
                        <a:t>P</a:t>
                      </a:r>
                    </a:p>
                  </a:txBody>
                  <a:tcPr marL="8972" marR="8972" marT="8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00B050"/>
                          </a:solidFill>
                          <a:effectLst/>
                          <a:latin typeface="Wingdings 2" panose="05020102010507070707" pitchFamily="18" charset="2"/>
                        </a:rPr>
                        <a:t>P</a:t>
                      </a:r>
                    </a:p>
                  </a:txBody>
                  <a:tcPr marL="8972" marR="8972" marT="8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00B050"/>
                          </a:solidFill>
                          <a:effectLst/>
                          <a:latin typeface="Wingdings 2" panose="05020102010507070707" pitchFamily="18" charset="2"/>
                        </a:rPr>
                        <a:t>P</a:t>
                      </a:r>
                    </a:p>
                  </a:txBody>
                  <a:tcPr marL="8972" marR="8972" marT="8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00B050"/>
                          </a:solidFill>
                          <a:effectLst/>
                          <a:latin typeface="Wingdings 2" panose="05020102010507070707" pitchFamily="18" charset="2"/>
                        </a:rPr>
                        <a:t>P</a:t>
                      </a:r>
                    </a:p>
                  </a:txBody>
                  <a:tcPr marL="8972" marR="8972" marT="8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 dirty="0">
                          <a:solidFill>
                            <a:srgbClr val="00B050"/>
                          </a:solidFill>
                          <a:effectLst/>
                          <a:latin typeface="Wingdings 2" panose="05020102010507070707" pitchFamily="18" charset="2"/>
                        </a:rPr>
                        <a:t>P</a:t>
                      </a:r>
                    </a:p>
                  </a:txBody>
                  <a:tcPr marL="8972" marR="8972" marT="8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7892559"/>
                  </a:ext>
                </a:extLst>
              </a:tr>
              <a:tr h="235473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Adjustable hand brake lever / clutch lever</a:t>
                      </a:r>
                    </a:p>
                  </a:txBody>
                  <a:tcPr marL="8972" marR="8972" marT="8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 dirty="0">
                          <a:solidFill>
                            <a:srgbClr val="00B050"/>
                          </a:solidFill>
                          <a:effectLst/>
                          <a:latin typeface="Wingdings 2" panose="05020102010507070707" pitchFamily="18" charset="2"/>
                        </a:rPr>
                        <a:t>P</a:t>
                      </a:r>
                    </a:p>
                  </a:txBody>
                  <a:tcPr marL="8972" marR="8972" marT="8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00B050"/>
                          </a:solidFill>
                          <a:effectLst/>
                          <a:latin typeface="Wingdings 2" panose="05020102010507070707" pitchFamily="18" charset="2"/>
                        </a:rPr>
                        <a:t>P</a:t>
                      </a:r>
                    </a:p>
                  </a:txBody>
                  <a:tcPr marL="8972" marR="8972" marT="8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00B050"/>
                          </a:solidFill>
                          <a:effectLst/>
                          <a:latin typeface="Wingdings 2" panose="05020102010507070707" pitchFamily="18" charset="2"/>
                        </a:rPr>
                        <a:t>P</a:t>
                      </a:r>
                    </a:p>
                  </a:txBody>
                  <a:tcPr marL="8972" marR="8972" marT="8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00B050"/>
                          </a:solidFill>
                          <a:effectLst/>
                          <a:latin typeface="Wingdings 2" panose="05020102010507070707" pitchFamily="18" charset="2"/>
                        </a:rPr>
                        <a:t>P</a:t>
                      </a:r>
                    </a:p>
                  </a:txBody>
                  <a:tcPr marL="8972" marR="8972" marT="8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00B050"/>
                          </a:solidFill>
                          <a:effectLst/>
                          <a:latin typeface="Wingdings 2" panose="05020102010507070707" pitchFamily="18" charset="2"/>
                        </a:rPr>
                        <a:t>P</a:t>
                      </a:r>
                    </a:p>
                  </a:txBody>
                  <a:tcPr marL="8972" marR="8972" marT="8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3086523"/>
                  </a:ext>
                </a:extLst>
              </a:tr>
              <a:tr h="235473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Rally Footpeg (Extra wide)</a:t>
                      </a:r>
                    </a:p>
                  </a:txBody>
                  <a:tcPr marL="8972" marR="8972" marT="8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00B050"/>
                          </a:solidFill>
                          <a:effectLst/>
                          <a:latin typeface="Wingdings 2" panose="05020102010507070707" pitchFamily="18" charset="2"/>
                        </a:rPr>
                        <a:t>P</a:t>
                      </a:r>
                    </a:p>
                  </a:txBody>
                  <a:tcPr marL="8972" marR="8972" marT="8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00B050"/>
                          </a:solidFill>
                          <a:effectLst/>
                          <a:latin typeface="Wingdings 2" panose="05020102010507070707" pitchFamily="18" charset="2"/>
                        </a:rPr>
                        <a:t>P</a:t>
                      </a:r>
                    </a:p>
                  </a:txBody>
                  <a:tcPr marL="8972" marR="8972" marT="8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00B050"/>
                          </a:solidFill>
                          <a:effectLst/>
                          <a:latin typeface="Wingdings 2" panose="05020102010507070707" pitchFamily="18" charset="2"/>
                        </a:rPr>
                        <a:t>P</a:t>
                      </a:r>
                    </a:p>
                  </a:txBody>
                  <a:tcPr marL="8972" marR="8972" marT="8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00B050"/>
                          </a:solidFill>
                          <a:effectLst/>
                          <a:latin typeface="Wingdings 2" panose="05020102010507070707" pitchFamily="18" charset="2"/>
                        </a:rPr>
                        <a:t>P</a:t>
                      </a:r>
                    </a:p>
                  </a:txBody>
                  <a:tcPr marL="8972" marR="8972" marT="8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00B050"/>
                          </a:solidFill>
                          <a:effectLst/>
                          <a:latin typeface="Wingdings 2" panose="05020102010507070707" pitchFamily="18" charset="2"/>
                        </a:rPr>
                        <a:t>P</a:t>
                      </a:r>
                    </a:p>
                  </a:txBody>
                  <a:tcPr marL="8972" marR="8972" marT="8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2827653"/>
                  </a:ext>
                </a:extLst>
              </a:tr>
              <a:tr h="235473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Adjustable foot brake lever</a:t>
                      </a:r>
                    </a:p>
                  </a:txBody>
                  <a:tcPr marL="8972" marR="8972" marT="8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00B050"/>
                          </a:solidFill>
                          <a:effectLst/>
                          <a:latin typeface="Wingdings 2" panose="05020102010507070707" pitchFamily="18" charset="2"/>
                        </a:rPr>
                        <a:t>P</a:t>
                      </a:r>
                    </a:p>
                  </a:txBody>
                  <a:tcPr marL="8972" marR="8972" marT="8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 dirty="0">
                          <a:solidFill>
                            <a:srgbClr val="00B050"/>
                          </a:solidFill>
                          <a:effectLst/>
                          <a:latin typeface="Wingdings 2" panose="05020102010507070707" pitchFamily="18" charset="2"/>
                        </a:rPr>
                        <a:t>P</a:t>
                      </a:r>
                    </a:p>
                  </a:txBody>
                  <a:tcPr marL="8972" marR="8972" marT="8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00B050"/>
                          </a:solidFill>
                          <a:effectLst/>
                          <a:latin typeface="Wingdings 2" panose="05020102010507070707" pitchFamily="18" charset="2"/>
                        </a:rPr>
                        <a:t>P</a:t>
                      </a:r>
                    </a:p>
                  </a:txBody>
                  <a:tcPr marL="8972" marR="8972" marT="8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00B050"/>
                          </a:solidFill>
                          <a:effectLst/>
                          <a:latin typeface="Wingdings 2" panose="05020102010507070707" pitchFamily="18" charset="2"/>
                        </a:rPr>
                        <a:t>P</a:t>
                      </a:r>
                    </a:p>
                  </a:txBody>
                  <a:tcPr marL="8972" marR="8972" marT="8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00B050"/>
                          </a:solidFill>
                          <a:effectLst/>
                          <a:latin typeface="Wingdings 2" panose="05020102010507070707" pitchFamily="18" charset="2"/>
                        </a:rPr>
                        <a:t>P</a:t>
                      </a:r>
                    </a:p>
                  </a:txBody>
                  <a:tcPr marL="8972" marR="8972" marT="8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6676665"/>
                  </a:ext>
                </a:extLst>
              </a:tr>
              <a:tr h="235473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Adjustable gear lever / peg</a:t>
                      </a:r>
                    </a:p>
                  </a:txBody>
                  <a:tcPr marL="8972" marR="8972" marT="8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00B050"/>
                          </a:solidFill>
                          <a:effectLst/>
                          <a:latin typeface="Wingdings 2" panose="05020102010507070707" pitchFamily="18" charset="2"/>
                        </a:rPr>
                        <a:t>P</a:t>
                      </a:r>
                    </a:p>
                  </a:txBody>
                  <a:tcPr marL="8972" marR="8972" marT="8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00B050"/>
                          </a:solidFill>
                          <a:effectLst/>
                          <a:latin typeface="Wingdings 2" panose="05020102010507070707" pitchFamily="18" charset="2"/>
                        </a:rPr>
                        <a:t>P</a:t>
                      </a:r>
                    </a:p>
                  </a:txBody>
                  <a:tcPr marL="8972" marR="8972" marT="8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00B050"/>
                          </a:solidFill>
                          <a:effectLst/>
                          <a:latin typeface="Wingdings 2" panose="05020102010507070707" pitchFamily="18" charset="2"/>
                        </a:rPr>
                        <a:t>P</a:t>
                      </a:r>
                    </a:p>
                  </a:txBody>
                  <a:tcPr marL="8972" marR="8972" marT="8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00B050"/>
                          </a:solidFill>
                          <a:effectLst/>
                          <a:latin typeface="Wingdings 2" panose="05020102010507070707" pitchFamily="18" charset="2"/>
                        </a:rPr>
                        <a:t>P</a:t>
                      </a:r>
                    </a:p>
                  </a:txBody>
                  <a:tcPr marL="8972" marR="8972" marT="8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00B050"/>
                          </a:solidFill>
                          <a:effectLst/>
                          <a:latin typeface="Wingdings 2" panose="05020102010507070707" pitchFamily="18" charset="2"/>
                        </a:rPr>
                        <a:t>P</a:t>
                      </a:r>
                    </a:p>
                  </a:txBody>
                  <a:tcPr marL="8972" marR="8972" marT="8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3342976"/>
                  </a:ext>
                </a:extLst>
              </a:tr>
              <a:tr h="235473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Rear Grab Handles / Rear rack</a:t>
                      </a:r>
                    </a:p>
                  </a:txBody>
                  <a:tcPr marL="8972" marR="8972" marT="8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0000"/>
                          </a:solidFill>
                          <a:effectLst/>
                          <a:latin typeface="Wingdings 2" panose="05020102010507070707" pitchFamily="18" charset="2"/>
                        </a:rPr>
                        <a:t>O</a:t>
                      </a:r>
                    </a:p>
                  </a:txBody>
                  <a:tcPr marL="8972" marR="8972" marT="8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 dirty="0">
                          <a:solidFill>
                            <a:srgbClr val="00B050"/>
                          </a:solidFill>
                          <a:effectLst/>
                          <a:latin typeface="Wingdings 2" panose="05020102010507070707" pitchFamily="18" charset="2"/>
                        </a:rPr>
                        <a:t>P</a:t>
                      </a:r>
                    </a:p>
                  </a:txBody>
                  <a:tcPr marL="8972" marR="8972" marT="8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0000"/>
                          </a:solidFill>
                          <a:effectLst/>
                          <a:latin typeface="Wingdings 2" panose="05020102010507070707" pitchFamily="18" charset="2"/>
                        </a:rPr>
                        <a:t>O</a:t>
                      </a:r>
                    </a:p>
                  </a:txBody>
                  <a:tcPr marL="8972" marR="8972" marT="8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0000"/>
                          </a:solidFill>
                          <a:effectLst/>
                          <a:latin typeface="Wingdings 2" panose="05020102010507070707" pitchFamily="18" charset="2"/>
                        </a:rPr>
                        <a:t>O</a:t>
                      </a:r>
                    </a:p>
                  </a:txBody>
                  <a:tcPr marL="8972" marR="8972" marT="8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 dirty="0">
                          <a:solidFill>
                            <a:srgbClr val="00B050"/>
                          </a:solidFill>
                          <a:effectLst/>
                          <a:latin typeface="Wingdings 2" panose="05020102010507070707" pitchFamily="18" charset="2"/>
                        </a:rPr>
                        <a:t>P</a:t>
                      </a:r>
                    </a:p>
                  </a:txBody>
                  <a:tcPr marL="8972" marR="8972" marT="8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7719691"/>
                  </a:ext>
                </a:extLst>
              </a:tr>
              <a:tr h="235473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Easy adjustable windshield</a:t>
                      </a:r>
                    </a:p>
                  </a:txBody>
                  <a:tcPr marL="8972" marR="8972" marT="8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0000"/>
                          </a:solidFill>
                          <a:effectLst/>
                          <a:latin typeface="Wingdings 2" panose="05020102010507070707" pitchFamily="18" charset="2"/>
                        </a:rPr>
                        <a:t>O</a:t>
                      </a:r>
                    </a:p>
                  </a:txBody>
                  <a:tcPr marL="8972" marR="8972" marT="8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00B050"/>
                          </a:solidFill>
                          <a:effectLst/>
                          <a:latin typeface="Wingdings 2" panose="05020102010507070707" pitchFamily="18" charset="2"/>
                        </a:rPr>
                        <a:t>P</a:t>
                      </a:r>
                    </a:p>
                  </a:txBody>
                  <a:tcPr marL="8972" marR="8972" marT="8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0000"/>
                          </a:solidFill>
                          <a:effectLst/>
                          <a:latin typeface="Wingdings 2" panose="05020102010507070707" pitchFamily="18" charset="2"/>
                        </a:rPr>
                        <a:t>O</a:t>
                      </a:r>
                    </a:p>
                  </a:txBody>
                  <a:tcPr marL="8972" marR="8972" marT="8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0000"/>
                          </a:solidFill>
                          <a:effectLst/>
                          <a:latin typeface="Wingdings 2" panose="05020102010507070707" pitchFamily="18" charset="2"/>
                        </a:rPr>
                        <a:t>O</a:t>
                      </a:r>
                    </a:p>
                  </a:txBody>
                  <a:tcPr marL="8972" marR="8972" marT="8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 dirty="0">
                          <a:solidFill>
                            <a:srgbClr val="00B050"/>
                          </a:solidFill>
                          <a:effectLst/>
                          <a:latin typeface="Wingdings 2" panose="05020102010507070707" pitchFamily="18" charset="2"/>
                        </a:rPr>
                        <a:t>P</a:t>
                      </a:r>
                    </a:p>
                  </a:txBody>
                  <a:tcPr marL="8972" marR="8972" marT="8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8911908"/>
                  </a:ext>
                </a:extLst>
              </a:tr>
              <a:tr h="235473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Switchable rear ABS</a:t>
                      </a:r>
                    </a:p>
                  </a:txBody>
                  <a:tcPr marL="8972" marR="8972" marT="8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00B050"/>
                          </a:solidFill>
                          <a:effectLst/>
                          <a:latin typeface="Wingdings 2" panose="05020102010507070707" pitchFamily="18" charset="2"/>
                        </a:rPr>
                        <a:t>P</a:t>
                      </a:r>
                    </a:p>
                  </a:txBody>
                  <a:tcPr marL="8972" marR="8972" marT="8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 dirty="0">
                          <a:solidFill>
                            <a:srgbClr val="00B050"/>
                          </a:solidFill>
                          <a:effectLst/>
                          <a:latin typeface="Wingdings 2" panose="05020102010507070707" pitchFamily="18" charset="2"/>
                        </a:rPr>
                        <a:t>P</a:t>
                      </a:r>
                    </a:p>
                  </a:txBody>
                  <a:tcPr marL="8972" marR="8972" marT="8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00B050"/>
                          </a:solidFill>
                          <a:effectLst/>
                          <a:latin typeface="Wingdings 2" panose="05020102010507070707" pitchFamily="18" charset="2"/>
                        </a:rPr>
                        <a:t>P</a:t>
                      </a:r>
                    </a:p>
                  </a:txBody>
                  <a:tcPr marL="8972" marR="8972" marT="8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00B050"/>
                          </a:solidFill>
                          <a:effectLst/>
                          <a:latin typeface="Wingdings 2" panose="05020102010507070707" pitchFamily="18" charset="2"/>
                        </a:rPr>
                        <a:t>P</a:t>
                      </a:r>
                    </a:p>
                  </a:txBody>
                  <a:tcPr marL="8972" marR="8972" marT="8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00B050"/>
                          </a:solidFill>
                          <a:effectLst/>
                          <a:latin typeface="Wingdings 2" panose="05020102010507070707" pitchFamily="18" charset="2"/>
                        </a:rPr>
                        <a:t>P</a:t>
                      </a:r>
                    </a:p>
                  </a:txBody>
                  <a:tcPr marL="8972" marR="8972" marT="8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0310921"/>
                  </a:ext>
                </a:extLst>
              </a:tr>
              <a:tr h="235473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Linear Traction Control</a:t>
                      </a:r>
                    </a:p>
                  </a:txBody>
                  <a:tcPr marL="8972" marR="8972" marT="8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00B050"/>
                          </a:solidFill>
                          <a:effectLst/>
                          <a:latin typeface="Wingdings 2" panose="05020102010507070707" pitchFamily="18" charset="2"/>
                        </a:rPr>
                        <a:t>P</a:t>
                      </a:r>
                    </a:p>
                  </a:txBody>
                  <a:tcPr marL="8972" marR="8972" marT="8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00B050"/>
                          </a:solidFill>
                          <a:effectLst/>
                          <a:latin typeface="Wingdings 2" panose="05020102010507070707" pitchFamily="18" charset="2"/>
                        </a:rPr>
                        <a:t>P</a:t>
                      </a:r>
                    </a:p>
                  </a:txBody>
                  <a:tcPr marL="8972" marR="8972" marT="8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 dirty="0">
                          <a:solidFill>
                            <a:srgbClr val="00B050"/>
                          </a:solidFill>
                          <a:effectLst/>
                          <a:latin typeface="Wingdings 2" panose="05020102010507070707" pitchFamily="18" charset="2"/>
                        </a:rPr>
                        <a:t>P</a:t>
                      </a:r>
                    </a:p>
                  </a:txBody>
                  <a:tcPr marL="8972" marR="8972" marT="8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00B050"/>
                          </a:solidFill>
                          <a:effectLst/>
                          <a:latin typeface="Wingdings 2" panose="05020102010507070707" pitchFamily="18" charset="2"/>
                        </a:rPr>
                        <a:t>P</a:t>
                      </a:r>
                    </a:p>
                  </a:txBody>
                  <a:tcPr marL="8972" marR="8972" marT="8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00B050"/>
                          </a:solidFill>
                          <a:effectLst/>
                          <a:latin typeface="Wingdings 2" panose="05020102010507070707" pitchFamily="18" charset="2"/>
                        </a:rPr>
                        <a:t>P</a:t>
                      </a:r>
                    </a:p>
                  </a:txBody>
                  <a:tcPr marL="8972" marR="8972" marT="8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7228822"/>
                  </a:ext>
                </a:extLst>
              </a:tr>
              <a:tr h="235473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Cruise Control</a:t>
                      </a:r>
                    </a:p>
                  </a:txBody>
                  <a:tcPr marL="8972" marR="8972" marT="8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00B050"/>
                          </a:solidFill>
                          <a:effectLst/>
                          <a:latin typeface="Wingdings 2" panose="05020102010507070707" pitchFamily="18" charset="2"/>
                        </a:rPr>
                        <a:t>P</a:t>
                      </a:r>
                    </a:p>
                  </a:txBody>
                  <a:tcPr marL="8972" marR="8972" marT="8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00B050"/>
                          </a:solidFill>
                          <a:effectLst/>
                          <a:latin typeface="Wingdings 2" panose="05020102010507070707" pitchFamily="18" charset="2"/>
                        </a:rPr>
                        <a:t>P</a:t>
                      </a:r>
                    </a:p>
                  </a:txBody>
                  <a:tcPr marL="8972" marR="8972" marT="8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00B050"/>
                          </a:solidFill>
                          <a:effectLst/>
                          <a:latin typeface="Wingdings 2" panose="05020102010507070707" pitchFamily="18" charset="2"/>
                        </a:rPr>
                        <a:t>P</a:t>
                      </a:r>
                    </a:p>
                  </a:txBody>
                  <a:tcPr marL="8972" marR="8972" marT="8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00B050"/>
                          </a:solidFill>
                          <a:effectLst/>
                          <a:latin typeface="Wingdings 2" panose="05020102010507070707" pitchFamily="18" charset="2"/>
                        </a:rPr>
                        <a:t>P</a:t>
                      </a:r>
                    </a:p>
                  </a:txBody>
                  <a:tcPr marL="8972" marR="8972" marT="8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00B050"/>
                          </a:solidFill>
                          <a:effectLst/>
                          <a:latin typeface="Wingdings 2" panose="05020102010507070707" pitchFamily="18" charset="2"/>
                        </a:rPr>
                        <a:t>P</a:t>
                      </a:r>
                    </a:p>
                  </a:txBody>
                  <a:tcPr marL="8972" marR="8972" marT="8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970956"/>
                  </a:ext>
                </a:extLst>
              </a:tr>
              <a:tr h="235473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Cornering cruise control </a:t>
                      </a:r>
                    </a:p>
                  </a:txBody>
                  <a:tcPr marL="8972" marR="8972" marT="8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 dirty="0">
                          <a:solidFill>
                            <a:srgbClr val="00B050"/>
                          </a:solidFill>
                          <a:effectLst/>
                          <a:latin typeface="Wingdings 2" panose="05020102010507070707" pitchFamily="18" charset="2"/>
                        </a:rPr>
                        <a:t>P</a:t>
                      </a:r>
                    </a:p>
                  </a:txBody>
                  <a:tcPr marL="8972" marR="8972" marT="8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00B050"/>
                          </a:solidFill>
                          <a:effectLst/>
                          <a:latin typeface="Wingdings 2" panose="05020102010507070707" pitchFamily="18" charset="2"/>
                        </a:rPr>
                        <a:t>P</a:t>
                      </a:r>
                    </a:p>
                  </a:txBody>
                  <a:tcPr marL="8972" marR="8972" marT="8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 dirty="0">
                          <a:solidFill>
                            <a:srgbClr val="00B050"/>
                          </a:solidFill>
                          <a:effectLst/>
                          <a:latin typeface="Wingdings 2" panose="05020102010507070707" pitchFamily="18" charset="2"/>
                        </a:rPr>
                        <a:t>P</a:t>
                      </a:r>
                    </a:p>
                  </a:txBody>
                  <a:tcPr marL="8972" marR="8972" marT="8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00B050"/>
                          </a:solidFill>
                          <a:effectLst/>
                          <a:latin typeface="Wingdings 2" panose="05020102010507070707" pitchFamily="18" charset="2"/>
                        </a:rPr>
                        <a:t>P</a:t>
                      </a:r>
                    </a:p>
                  </a:txBody>
                  <a:tcPr marL="8972" marR="8972" marT="8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00B050"/>
                          </a:solidFill>
                          <a:effectLst/>
                          <a:latin typeface="Wingdings 2" panose="05020102010507070707" pitchFamily="18" charset="2"/>
                        </a:rPr>
                        <a:t>P</a:t>
                      </a:r>
                    </a:p>
                  </a:txBody>
                  <a:tcPr marL="8972" marR="8972" marT="8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2673133"/>
                  </a:ext>
                </a:extLst>
              </a:tr>
              <a:tr h="235473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Cornering Traction Control</a:t>
                      </a:r>
                    </a:p>
                  </a:txBody>
                  <a:tcPr marL="8972" marR="8972" marT="8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00B050"/>
                          </a:solidFill>
                          <a:effectLst/>
                          <a:latin typeface="Wingdings 2" panose="05020102010507070707" pitchFamily="18" charset="2"/>
                        </a:rPr>
                        <a:t>P</a:t>
                      </a:r>
                    </a:p>
                  </a:txBody>
                  <a:tcPr marL="8972" marR="8972" marT="8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00B050"/>
                          </a:solidFill>
                          <a:effectLst/>
                          <a:latin typeface="Wingdings 2" panose="05020102010507070707" pitchFamily="18" charset="2"/>
                        </a:rPr>
                        <a:t>P</a:t>
                      </a:r>
                    </a:p>
                  </a:txBody>
                  <a:tcPr marL="8972" marR="8972" marT="8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 dirty="0">
                          <a:solidFill>
                            <a:srgbClr val="00B050"/>
                          </a:solidFill>
                          <a:effectLst/>
                          <a:latin typeface="Wingdings 2" panose="05020102010507070707" pitchFamily="18" charset="2"/>
                        </a:rPr>
                        <a:t>P</a:t>
                      </a:r>
                    </a:p>
                  </a:txBody>
                  <a:tcPr marL="8972" marR="8972" marT="8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00B050"/>
                          </a:solidFill>
                          <a:effectLst/>
                          <a:latin typeface="Wingdings 2" panose="05020102010507070707" pitchFamily="18" charset="2"/>
                        </a:rPr>
                        <a:t>P</a:t>
                      </a:r>
                    </a:p>
                  </a:txBody>
                  <a:tcPr marL="8972" marR="8972" marT="8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00B050"/>
                          </a:solidFill>
                          <a:effectLst/>
                          <a:latin typeface="Wingdings 2" panose="05020102010507070707" pitchFamily="18" charset="2"/>
                        </a:rPr>
                        <a:t>P</a:t>
                      </a:r>
                    </a:p>
                  </a:txBody>
                  <a:tcPr marL="8972" marR="8972" marT="8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7005970"/>
                  </a:ext>
                </a:extLst>
              </a:tr>
              <a:tr h="235473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Hill-hold Assist, Vehicle-hold Control, </a:t>
                      </a:r>
                      <a:r>
                        <a:rPr lang="en-IN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eCBS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8972" marR="8972" marT="8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0000"/>
                          </a:solidFill>
                          <a:effectLst/>
                          <a:latin typeface="Wingdings 2" panose="05020102010507070707" pitchFamily="18" charset="2"/>
                        </a:rPr>
                        <a:t>O</a:t>
                      </a:r>
                    </a:p>
                  </a:txBody>
                  <a:tcPr marL="8972" marR="8972" marT="8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00B050"/>
                          </a:solidFill>
                          <a:effectLst/>
                          <a:latin typeface="Wingdings 2" panose="05020102010507070707" pitchFamily="18" charset="2"/>
                        </a:rPr>
                        <a:t>P</a:t>
                      </a:r>
                    </a:p>
                  </a:txBody>
                  <a:tcPr marL="8972" marR="8972" marT="8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0000"/>
                          </a:solidFill>
                          <a:effectLst/>
                          <a:latin typeface="Wingdings 2" panose="05020102010507070707" pitchFamily="18" charset="2"/>
                        </a:rPr>
                        <a:t>O</a:t>
                      </a:r>
                    </a:p>
                  </a:txBody>
                  <a:tcPr marL="8972" marR="8972" marT="8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 dirty="0">
                          <a:solidFill>
                            <a:srgbClr val="00B050"/>
                          </a:solidFill>
                          <a:effectLst/>
                          <a:latin typeface="Wingdings 2" panose="05020102010507070707" pitchFamily="18" charset="2"/>
                        </a:rPr>
                        <a:t>P</a:t>
                      </a:r>
                    </a:p>
                  </a:txBody>
                  <a:tcPr marL="8972" marR="8972" marT="8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 dirty="0">
                          <a:solidFill>
                            <a:srgbClr val="FF0000"/>
                          </a:solidFill>
                          <a:effectLst/>
                          <a:latin typeface="Wingdings 2" panose="05020102010507070707" pitchFamily="18" charset="2"/>
                        </a:rPr>
                        <a:t>O</a:t>
                      </a:r>
                    </a:p>
                  </a:txBody>
                  <a:tcPr marL="8972" marR="8972" marT="8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8327073"/>
                  </a:ext>
                </a:extLst>
              </a:tr>
              <a:tr h="235473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Slope dependant control</a:t>
                      </a:r>
                    </a:p>
                  </a:txBody>
                  <a:tcPr marL="8972" marR="8972" marT="8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00B050"/>
                          </a:solidFill>
                          <a:effectLst/>
                          <a:latin typeface="Wingdings 2" panose="05020102010507070707" pitchFamily="18" charset="2"/>
                        </a:rPr>
                        <a:t>P</a:t>
                      </a:r>
                    </a:p>
                  </a:txBody>
                  <a:tcPr marL="8972" marR="8972" marT="8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00B050"/>
                          </a:solidFill>
                          <a:effectLst/>
                          <a:latin typeface="Wingdings 2" panose="05020102010507070707" pitchFamily="18" charset="2"/>
                        </a:rPr>
                        <a:t>P</a:t>
                      </a:r>
                    </a:p>
                  </a:txBody>
                  <a:tcPr marL="8972" marR="8972" marT="8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 dirty="0">
                          <a:solidFill>
                            <a:srgbClr val="00B050"/>
                          </a:solidFill>
                          <a:effectLst/>
                          <a:latin typeface="Wingdings 2" panose="05020102010507070707" pitchFamily="18" charset="2"/>
                        </a:rPr>
                        <a:t>P</a:t>
                      </a:r>
                    </a:p>
                  </a:txBody>
                  <a:tcPr marL="8972" marR="8972" marT="8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00B050"/>
                          </a:solidFill>
                          <a:effectLst/>
                          <a:latin typeface="Wingdings 2" panose="05020102010507070707" pitchFamily="18" charset="2"/>
                        </a:rPr>
                        <a:t>P</a:t>
                      </a:r>
                    </a:p>
                  </a:txBody>
                  <a:tcPr marL="8972" marR="8972" marT="8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00B050"/>
                          </a:solidFill>
                          <a:effectLst/>
                          <a:latin typeface="Wingdings 2" panose="05020102010507070707" pitchFamily="18" charset="2"/>
                        </a:rPr>
                        <a:t>P</a:t>
                      </a:r>
                    </a:p>
                  </a:txBody>
                  <a:tcPr marL="8972" marR="8972" marT="8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2813252"/>
                  </a:ext>
                </a:extLst>
              </a:tr>
              <a:tr h="235473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Telematics</a:t>
                      </a:r>
                    </a:p>
                  </a:txBody>
                  <a:tcPr marL="8972" marR="8972" marT="8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00B050"/>
                          </a:solidFill>
                          <a:effectLst/>
                          <a:latin typeface="Wingdings 2" panose="05020102010507070707" pitchFamily="18" charset="2"/>
                        </a:rPr>
                        <a:t>P</a:t>
                      </a:r>
                    </a:p>
                  </a:txBody>
                  <a:tcPr marL="8972" marR="8972" marT="8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00B050"/>
                          </a:solidFill>
                          <a:effectLst/>
                          <a:latin typeface="Wingdings 2" panose="05020102010507070707" pitchFamily="18" charset="2"/>
                        </a:rPr>
                        <a:t>P</a:t>
                      </a:r>
                    </a:p>
                  </a:txBody>
                  <a:tcPr marL="8972" marR="8972" marT="8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00B050"/>
                          </a:solidFill>
                          <a:effectLst/>
                          <a:latin typeface="Wingdings 2" panose="05020102010507070707" pitchFamily="18" charset="2"/>
                        </a:rPr>
                        <a:t>P</a:t>
                      </a:r>
                    </a:p>
                  </a:txBody>
                  <a:tcPr marL="8972" marR="8972" marT="8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00B050"/>
                          </a:solidFill>
                          <a:effectLst/>
                          <a:latin typeface="Wingdings 2" panose="05020102010507070707" pitchFamily="18" charset="2"/>
                        </a:rPr>
                        <a:t>P</a:t>
                      </a:r>
                    </a:p>
                  </a:txBody>
                  <a:tcPr marL="8972" marR="8972" marT="8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00B050"/>
                          </a:solidFill>
                          <a:effectLst/>
                          <a:latin typeface="Wingdings 2" panose="05020102010507070707" pitchFamily="18" charset="2"/>
                        </a:rPr>
                        <a:t>P</a:t>
                      </a:r>
                    </a:p>
                  </a:txBody>
                  <a:tcPr marL="8972" marR="8972" marT="8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6277516"/>
                  </a:ext>
                </a:extLst>
              </a:tr>
              <a:tr h="529812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Unique Norton Companion App </a:t>
                      </a:r>
                      <a:r>
                        <a:rPr lang="en-IN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Ux</a:t>
                      </a: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/Ui : </a:t>
                      </a:r>
                      <a:b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</a:b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(Journey Tracking, Location </a:t>
                      </a:r>
                      <a:r>
                        <a:rPr lang="en-IN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GeoFence</a:t>
                      </a: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/SMS Alert, Condition Status/Service Alert)</a:t>
                      </a:r>
                    </a:p>
                  </a:txBody>
                  <a:tcPr marL="8972" marR="8972" marT="8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00B050"/>
                          </a:solidFill>
                          <a:effectLst/>
                          <a:latin typeface="Wingdings 2" panose="05020102010507070707" pitchFamily="18" charset="2"/>
                        </a:rPr>
                        <a:t>P</a:t>
                      </a:r>
                    </a:p>
                  </a:txBody>
                  <a:tcPr marL="8972" marR="8972" marT="8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00B050"/>
                          </a:solidFill>
                          <a:effectLst/>
                          <a:latin typeface="Wingdings 2" panose="05020102010507070707" pitchFamily="18" charset="2"/>
                        </a:rPr>
                        <a:t>P</a:t>
                      </a:r>
                    </a:p>
                  </a:txBody>
                  <a:tcPr marL="8972" marR="8972" marT="8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 dirty="0">
                          <a:solidFill>
                            <a:srgbClr val="00B050"/>
                          </a:solidFill>
                          <a:effectLst/>
                          <a:latin typeface="Wingdings 2" panose="05020102010507070707" pitchFamily="18" charset="2"/>
                        </a:rPr>
                        <a:t>P</a:t>
                      </a:r>
                    </a:p>
                  </a:txBody>
                  <a:tcPr marL="8972" marR="8972" marT="8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 dirty="0">
                          <a:solidFill>
                            <a:srgbClr val="00B050"/>
                          </a:solidFill>
                          <a:effectLst/>
                          <a:latin typeface="Wingdings 2" panose="05020102010507070707" pitchFamily="18" charset="2"/>
                        </a:rPr>
                        <a:t>P</a:t>
                      </a:r>
                    </a:p>
                  </a:txBody>
                  <a:tcPr marL="8972" marR="8972" marT="8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00B050"/>
                          </a:solidFill>
                          <a:effectLst/>
                          <a:latin typeface="Wingdings 2" panose="05020102010507070707" pitchFamily="18" charset="2"/>
                        </a:rPr>
                        <a:t>P</a:t>
                      </a:r>
                    </a:p>
                  </a:txBody>
                  <a:tcPr marL="8972" marR="8972" marT="8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6980905"/>
                  </a:ext>
                </a:extLst>
              </a:tr>
              <a:tr h="235473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Live location tracking</a:t>
                      </a:r>
                    </a:p>
                  </a:txBody>
                  <a:tcPr marL="8972" marR="8972" marT="8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00B050"/>
                          </a:solidFill>
                          <a:effectLst/>
                          <a:latin typeface="Wingdings 2" panose="05020102010507070707" pitchFamily="18" charset="2"/>
                        </a:rPr>
                        <a:t>P</a:t>
                      </a:r>
                    </a:p>
                  </a:txBody>
                  <a:tcPr marL="8972" marR="8972" marT="8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00B050"/>
                          </a:solidFill>
                          <a:effectLst/>
                          <a:latin typeface="Wingdings 2" panose="05020102010507070707" pitchFamily="18" charset="2"/>
                        </a:rPr>
                        <a:t>P</a:t>
                      </a:r>
                    </a:p>
                  </a:txBody>
                  <a:tcPr marL="8972" marR="8972" marT="8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00B050"/>
                          </a:solidFill>
                          <a:effectLst/>
                          <a:latin typeface="Wingdings 2" panose="05020102010507070707" pitchFamily="18" charset="2"/>
                        </a:rPr>
                        <a:t>P</a:t>
                      </a:r>
                    </a:p>
                  </a:txBody>
                  <a:tcPr marL="8972" marR="8972" marT="8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00B050"/>
                          </a:solidFill>
                          <a:effectLst/>
                          <a:latin typeface="Wingdings 2" panose="05020102010507070707" pitchFamily="18" charset="2"/>
                        </a:rPr>
                        <a:t>P</a:t>
                      </a:r>
                    </a:p>
                  </a:txBody>
                  <a:tcPr marL="8972" marR="8972" marT="8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00B050"/>
                          </a:solidFill>
                          <a:effectLst/>
                          <a:latin typeface="Wingdings 2" panose="05020102010507070707" pitchFamily="18" charset="2"/>
                        </a:rPr>
                        <a:t>P</a:t>
                      </a:r>
                    </a:p>
                  </a:txBody>
                  <a:tcPr marL="8972" marR="8972" marT="8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8621220"/>
                  </a:ext>
                </a:extLst>
              </a:tr>
              <a:tr h="235473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Remote immobilization</a:t>
                      </a:r>
                    </a:p>
                  </a:txBody>
                  <a:tcPr marL="8972" marR="8972" marT="8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00B050"/>
                          </a:solidFill>
                          <a:effectLst/>
                          <a:latin typeface="Wingdings 2" panose="05020102010507070707" pitchFamily="18" charset="2"/>
                        </a:rPr>
                        <a:t>P</a:t>
                      </a:r>
                    </a:p>
                  </a:txBody>
                  <a:tcPr marL="8972" marR="8972" marT="8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00B050"/>
                          </a:solidFill>
                          <a:effectLst/>
                          <a:latin typeface="Wingdings 2" panose="05020102010507070707" pitchFamily="18" charset="2"/>
                        </a:rPr>
                        <a:t>P</a:t>
                      </a:r>
                    </a:p>
                  </a:txBody>
                  <a:tcPr marL="8972" marR="8972" marT="8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00B050"/>
                          </a:solidFill>
                          <a:effectLst/>
                          <a:latin typeface="Wingdings 2" panose="05020102010507070707" pitchFamily="18" charset="2"/>
                        </a:rPr>
                        <a:t>P</a:t>
                      </a:r>
                    </a:p>
                  </a:txBody>
                  <a:tcPr marL="8972" marR="8972" marT="8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 dirty="0">
                          <a:solidFill>
                            <a:srgbClr val="00B050"/>
                          </a:solidFill>
                          <a:effectLst/>
                          <a:latin typeface="Wingdings 2" panose="05020102010507070707" pitchFamily="18" charset="2"/>
                        </a:rPr>
                        <a:t>P</a:t>
                      </a:r>
                    </a:p>
                  </a:txBody>
                  <a:tcPr marL="8972" marR="8972" marT="8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00B050"/>
                          </a:solidFill>
                          <a:effectLst/>
                          <a:latin typeface="Wingdings 2" panose="05020102010507070707" pitchFamily="18" charset="2"/>
                        </a:rPr>
                        <a:t>P</a:t>
                      </a:r>
                    </a:p>
                  </a:txBody>
                  <a:tcPr marL="8972" marR="8972" marT="8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5947236"/>
                  </a:ext>
                </a:extLst>
              </a:tr>
              <a:tr h="235473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Geo-fencing</a:t>
                      </a:r>
                    </a:p>
                  </a:txBody>
                  <a:tcPr marL="8972" marR="8972" marT="8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00B050"/>
                          </a:solidFill>
                          <a:effectLst/>
                          <a:latin typeface="Wingdings 2" panose="05020102010507070707" pitchFamily="18" charset="2"/>
                        </a:rPr>
                        <a:t>P</a:t>
                      </a:r>
                    </a:p>
                  </a:txBody>
                  <a:tcPr marL="8972" marR="8972" marT="8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00B050"/>
                          </a:solidFill>
                          <a:effectLst/>
                          <a:latin typeface="Wingdings 2" panose="05020102010507070707" pitchFamily="18" charset="2"/>
                        </a:rPr>
                        <a:t>P</a:t>
                      </a:r>
                    </a:p>
                  </a:txBody>
                  <a:tcPr marL="8972" marR="8972" marT="8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00B050"/>
                          </a:solidFill>
                          <a:effectLst/>
                          <a:latin typeface="Wingdings 2" panose="05020102010507070707" pitchFamily="18" charset="2"/>
                        </a:rPr>
                        <a:t>P</a:t>
                      </a:r>
                    </a:p>
                  </a:txBody>
                  <a:tcPr marL="8972" marR="8972" marT="8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 dirty="0">
                          <a:solidFill>
                            <a:srgbClr val="00B050"/>
                          </a:solidFill>
                          <a:effectLst/>
                          <a:latin typeface="Wingdings 2" panose="05020102010507070707" pitchFamily="18" charset="2"/>
                        </a:rPr>
                        <a:t>P</a:t>
                      </a:r>
                    </a:p>
                  </a:txBody>
                  <a:tcPr marL="8972" marR="8972" marT="8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00B050"/>
                          </a:solidFill>
                          <a:effectLst/>
                          <a:latin typeface="Wingdings 2" panose="05020102010507070707" pitchFamily="18" charset="2"/>
                        </a:rPr>
                        <a:t>P</a:t>
                      </a:r>
                    </a:p>
                  </a:txBody>
                  <a:tcPr marL="8972" marR="8972" marT="8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1779908"/>
                  </a:ext>
                </a:extLst>
              </a:tr>
              <a:tr h="235473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Theft alert Tow-Away alert</a:t>
                      </a:r>
                    </a:p>
                  </a:txBody>
                  <a:tcPr marL="8972" marR="8972" marT="8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00B050"/>
                          </a:solidFill>
                          <a:effectLst/>
                          <a:latin typeface="Wingdings 2" panose="05020102010507070707" pitchFamily="18" charset="2"/>
                        </a:rPr>
                        <a:t>P</a:t>
                      </a:r>
                    </a:p>
                  </a:txBody>
                  <a:tcPr marL="8972" marR="8972" marT="8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00B050"/>
                          </a:solidFill>
                          <a:effectLst/>
                          <a:latin typeface="Wingdings 2" panose="05020102010507070707" pitchFamily="18" charset="2"/>
                        </a:rPr>
                        <a:t>P</a:t>
                      </a:r>
                    </a:p>
                  </a:txBody>
                  <a:tcPr marL="8972" marR="8972" marT="8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00B050"/>
                          </a:solidFill>
                          <a:effectLst/>
                          <a:latin typeface="Wingdings 2" panose="05020102010507070707" pitchFamily="18" charset="2"/>
                        </a:rPr>
                        <a:t>P</a:t>
                      </a:r>
                    </a:p>
                  </a:txBody>
                  <a:tcPr marL="8972" marR="8972" marT="8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00B050"/>
                          </a:solidFill>
                          <a:effectLst/>
                          <a:latin typeface="Wingdings 2" panose="05020102010507070707" pitchFamily="18" charset="2"/>
                        </a:rPr>
                        <a:t>P</a:t>
                      </a:r>
                    </a:p>
                  </a:txBody>
                  <a:tcPr marL="8972" marR="8972" marT="8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00B050"/>
                          </a:solidFill>
                          <a:effectLst/>
                          <a:latin typeface="Wingdings 2" panose="05020102010507070707" pitchFamily="18" charset="2"/>
                        </a:rPr>
                        <a:t>P</a:t>
                      </a:r>
                    </a:p>
                  </a:txBody>
                  <a:tcPr marL="8972" marR="8972" marT="8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5033295"/>
                  </a:ext>
                </a:extLst>
              </a:tr>
              <a:tr h="235473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F-OTA</a:t>
                      </a:r>
                    </a:p>
                  </a:txBody>
                  <a:tcPr marL="8972" marR="8972" marT="8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00B050"/>
                          </a:solidFill>
                          <a:effectLst/>
                          <a:latin typeface="Wingdings 2" panose="05020102010507070707" pitchFamily="18" charset="2"/>
                        </a:rPr>
                        <a:t>P</a:t>
                      </a:r>
                    </a:p>
                  </a:txBody>
                  <a:tcPr marL="8972" marR="8972" marT="8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00B050"/>
                          </a:solidFill>
                          <a:effectLst/>
                          <a:latin typeface="Wingdings 2" panose="05020102010507070707" pitchFamily="18" charset="2"/>
                        </a:rPr>
                        <a:t>P</a:t>
                      </a:r>
                    </a:p>
                  </a:txBody>
                  <a:tcPr marL="8972" marR="8972" marT="8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00B050"/>
                          </a:solidFill>
                          <a:effectLst/>
                          <a:latin typeface="Wingdings 2" panose="05020102010507070707" pitchFamily="18" charset="2"/>
                        </a:rPr>
                        <a:t>P</a:t>
                      </a:r>
                    </a:p>
                  </a:txBody>
                  <a:tcPr marL="8972" marR="8972" marT="8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00B050"/>
                          </a:solidFill>
                          <a:effectLst/>
                          <a:latin typeface="Wingdings 2" panose="05020102010507070707" pitchFamily="18" charset="2"/>
                        </a:rPr>
                        <a:t>P</a:t>
                      </a:r>
                    </a:p>
                  </a:txBody>
                  <a:tcPr marL="8972" marR="8972" marT="8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 dirty="0">
                          <a:solidFill>
                            <a:srgbClr val="00B050"/>
                          </a:solidFill>
                          <a:effectLst/>
                          <a:latin typeface="Wingdings 2" panose="05020102010507070707" pitchFamily="18" charset="2"/>
                        </a:rPr>
                        <a:t>P</a:t>
                      </a:r>
                    </a:p>
                  </a:txBody>
                  <a:tcPr marL="8972" marR="8972" marT="8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8647839"/>
                  </a:ext>
                </a:extLst>
              </a:tr>
              <a:tr h="235473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Voice control</a:t>
                      </a:r>
                    </a:p>
                  </a:txBody>
                  <a:tcPr marL="8972" marR="8972" marT="8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00B050"/>
                          </a:solidFill>
                          <a:effectLst/>
                          <a:latin typeface="Wingdings 2" panose="05020102010507070707" pitchFamily="18" charset="2"/>
                        </a:rPr>
                        <a:t>P</a:t>
                      </a:r>
                    </a:p>
                  </a:txBody>
                  <a:tcPr marL="8972" marR="8972" marT="8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00B050"/>
                          </a:solidFill>
                          <a:effectLst/>
                          <a:latin typeface="Wingdings 2" panose="05020102010507070707" pitchFamily="18" charset="2"/>
                        </a:rPr>
                        <a:t>P</a:t>
                      </a:r>
                    </a:p>
                  </a:txBody>
                  <a:tcPr marL="8972" marR="8972" marT="8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00B050"/>
                          </a:solidFill>
                          <a:effectLst/>
                          <a:latin typeface="Wingdings 2" panose="05020102010507070707" pitchFamily="18" charset="2"/>
                        </a:rPr>
                        <a:t>P</a:t>
                      </a:r>
                    </a:p>
                  </a:txBody>
                  <a:tcPr marL="8972" marR="8972" marT="8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00B050"/>
                          </a:solidFill>
                          <a:effectLst/>
                          <a:latin typeface="Wingdings 2" panose="05020102010507070707" pitchFamily="18" charset="2"/>
                        </a:rPr>
                        <a:t>P</a:t>
                      </a:r>
                    </a:p>
                  </a:txBody>
                  <a:tcPr marL="8972" marR="8972" marT="8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 dirty="0">
                          <a:solidFill>
                            <a:srgbClr val="00B050"/>
                          </a:solidFill>
                          <a:effectLst/>
                          <a:latin typeface="Wingdings 2" panose="05020102010507070707" pitchFamily="18" charset="2"/>
                        </a:rPr>
                        <a:t>P</a:t>
                      </a:r>
                    </a:p>
                  </a:txBody>
                  <a:tcPr marL="8972" marR="8972" marT="897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33901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30086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E58EED-BDBD-C616-1B3D-1ED1294FF8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97F11C-F66B-4C7D-A6E9-8D26963227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635EA-281D-47C8-A0EC-B8A06226CB83}" type="slidenum">
              <a:rPr lang="en-IN" smtClean="0"/>
              <a:t>7</a:t>
            </a:fld>
            <a:endParaRPr lang="en-IN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8BB79BA-2B31-77BA-5D3E-5513C0201B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SKU List</a:t>
            </a:r>
            <a:endParaRPr lang="en-IN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F1F324B-A5A2-1F8B-680C-0E0A0BE907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6240003"/>
              </p:ext>
            </p:extLst>
          </p:nvPr>
        </p:nvGraphicFramePr>
        <p:xfrm>
          <a:off x="838200" y="806296"/>
          <a:ext cx="10374443" cy="5623442"/>
        </p:xfrm>
        <a:graphic>
          <a:graphicData uri="http://schemas.openxmlformats.org/drawingml/2006/table">
            <a:tbl>
              <a:tblPr/>
              <a:tblGrid>
                <a:gridCol w="2680065">
                  <a:extLst>
                    <a:ext uri="{9D8B030D-6E8A-4147-A177-3AD203B41FA5}">
                      <a16:colId xmlns:a16="http://schemas.microsoft.com/office/drawing/2014/main" val="3000013199"/>
                    </a:ext>
                  </a:extLst>
                </a:gridCol>
                <a:gridCol w="1440895">
                  <a:extLst>
                    <a:ext uri="{9D8B030D-6E8A-4147-A177-3AD203B41FA5}">
                      <a16:colId xmlns:a16="http://schemas.microsoft.com/office/drawing/2014/main" val="2148055418"/>
                    </a:ext>
                  </a:extLst>
                </a:gridCol>
                <a:gridCol w="1426486">
                  <a:extLst>
                    <a:ext uri="{9D8B030D-6E8A-4147-A177-3AD203B41FA5}">
                      <a16:colId xmlns:a16="http://schemas.microsoft.com/office/drawing/2014/main" val="3806232291"/>
                    </a:ext>
                  </a:extLst>
                </a:gridCol>
                <a:gridCol w="1469713">
                  <a:extLst>
                    <a:ext uri="{9D8B030D-6E8A-4147-A177-3AD203B41FA5}">
                      <a16:colId xmlns:a16="http://schemas.microsoft.com/office/drawing/2014/main" val="2443911280"/>
                    </a:ext>
                  </a:extLst>
                </a:gridCol>
                <a:gridCol w="1657029">
                  <a:extLst>
                    <a:ext uri="{9D8B030D-6E8A-4147-A177-3AD203B41FA5}">
                      <a16:colId xmlns:a16="http://schemas.microsoft.com/office/drawing/2014/main" val="1803241318"/>
                    </a:ext>
                  </a:extLst>
                </a:gridCol>
                <a:gridCol w="1700255">
                  <a:extLst>
                    <a:ext uri="{9D8B030D-6E8A-4147-A177-3AD203B41FA5}">
                      <a16:colId xmlns:a16="http://schemas.microsoft.com/office/drawing/2014/main" val="3226714227"/>
                    </a:ext>
                  </a:extLst>
                </a:gridCol>
              </a:tblGrid>
              <a:tr h="23777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199" marR="9199" marT="9199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10.3 MB ABS</a:t>
                      </a:r>
                    </a:p>
                  </a:txBody>
                  <a:tcPr marL="9199" marR="9199" marT="91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10.3 MEFI ABS</a:t>
                      </a:r>
                    </a:p>
                  </a:txBody>
                  <a:tcPr marL="9199" marR="9199" marT="91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10.3 MB ABS</a:t>
                      </a:r>
                    </a:p>
                  </a:txBody>
                  <a:tcPr marL="9199" marR="9199" marT="91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10.3 MEFI ABS</a:t>
                      </a:r>
                    </a:p>
                  </a:txBody>
                  <a:tcPr marL="9199" marR="9199" marT="91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10.3 MB ABS</a:t>
                      </a:r>
                    </a:p>
                  </a:txBody>
                  <a:tcPr marL="9199" marR="9199" marT="91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9244984"/>
                  </a:ext>
                </a:extLst>
              </a:tr>
              <a:tr h="60633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Features</a:t>
                      </a:r>
                    </a:p>
                  </a:txBody>
                  <a:tcPr marL="9199" marR="9199" marT="91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J107 ECE Base</a:t>
                      </a:r>
                      <a:br>
                        <a:rPr lang="en-I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I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(BASE)</a:t>
                      </a:r>
                    </a:p>
                  </a:txBody>
                  <a:tcPr marL="9199" marR="9199" marT="91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J107 ECE Top</a:t>
                      </a:r>
                      <a:br>
                        <a:rPr lang="en-I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I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(TOP)</a:t>
                      </a:r>
                    </a:p>
                  </a:txBody>
                  <a:tcPr marL="9199" marR="9199" marT="91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J107 India Base</a:t>
                      </a:r>
                      <a:br>
                        <a:rPr lang="en-I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I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(BASE)</a:t>
                      </a:r>
                    </a:p>
                  </a:txBody>
                  <a:tcPr marL="9199" marR="9199" marT="91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J107 India Tech pack</a:t>
                      </a:r>
                      <a:br>
                        <a:rPr lang="en-I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I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(BTO 1 - TOP)</a:t>
                      </a:r>
                    </a:p>
                  </a:txBody>
                  <a:tcPr marL="9199" marR="9199" marT="91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J107 India Tour pack</a:t>
                      </a:r>
                      <a:br>
                        <a:rPr lang="en-I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I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(BTO 2 - BASE)</a:t>
                      </a:r>
                    </a:p>
                  </a:txBody>
                  <a:tcPr marL="9199" marR="9199" marT="91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3253239"/>
                  </a:ext>
                </a:extLst>
              </a:tr>
              <a:tr h="318622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Dynamic Headlamp</a:t>
                      </a:r>
                    </a:p>
                  </a:txBody>
                  <a:tcPr marL="9199" marR="9199" marT="91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1" i="0" u="none" strike="noStrike" dirty="0">
                          <a:solidFill>
                            <a:srgbClr val="00B050"/>
                          </a:solidFill>
                          <a:effectLst/>
                          <a:latin typeface="Wingdings 2" panose="05020102010507070707" pitchFamily="18" charset="2"/>
                        </a:rPr>
                        <a:t>P</a:t>
                      </a:r>
                    </a:p>
                  </a:txBody>
                  <a:tcPr marL="9199" marR="9199" marT="91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1" i="0" u="none" strike="noStrike">
                          <a:solidFill>
                            <a:srgbClr val="00B050"/>
                          </a:solidFill>
                          <a:effectLst/>
                          <a:latin typeface="Wingdings 2" panose="05020102010507070707" pitchFamily="18" charset="2"/>
                        </a:rPr>
                        <a:t>P</a:t>
                      </a:r>
                    </a:p>
                  </a:txBody>
                  <a:tcPr marL="9199" marR="9199" marT="91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1" i="0" u="none" strike="noStrike">
                          <a:solidFill>
                            <a:srgbClr val="FF0000"/>
                          </a:solidFill>
                          <a:effectLst/>
                          <a:latin typeface="Wingdings 2" panose="05020102010507070707" pitchFamily="18" charset="2"/>
                        </a:rPr>
                        <a:t>O</a:t>
                      </a:r>
                    </a:p>
                  </a:txBody>
                  <a:tcPr marL="9199" marR="9199" marT="91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1" i="0" u="none" strike="noStrike">
                          <a:solidFill>
                            <a:srgbClr val="00B050"/>
                          </a:solidFill>
                          <a:effectLst/>
                          <a:latin typeface="Wingdings 2" panose="05020102010507070707" pitchFamily="18" charset="2"/>
                        </a:rPr>
                        <a:t>P</a:t>
                      </a:r>
                    </a:p>
                  </a:txBody>
                  <a:tcPr marL="9199" marR="9199" marT="91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1" i="0" u="none" strike="noStrike">
                          <a:solidFill>
                            <a:srgbClr val="FF0000"/>
                          </a:solidFill>
                          <a:effectLst/>
                          <a:latin typeface="Wingdings 2" panose="05020102010507070707" pitchFamily="18" charset="2"/>
                        </a:rPr>
                        <a:t>O</a:t>
                      </a:r>
                    </a:p>
                  </a:txBody>
                  <a:tcPr marL="9199" marR="9199" marT="91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343385"/>
                  </a:ext>
                </a:extLst>
              </a:tr>
              <a:tr h="318622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Cornering lamp</a:t>
                      </a:r>
                    </a:p>
                  </a:txBody>
                  <a:tcPr marL="9199" marR="9199" marT="91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1" i="0" u="none" strike="noStrike">
                          <a:solidFill>
                            <a:srgbClr val="FF0000"/>
                          </a:solidFill>
                          <a:effectLst/>
                          <a:latin typeface="Wingdings 2" panose="05020102010507070707" pitchFamily="18" charset="2"/>
                        </a:rPr>
                        <a:t>O</a:t>
                      </a:r>
                    </a:p>
                  </a:txBody>
                  <a:tcPr marL="9199" marR="9199" marT="91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1" i="0" u="none" strike="noStrike" dirty="0">
                          <a:solidFill>
                            <a:srgbClr val="00B050"/>
                          </a:solidFill>
                          <a:effectLst/>
                          <a:latin typeface="Wingdings 2" panose="05020102010507070707" pitchFamily="18" charset="2"/>
                        </a:rPr>
                        <a:t>P</a:t>
                      </a:r>
                    </a:p>
                  </a:txBody>
                  <a:tcPr marL="9199" marR="9199" marT="91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1" i="0" u="none" strike="noStrike">
                          <a:solidFill>
                            <a:srgbClr val="FF0000"/>
                          </a:solidFill>
                          <a:effectLst/>
                          <a:latin typeface="Wingdings 2" panose="05020102010507070707" pitchFamily="18" charset="2"/>
                        </a:rPr>
                        <a:t>O</a:t>
                      </a:r>
                    </a:p>
                  </a:txBody>
                  <a:tcPr marL="9199" marR="9199" marT="91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1" i="0" u="none" strike="noStrike">
                          <a:solidFill>
                            <a:srgbClr val="00B050"/>
                          </a:solidFill>
                          <a:effectLst/>
                          <a:latin typeface="Wingdings 2" panose="05020102010507070707" pitchFamily="18" charset="2"/>
                        </a:rPr>
                        <a:t>P</a:t>
                      </a:r>
                    </a:p>
                  </a:txBody>
                  <a:tcPr marL="9199" marR="9199" marT="91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1" i="0" u="none" strike="noStrike">
                          <a:solidFill>
                            <a:srgbClr val="FF0000"/>
                          </a:solidFill>
                          <a:effectLst/>
                          <a:latin typeface="Wingdings 2" panose="05020102010507070707" pitchFamily="18" charset="2"/>
                        </a:rPr>
                        <a:t>O</a:t>
                      </a:r>
                    </a:p>
                  </a:txBody>
                  <a:tcPr marL="9199" marR="9199" marT="91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9658616"/>
                  </a:ext>
                </a:extLst>
              </a:tr>
              <a:tr h="318622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Carpet Lamp ( Puddle lamp)</a:t>
                      </a:r>
                    </a:p>
                  </a:txBody>
                  <a:tcPr marL="9199" marR="9199" marT="91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1" i="0" u="none" strike="noStrike">
                          <a:solidFill>
                            <a:srgbClr val="FF0000"/>
                          </a:solidFill>
                          <a:effectLst/>
                          <a:latin typeface="Wingdings 2" panose="05020102010507070707" pitchFamily="18" charset="2"/>
                        </a:rPr>
                        <a:t>O</a:t>
                      </a:r>
                    </a:p>
                  </a:txBody>
                  <a:tcPr marL="9199" marR="9199" marT="91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1" i="0" u="none" strike="noStrike">
                          <a:solidFill>
                            <a:srgbClr val="00B050"/>
                          </a:solidFill>
                          <a:effectLst/>
                          <a:latin typeface="Wingdings 2" panose="05020102010507070707" pitchFamily="18" charset="2"/>
                        </a:rPr>
                        <a:t>P</a:t>
                      </a:r>
                    </a:p>
                  </a:txBody>
                  <a:tcPr marL="9199" marR="9199" marT="91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1" i="0" u="none" strike="noStrike" dirty="0">
                          <a:solidFill>
                            <a:srgbClr val="FF0000"/>
                          </a:solidFill>
                          <a:effectLst/>
                          <a:latin typeface="Wingdings 2" panose="05020102010507070707" pitchFamily="18" charset="2"/>
                        </a:rPr>
                        <a:t>O</a:t>
                      </a:r>
                    </a:p>
                  </a:txBody>
                  <a:tcPr marL="9199" marR="9199" marT="91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1" i="0" u="none" strike="noStrike" dirty="0">
                          <a:solidFill>
                            <a:srgbClr val="00B050"/>
                          </a:solidFill>
                          <a:effectLst/>
                          <a:latin typeface="Wingdings 2" panose="05020102010507070707" pitchFamily="18" charset="2"/>
                        </a:rPr>
                        <a:t>P</a:t>
                      </a:r>
                    </a:p>
                  </a:txBody>
                  <a:tcPr marL="9199" marR="9199" marT="91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1" i="0" u="none" strike="noStrike" dirty="0">
                          <a:solidFill>
                            <a:srgbClr val="FF0000"/>
                          </a:solidFill>
                          <a:effectLst/>
                          <a:latin typeface="Wingdings 2" panose="05020102010507070707" pitchFamily="18" charset="2"/>
                        </a:rPr>
                        <a:t>O</a:t>
                      </a:r>
                    </a:p>
                  </a:txBody>
                  <a:tcPr marL="9199" marR="9199" marT="91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6914168"/>
                  </a:ext>
                </a:extLst>
              </a:tr>
              <a:tr h="318622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TPMS</a:t>
                      </a:r>
                    </a:p>
                  </a:txBody>
                  <a:tcPr marL="9199" marR="9199" marT="91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1" i="0" u="none" strike="noStrike">
                          <a:solidFill>
                            <a:srgbClr val="00B050"/>
                          </a:solidFill>
                          <a:effectLst/>
                          <a:latin typeface="Wingdings 2" panose="05020102010507070707" pitchFamily="18" charset="2"/>
                        </a:rPr>
                        <a:t>P</a:t>
                      </a:r>
                    </a:p>
                  </a:txBody>
                  <a:tcPr marL="9199" marR="9199" marT="91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1" i="0" u="none" strike="noStrike">
                          <a:solidFill>
                            <a:srgbClr val="00B050"/>
                          </a:solidFill>
                          <a:effectLst/>
                          <a:latin typeface="Wingdings 2" panose="05020102010507070707" pitchFamily="18" charset="2"/>
                        </a:rPr>
                        <a:t>P</a:t>
                      </a:r>
                    </a:p>
                  </a:txBody>
                  <a:tcPr marL="9199" marR="9199" marT="91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1" i="0" u="none" strike="noStrike">
                          <a:solidFill>
                            <a:srgbClr val="FF0000"/>
                          </a:solidFill>
                          <a:effectLst/>
                          <a:latin typeface="Wingdings 2" panose="05020102010507070707" pitchFamily="18" charset="2"/>
                        </a:rPr>
                        <a:t>O</a:t>
                      </a:r>
                    </a:p>
                  </a:txBody>
                  <a:tcPr marL="9199" marR="9199" marT="91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1" i="0" u="none" strike="noStrike">
                          <a:solidFill>
                            <a:srgbClr val="00B050"/>
                          </a:solidFill>
                          <a:effectLst/>
                          <a:latin typeface="Wingdings 2" panose="05020102010507070707" pitchFamily="18" charset="2"/>
                        </a:rPr>
                        <a:t>P</a:t>
                      </a:r>
                    </a:p>
                  </a:txBody>
                  <a:tcPr marL="9199" marR="9199" marT="91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400" b="1" i="0" u="none" strike="noStrike" dirty="0">
                          <a:solidFill>
                            <a:srgbClr val="FF0000"/>
                          </a:solidFill>
                          <a:effectLst/>
                          <a:latin typeface="Wingdings 2" panose="05020102010507070707" pitchFamily="18" charset="2"/>
                        </a:rPr>
                        <a:t>O</a:t>
                      </a:r>
                    </a:p>
                  </a:txBody>
                  <a:tcPr marL="9199" marR="9199" marT="91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1554868"/>
                  </a:ext>
                </a:extLst>
              </a:tr>
              <a:tr h="318622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199" marR="9199" marT="91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NMJ1190030GB0D</a:t>
                      </a:r>
                    </a:p>
                  </a:txBody>
                  <a:tcPr marL="9199" marR="9199" marT="91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NMJ1190040GB0D</a:t>
                      </a:r>
                    </a:p>
                  </a:txBody>
                  <a:tcPr marL="9199" marR="9199" marT="91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NMJ1190090IN0D</a:t>
                      </a:r>
                    </a:p>
                  </a:txBody>
                  <a:tcPr marL="9199" marR="9199" marT="91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NMJ1190100IN0D</a:t>
                      </a:r>
                    </a:p>
                  </a:txBody>
                  <a:tcPr marL="9199" marR="9199" marT="91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NMJ1190110IN0D</a:t>
                      </a:r>
                    </a:p>
                  </a:txBody>
                  <a:tcPr marL="9199" marR="9199" marT="91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2385179"/>
                  </a:ext>
                </a:extLst>
              </a:tr>
              <a:tr h="318622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199" marR="9199" marT="91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NMJ1190030GBQN</a:t>
                      </a:r>
                    </a:p>
                  </a:txBody>
                  <a:tcPr marL="9199" marR="9199" marT="91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NMJ1190040GBQN</a:t>
                      </a:r>
                    </a:p>
                  </a:txBody>
                  <a:tcPr marL="9199" marR="9199" marT="91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NMJ1190090INQN</a:t>
                      </a:r>
                    </a:p>
                  </a:txBody>
                  <a:tcPr marL="9199" marR="9199" marT="91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NMJ1190100INQN</a:t>
                      </a:r>
                    </a:p>
                  </a:txBody>
                  <a:tcPr marL="9199" marR="9199" marT="91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NMJ1190110INQN</a:t>
                      </a:r>
                    </a:p>
                  </a:txBody>
                  <a:tcPr marL="9199" marR="9199" marT="91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6058217"/>
                  </a:ext>
                </a:extLst>
              </a:tr>
              <a:tr h="31862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9199" marR="9199" marT="919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NMJ1190030GBSL</a:t>
                      </a:r>
                    </a:p>
                  </a:txBody>
                  <a:tcPr marL="9199" marR="9199" marT="91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NMJ1190040GBSL</a:t>
                      </a:r>
                    </a:p>
                  </a:txBody>
                  <a:tcPr marL="9199" marR="9199" marT="91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NMJ1190090INSL</a:t>
                      </a:r>
                    </a:p>
                  </a:txBody>
                  <a:tcPr marL="9199" marR="9199" marT="91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NMJ1190100INSL</a:t>
                      </a:r>
                    </a:p>
                  </a:txBody>
                  <a:tcPr marL="9199" marR="9199" marT="91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NMJ1190110INSL</a:t>
                      </a:r>
                    </a:p>
                  </a:txBody>
                  <a:tcPr marL="9199" marR="9199" marT="91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298434"/>
                  </a:ext>
                </a:extLst>
              </a:tr>
              <a:tr h="31862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9199" marR="9199" marT="919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NMJ1190030GBNN</a:t>
                      </a:r>
                    </a:p>
                  </a:txBody>
                  <a:tcPr marL="9199" marR="9199" marT="91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NMJ1190040GBNN</a:t>
                      </a:r>
                    </a:p>
                  </a:txBody>
                  <a:tcPr marL="9199" marR="9199" marT="91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NMJ1190090INNN</a:t>
                      </a:r>
                    </a:p>
                  </a:txBody>
                  <a:tcPr marL="9199" marR="9199" marT="91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NMJ1190100INNN</a:t>
                      </a:r>
                    </a:p>
                  </a:txBody>
                  <a:tcPr marL="9199" marR="9199" marT="91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NMJ1190110INNN</a:t>
                      </a:r>
                    </a:p>
                  </a:txBody>
                  <a:tcPr marL="9199" marR="9199" marT="91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7857398"/>
                  </a:ext>
                </a:extLst>
              </a:tr>
              <a:tr h="318622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199" marR="9199" marT="91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NMJ1190170US0D</a:t>
                      </a:r>
                    </a:p>
                  </a:txBody>
                  <a:tcPr marL="9199" marR="9199" marT="91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NMJ1190040GBBN</a:t>
                      </a:r>
                    </a:p>
                  </a:txBody>
                  <a:tcPr marL="9199" marR="9199" marT="91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300" b="1" i="0" u="none" strike="noStrike">
                          <a:solidFill>
                            <a:srgbClr val="00B050"/>
                          </a:solidFill>
                          <a:effectLst/>
                          <a:latin typeface="Wingdings 2" panose="05020102010507070707" pitchFamily="18" charset="2"/>
                        </a:rPr>
                        <a:t> </a:t>
                      </a:r>
                    </a:p>
                  </a:txBody>
                  <a:tcPr marL="9199" marR="9199" marT="91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NMJ1190100INBN</a:t>
                      </a:r>
                    </a:p>
                  </a:txBody>
                  <a:tcPr marL="9199" marR="9199" marT="91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NMJ1190110INBN</a:t>
                      </a:r>
                    </a:p>
                  </a:txBody>
                  <a:tcPr marL="9199" marR="9199" marT="91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2801978"/>
                  </a:ext>
                </a:extLst>
              </a:tr>
              <a:tr h="31862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9199" marR="9199" marT="919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NMJ1190170USQN</a:t>
                      </a:r>
                    </a:p>
                  </a:txBody>
                  <a:tcPr marL="9199" marR="9199" marT="91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NMJ1190180US0D</a:t>
                      </a:r>
                    </a:p>
                  </a:txBody>
                  <a:tcPr marL="9199" marR="9199" marT="91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9199" marR="9199" marT="919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9199" marR="9199" marT="919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9199" marR="9199" marT="9199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6562928"/>
                  </a:ext>
                </a:extLst>
              </a:tr>
              <a:tr h="318622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199" marR="9199" marT="91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NMJ1190170USSL</a:t>
                      </a:r>
                    </a:p>
                  </a:txBody>
                  <a:tcPr marL="9199" marR="9199" marT="91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NMJ1190180USQN</a:t>
                      </a:r>
                    </a:p>
                  </a:txBody>
                  <a:tcPr marL="9199" marR="9199" marT="91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300" b="1" i="0" u="none" strike="noStrike">
                          <a:solidFill>
                            <a:srgbClr val="00B050"/>
                          </a:solidFill>
                          <a:effectLst/>
                          <a:latin typeface="Wingdings 2" panose="05020102010507070707" pitchFamily="18" charset="2"/>
                        </a:rPr>
                        <a:t> </a:t>
                      </a:r>
                    </a:p>
                  </a:txBody>
                  <a:tcPr marL="9199" marR="9199" marT="91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300" b="1" i="0" u="none" strike="noStrike">
                          <a:solidFill>
                            <a:srgbClr val="00B050"/>
                          </a:solidFill>
                          <a:effectLst/>
                          <a:latin typeface="Wingdings 2" panose="05020102010507070707" pitchFamily="18" charset="2"/>
                        </a:rPr>
                        <a:t> </a:t>
                      </a:r>
                    </a:p>
                  </a:txBody>
                  <a:tcPr marL="9199" marR="9199" marT="91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300" b="1" i="0" u="none" strike="noStrike" dirty="0">
                          <a:solidFill>
                            <a:srgbClr val="00B050"/>
                          </a:solidFill>
                          <a:effectLst/>
                          <a:latin typeface="Wingdings 2" panose="05020102010507070707" pitchFamily="18" charset="2"/>
                        </a:rPr>
                        <a:t> </a:t>
                      </a:r>
                    </a:p>
                  </a:txBody>
                  <a:tcPr marL="9199" marR="9199" marT="91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115925"/>
                  </a:ext>
                </a:extLst>
              </a:tr>
              <a:tr h="318622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199" marR="9199" marT="91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NMJ1190170USNN</a:t>
                      </a:r>
                    </a:p>
                  </a:txBody>
                  <a:tcPr marL="9199" marR="9199" marT="91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NMJ1190180USSL</a:t>
                      </a:r>
                    </a:p>
                  </a:txBody>
                  <a:tcPr marL="9199" marR="9199" marT="91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300" b="1" i="0" u="none" strike="noStrike">
                          <a:solidFill>
                            <a:srgbClr val="00B050"/>
                          </a:solidFill>
                          <a:effectLst/>
                          <a:latin typeface="Wingdings 2" panose="05020102010507070707" pitchFamily="18" charset="2"/>
                        </a:rPr>
                        <a:t> </a:t>
                      </a:r>
                    </a:p>
                  </a:txBody>
                  <a:tcPr marL="9199" marR="9199" marT="91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300" b="1" i="0" u="none" strike="noStrike">
                          <a:solidFill>
                            <a:srgbClr val="00B050"/>
                          </a:solidFill>
                          <a:effectLst/>
                          <a:latin typeface="Wingdings 2" panose="05020102010507070707" pitchFamily="18" charset="2"/>
                        </a:rPr>
                        <a:t> </a:t>
                      </a:r>
                    </a:p>
                  </a:txBody>
                  <a:tcPr marL="9199" marR="9199" marT="91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300" b="1" i="0" u="none" strike="noStrike" dirty="0">
                          <a:solidFill>
                            <a:srgbClr val="00B050"/>
                          </a:solidFill>
                          <a:effectLst/>
                          <a:latin typeface="Wingdings 2" panose="05020102010507070707" pitchFamily="18" charset="2"/>
                        </a:rPr>
                        <a:t> </a:t>
                      </a:r>
                    </a:p>
                  </a:txBody>
                  <a:tcPr marL="9199" marR="9199" marT="91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409425"/>
                  </a:ext>
                </a:extLst>
              </a:tr>
              <a:tr h="318622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199" marR="9199" marT="91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300" b="1" i="0" u="none" strike="noStrike">
                          <a:solidFill>
                            <a:srgbClr val="FF0000"/>
                          </a:solidFill>
                          <a:effectLst/>
                          <a:latin typeface="Wingdings 2" panose="05020102010507070707" pitchFamily="18" charset="2"/>
                        </a:rPr>
                        <a:t> </a:t>
                      </a:r>
                    </a:p>
                  </a:txBody>
                  <a:tcPr marL="9199" marR="9199" marT="91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NMJ1190180USNN</a:t>
                      </a:r>
                    </a:p>
                  </a:txBody>
                  <a:tcPr marL="9199" marR="9199" marT="91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300" b="1" i="0" u="none" strike="noStrike">
                          <a:solidFill>
                            <a:srgbClr val="FF0000"/>
                          </a:solidFill>
                          <a:effectLst/>
                          <a:latin typeface="Wingdings 2" panose="05020102010507070707" pitchFamily="18" charset="2"/>
                        </a:rPr>
                        <a:t> </a:t>
                      </a:r>
                    </a:p>
                  </a:txBody>
                  <a:tcPr marL="9199" marR="9199" marT="91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300" b="1" i="0" u="none" strike="noStrike">
                          <a:solidFill>
                            <a:srgbClr val="00B050"/>
                          </a:solidFill>
                          <a:effectLst/>
                          <a:latin typeface="Wingdings 2" panose="05020102010507070707" pitchFamily="18" charset="2"/>
                        </a:rPr>
                        <a:t> </a:t>
                      </a:r>
                    </a:p>
                  </a:txBody>
                  <a:tcPr marL="9199" marR="9199" marT="91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300" b="1" i="0" u="none" strike="noStrike" dirty="0">
                          <a:solidFill>
                            <a:srgbClr val="FF0000"/>
                          </a:solidFill>
                          <a:effectLst/>
                          <a:latin typeface="Wingdings 2" panose="05020102010507070707" pitchFamily="18" charset="2"/>
                        </a:rPr>
                        <a:t> </a:t>
                      </a:r>
                    </a:p>
                  </a:txBody>
                  <a:tcPr marL="9199" marR="9199" marT="91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7210015"/>
                  </a:ext>
                </a:extLst>
              </a:tr>
              <a:tr h="318622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199" marR="9199" marT="91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300" b="1" i="0" u="none" strike="noStrike">
                          <a:solidFill>
                            <a:srgbClr val="FF0000"/>
                          </a:solidFill>
                          <a:effectLst/>
                          <a:latin typeface="Wingdings 2" panose="05020102010507070707" pitchFamily="18" charset="2"/>
                        </a:rPr>
                        <a:t> </a:t>
                      </a:r>
                    </a:p>
                  </a:txBody>
                  <a:tcPr marL="9199" marR="9199" marT="91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NMJ1190180USBN</a:t>
                      </a:r>
                    </a:p>
                  </a:txBody>
                  <a:tcPr marL="9199" marR="9199" marT="91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300" b="1" i="0" u="none" strike="noStrike">
                          <a:solidFill>
                            <a:srgbClr val="FF0000"/>
                          </a:solidFill>
                          <a:effectLst/>
                          <a:latin typeface="Wingdings 2" panose="05020102010507070707" pitchFamily="18" charset="2"/>
                        </a:rPr>
                        <a:t> </a:t>
                      </a:r>
                    </a:p>
                  </a:txBody>
                  <a:tcPr marL="9199" marR="9199" marT="91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300" b="1" i="0" u="none" strike="noStrike">
                          <a:solidFill>
                            <a:srgbClr val="00B050"/>
                          </a:solidFill>
                          <a:effectLst/>
                          <a:latin typeface="Wingdings 2" panose="05020102010507070707" pitchFamily="18" charset="2"/>
                        </a:rPr>
                        <a:t> </a:t>
                      </a:r>
                    </a:p>
                  </a:txBody>
                  <a:tcPr marL="9199" marR="9199" marT="91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300" b="1" i="0" u="none" strike="noStrike" dirty="0">
                          <a:solidFill>
                            <a:srgbClr val="FF0000"/>
                          </a:solidFill>
                          <a:effectLst/>
                          <a:latin typeface="Wingdings 2" panose="05020102010507070707" pitchFamily="18" charset="2"/>
                        </a:rPr>
                        <a:t> </a:t>
                      </a:r>
                    </a:p>
                  </a:txBody>
                  <a:tcPr marL="9199" marR="9199" marT="91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2832997"/>
                  </a:ext>
                </a:extLst>
              </a:tr>
              <a:tr h="318622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199" marR="9199" marT="91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300" b="1" i="0" u="none" strike="noStrike">
                          <a:solidFill>
                            <a:srgbClr val="00B050"/>
                          </a:solidFill>
                          <a:effectLst/>
                          <a:latin typeface="Wingdings 2" panose="05020102010507070707" pitchFamily="18" charset="2"/>
                        </a:rPr>
                        <a:t> </a:t>
                      </a:r>
                    </a:p>
                  </a:txBody>
                  <a:tcPr marL="9199" marR="9199" marT="91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300" b="1" i="0" u="none" strike="noStrike">
                          <a:solidFill>
                            <a:srgbClr val="00B050"/>
                          </a:solidFill>
                          <a:effectLst/>
                          <a:latin typeface="Wingdings 2" panose="05020102010507070707" pitchFamily="18" charset="2"/>
                        </a:rPr>
                        <a:t> </a:t>
                      </a:r>
                    </a:p>
                  </a:txBody>
                  <a:tcPr marL="9199" marR="9199" marT="91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300" b="1" i="0" u="none" strike="noStrike">
                          <a:solidFill>
                            <a:srgbClr val="00B050"/>
                          </a:solidFill>
                          <a:effectLst/>
                          <a:latin typeface="Wingdings 2" panose="05020102010507070707" pitchFamily="18" charset="2"/>
                        </a:rPr>
                        <a:t> </a:t>
                      </a:r>
                    </a:p>
                  </a:txBody>
                  <a:tcPr marL="9199" marR="9199" marT="91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300" b="1" i="0" u="none" strike="noStrike">
                          <a:solidFill>
                            <a:srgbClr val="00B050"/>
                          </a:solidFill>
                          <a:effectLst/>
                          <a:latin typeface="Wingdings 2" panose="05020102010507070707" pitchFamily="18" charset="2"/>
                        </a:rPr>
                        <a:t> </a:t>
                      </a:r>
                    </a:p>
                  </a:txBody>
                  <a:tcPr marL="9199" marR="9199" marT="91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300" b="1" i="0" u="none" strike="noStrike" dirty="0">
                          <a:solidFill>
                            <a:srgbClr val="00B050"/>
                          </a:solidFill>
                          <a:effectLst/>
                          <a:latin typeface="Wingdings 2" panose="05020102010507070707" pitchFamily="18" charset="2"/>
                        </a:rPr>
                        <a:t> </a:t>
                      </a:r>
                    </a:p>
                  </a:txBody>
                  <a:tcPr marL="9199" marR="9199" marT="919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81765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083586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AB709D-A376-732E-6D33-6D5EEE172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635EA-281D-47C8-A0EC-B8A06226CB83}" type="slidenum">
              <a:rPr lang="en-IN" smtClean="0"/>
              <a:t>8</a:t>
            </a:fld>
            <a:endParaRPr lang="en-IN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FE23730-145D-C397-1FC3-CE5DCC7BA0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13089"/>
            <a:ext cx="10515600" cy="1159107"/>
          </a:xfrm>
        </p:spPr>
        <p:txBody>
          <a:bodyPr/>
          <a:lstStyle/>
          <a:p>
            <a:r>
              <a:rPr lang="en-US" sz="4400" dirty="0"/>
              <a:t>ABS FLASHING</a:t>
            </a:r>
            <a:endParaRPr lang="en-IN" sz="4400" dirty="0"/>
          </a:p>
        </p:txBody>
      </p:sp>
    </p:spTree>
    <p:extLst>
      <p:ext uri="{BB962C8B-B14F-4D97-AF65-F5344CB8AC3E}">
        <p14:creationId xmlns:p14="http://schemas.microsoft.com/office/powerpoint/2010/main" val="30022730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285BAF-66BA-AFFC-4FC1-F002E626C2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71D2E4-6E52-FA0B-915D-EAFF1B91DC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Bosch 10.3MB / MEFI ABS Flashing Sequence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26D6D7-9EF8-F069-24FC-0A6F9A501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635EA-281D-47C8-A0EC-B8A06226CB83}" type="slidenum">
              <a:rPr lang="en-IN" smtClean="0"/>
              <a:t>9</a:t>
            </a:fld>
            <a:endParaRPr lang="en-IN"/>
          </a:p>
        </p:txBody>
      </p:sp>
      <p:sp>
        <p:nvSpPr>
          <p:cNvPr id="23" name="Flowchart: Alternate Process 22">
            <a:extLst>
              <a:ext uri="{FF2B5EF4-FFF2-40B4-BE49-F238E27FC236}">
                <a16:creationId xmlns:a16="http://schemas.microsoft.com/office/drawing/2014/main" id="{A6099455-9E1A-7ED3-0AEE-EB1F0C03B0CB}"/>
              </a:ext>
            </a:extLst>
          </p:cNvPr>
          <p:cNvSpPr/>
          <p:nvPr/>
        </p:nvSpPr>
        <p:spPr>
          <a:xfrm>
            <a:off x="3021112" y="1435498"/>
            <a:ext cx="1479215" cy="696526"/>
          </a:xfrm>
          <a:prstGeom prst="flowChartAlternateProcess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rgbClr val="003399"/>
                </a:solidFill>
                <a:cs typeface="Arial" panose="020B0604020202020204" pitchFamily="34" charset="0"/>
              </a:rPr>
              <a:t>Connect Cable </a:t>
            </a:r>
          </a:p>
        </p:txBody>
      </p:sp>
      <p:sp>
        <p:nvSpPr>
          <p:cNvPr id="24" name="Flowchart: Alternate Process 23">
            <a:extLst>
              <a:ext uri="{FF2B5EF4-FFF2-40B4-BE49-F238E27FC236}">
                <a16:creationId xmlns:a16="http://schemas.microsoft.com/office/drawing/2014/main" id="{3C504A32-9020-AE6D-CF75-C7F96C6F6900}"/>
              </a:ext>
            </a:extLst>
          </p:cNvPr>
          <p:cNvSpPr/>
          <p:nvPr/>
        </p:nvSpPr>
        <p:spPr>
          <a:xfrm>
            <a:off x="7226071" y="1441043"/>
            <a:ext cx="1479215" cy="696526"/>
          </a:xfrm>
          <a:prstGeom prst="flowChartAlternateProcess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rgbClr val="003399"/>
                </a:solidFill>
                <a:cs typeface="Arial" panose="020B0604020202020204" pitchFamily="34" charset="0"/>
              </a:rPr>
              <a:t>Scan VIN number</a:t>
            </a:r>
          </a:p>
        </p:txBody>
      </p:sp>
      <p:sp>
        <p:nvSpPr>
          <p:cNvPr id="25" name="Flowchart: Alternate Process 24">
            <a:extLst>
              <a:ext uri="{FF2B5EF4-FFF2-40B4-BE49-F238E27FC236}">
                <a16:creationId xmlns:a16="http://schemas.microsoft.com/office/drawing/2014/main" id="{6F6D7DF4-E229-E1B9-4E77-F51624BB96EE}"/>
              </a:ext>
            </a:extLst>
          </p:cNvPr>
          <p:cNvSpPr/>
          <p:nvPr/>
        </p:nvSpPr>
        <p:spPr>
          <a:xfrm>
            <a:off x="9373664" y="1448645"/>
            <a:ext cx="1479215" cy="696526"/>
          </a:xfrm>
          <a:prstGeom prst="flowChartAlternateProcess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rgbClr val="003399"/>
                </a:solidFill>
                <a:cs typeface="Arial" panose="020B0604020202020204" pitchFamily="34" charset="0"/>
              </a:rPr>
              <a:t>Set ALL</a:t>
            </a:r>
          </a:p>
          <a:p>
            <a:pPr algn="ctr"/>
            <a:r>
              <a:rPr lang="en-IN" sz="1600" dirty="0">
                <a:solidFill>
                  <a:srgbClr val="003399"/>
                </a:solidFill>
                <a:cs typeface="Arial" panose="020B0604020202020204" pitchFamily="34" charset="0"/>
              </a:rPr>
              <a:t> Stations = Null</a:t>
            </a:r>
          </a:p>
        </p:txBody>
      </p:sp>
      <p:sp>
        <p:nvSpPr>
          <p:cNvPr id="29" name="Flowchart: Alternate Process 28">
            <a:extLst>
              <a:ext uri="{FF2B5EF4-FFF2-40B4-BE49-F238E27FC236}">
                <a16:creationId xmlns:a16="http://schemas.microsoft.com/office/drawing/2014/main" id="{B5F9D434-469B-6E33-C4BF-E34E9DE80D6B}"/>
              </a:ext>
            </a:extLst>
          </p:cNvPr>
          <p:cNvSpPr/>
          <p:nvPr/>
        </p:nvSpPr>
        <p:spPr>
          <a:xfrm>
            <a:off x="5078478" y="1435498"/>
            <a:ext cx="1479215" cy="696526"/>
          </a:xfrm>
          <a:prstGeom prst="flowChartAlternateProcess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rgbClr val="003399"/>
                </a:solidFill>
                <a:cs typeface="Arial" panose="020B0604020202020204" pitchFamily="34" charset="0"/>
              </a:rPr>
              <a:t>Ignition ON</a:t>
            </a:r>
          </a:p>
        </p:txBody>
      </p:sp>
      <p:sp>
        <p:nvSpPr>
          <p:cNvPr id="30" name="Flowchart: Alternate Process 29">
            <a:extLst>
              <a:ext uri="{FF2B5EF4-FFF2-40B4-BE49-F238E27FC236}">
                <a16:creationId xmlns:a16="http://schemas.microsoft.com/office/drawing/2014/main" id="{4467E1D3-2150-BE2B-4FF0-7D4537AFEE39}"/>
              </a:ext>
            </a:extLst>
          </p:cNvPr>
          <p:cNvSpPr/>
          <p:nvPr/>
        </p:nvSpPr>
        <p:spPr>
          <a:xfrm>
            <a:off x="9373664" y="2462654"/>
            <a:ext cx="1479215" cy="696526"/>
          </a:xfrm>
          <a:prstGeom prst="flowChartAlternateProcess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rgbClr val="003399"/>
                </a:solidFill>
                <a:cs typeface="Arial" panose="020B0604020202020204" pitchFamily="34" charset="0"/>
              </a:rPr>
              <a:t>Start Comm. ABS</a:t>
            </a:r>
          </a:p>
        </p:txBody>
      </p:sp>
      <p:sp>
        <p:nvSpPr>
          <p:cNvPr id="31" name="Flowchart: Alternate Process 30">
            <a:extLst>
              <a:ext uri="{FF2B5EF4-FFF2-40B4-BE49-F238E27FC236}">
                <a16:creationId xmlns:a16="http://schemas.microsoft.com/office/drawing/2014/main" id="{0631A2C2-38DE-042F-87C5-06003E5615F4}"/>
              </a:ext>
            </a:extLst>
          </p:cNvPr>
          <p:cNvSpPr/>
          <p:nvPr/>
        </p:nvSpPr>
        <p:spPr>
          <a:xfrm>
            <a:off x="7226071" y="2458191"/>
            <a:ext cx="1479215" cy="696526"/>
          </a:xfrm>
          <a:prstGeom prst="flowChartAlternateProcess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rgbClr val="003399"/>
                </a:solidFill>
                <a:cs typeface="Arial" panose="020B0604020202020204" pitchFamily="34" charset="0"/>
              </a:rPr>
              <a:t>Get Veh Data thru API</a:t>
            </a:r>
          </a:p>
        </p:txBody>
      </p:sp>
      <p:sp>
        <p:nvSpPr>
          <p:cNvPr id="32" name="Flowchart: Alternate Process 31">
            <a:extLst>
              <a:ext uri="{FF2B5EF4-FFF2-40B4-BE49-F238E27FC236}">
                <a16:creationId xmlns:a16="http://schemas.microsoft.com/office/drawing/2014/main" id="{56F0E518-1CAA-EA27-C527-1509F9C087E6}"/>
              </a:ext>
            </a:extLst>
          </p:cNvPr>
          <p:cNvSpPr/>
          <p:nvPr/>
        </p:nvSpPr>
        <p:spPr>
          <a:xfrm>
            <a:off x="5078478" y="2454978"/>
            <a:ext cx="1479215" cy="696527"/>
          </a:xfrm>
          <a:prstGeom prst="flowChartAlternateProcess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rgbClr val="003399"/>
                </a:solidFill>
                <a:cs typeface="Arial" panose="020B0604020202020204" pitchFamily="34" charset="0"/>
              </a:rPr>
              <a:t>Get ABS Flash</a:t>
            </a:r>
          </a:p>
          <a:p>
            <a:pPr algn="ctr"/>
            <a:r>
              <a:rPr lang="en-IN" sz="1600" dirty="0">
                <a:solidFill>
                  <a:srgbClr val="003399"/>
                </a:solidFill>
                <a:cs typeface="Arial" panose="020B0604020202020204" pitchFamily="34" charset="0"/>
              </a:rPr>
              <a:t>File details</a:t>
            </a:r>
          </a:p>
        </p:txBody>
      </p:sp>
      <p:sp>
        <p:nvSpPr>
          <p:cNvPr id="49" name="Flowchart: Alternate Process 48">
            <a:extLst>
              <a:ext uri="{FF2B5EF4-FFF2-40B4-BE49-F238E27FC236}">
                <a16:creationId xmlns:a16="http://schemas.microsoft.com/office/drawing/2014/main" id="{0C1E1020-387B-3F39-8F67-37FB096233EC}"/>
              </a:ext>
            </a:extLst>
          </p:cNvPr>
          <p:cNvSpPr/>
          <p:nvPr/>
        </p:nvSpPr>
        <p:spPr>
          <a:xfrm>
            <a:off x="3044623" y="2447664"/>
            <a:ext cx="1479215" cy="696526"/>
          </a:xfrm>
          <a:prstGeom prst="flowChartAlternateProcess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rgbClr val="003399"/>
                </a:solidFill>
                <a:cs typeface="Arial" panose="020B0604020202020204" pitchFamily="34" charset="0"/>
              </a:rPr>
              <a:t>ABS Default</a:t>
            </a:r>
          </a:p>
          <a:p>
            <a:pPr algn="ctr"/>
            <a:r>
              <a:rPr lang="en-IN" sz="1600" dirty="0">
                <a:solidFill>
                  <a:srgbClr val="003399"/>
                </a:solidFill>
                <a:cs typeface="Arial" panose="020B0604020202020204" pitchFamily="34" charset="0"/>
              </a:rPr>
              <a:t>Session</a:t>
            </a:r>
          </a:p>
        </p:txBody>
      </p:sp>
      <p:sp>
        <p:nvSpPr>
          <p:cNvPr id="51" name="Flowchart: Alternate Process 50">
            <a:extLst>
              <a:ext uri="{FF2B5EF4-FFF2-40B4-BE49-F238E27FC236}">
                <a16:creationId xmlns:a16="http://schemas.microsoft.com/office/drawing/2014/main" id="{5C33BC53-1C11-F207-B821-121168B11312}"/>
              </a:ext>
            </a:extLst>
          </p:cNvPr>
          <p:cNvSpPr/>
          <p:nvPr/>
        </p:nvSpPr>
        <p:spPr>
          <a:xfrm>
            <a:off x="897030" y="2447664"/>
            <a:ext cx="1479215" cy="696526"/>
          </a:xfrm>
          <a:prstGeom prst="flowChartAlternateProcess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rgbClr val="003399"/>
                </a:solidFill>
                <a:cs typeface="Arial" panose="020B0604020202020204" pitchFamily="34" charset="0"/>
              </a:rPr>
              <a:t>ABS Extended</a:t>
            </a:r>
          </a:p>
          <a:p>
            <a:pPr algn="ctr"/>
            <a:r>
              <a:rPr lang="en-IN" sz="1600" dirty="0" err="1">
                <a:solidFill>
                  <a:srgbClr val="003399"/>
                </a:solidFill>
                <a:cs typeface="Arial" panose="020B0604020202020204" pitchFamily="34" charset="0"/>
              </a:rPr>
              <a:t>Diag</a:t>
            </a:r>
            <a:r>
              <a:rPr lang="en-IN" sz="1600" dirty="0">
                <a:solidFill>
                  <a:srgbClr val="003399"/>
                </a:solidFill>
                <a:cs typeface="Arial" panose="020B0604020202020204" pitchFamily="34" charset="0"/>
              </a:rPr>
              <a:t> Session</a:t>
            </a:r>
          </a:p>
        </p:txBody>
      </p:sp>
      <p:sp>
        <p:nvSpPr>
          <p:cNvPr id="53" name="Flowchart: Alternate Process 52">
            <a:extLst>
              <a:ext uri="{FF2B5EF4-FFF2-40B4-BE49-F238E27FC236}">
                <a16:creationId xmlns:a16="http://schemas.microsoft.com/office/drawing/2014/main" id="{98E88D8C-47DC-1B1B-FBA3-1649431B7230}"/>
              </a:ext>
            </a:extLst>
          </p:cNvPr>
          <p:cNvSpPr/>
          <p:nvPr/>
        </p:nvSpPr>
        <p:spPr>
          <a:xfrm>
            <a:off x="896497" y="3525318"/>
            <a:ext cx="1479215" cy="696526"/>
          </a:xfrm>
          <a:prstGeom prst="flowChartAlternateProcess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rgbClr val="003399"/>
                </a:solidFill>
                <a:cs typeface="Arial" panose="020B0604020202020204" pitchFamily="34" charset="0"/>
              </a:rPr>
              <a:t>ABS Flashing</a:t>
            </a:r>
          </a:p>
        </p:txBody>
      </p:sp>
      <p:sp>
        <p:nvSpPr>
          <p:cNvPr id="55" name="Flowchart: Alternate Process 54">
            <a:extLst>
              <a:ext uri="{FF2B5EF4-FFF2-40B4-BE49-F238E27FC236}">
                <a16:creationId xmlns:a16="http://schemas.microsoft.com/office/drawing/2014/main" id="{ACA09BDD-FE4F-5E54-6CA9-909628421D78}"/>
              </a:ext>
            </a:extLst>
          </p:cNvPr>
          <p:cNvSpPr/>
          <p:nvPr/>
        </p:nvSpPr>
        <p:spPr>
          <a:xfrm>
            <a:off x="3044623" y="3525876"/>
            <a:ext cx="1479215" cy="696526"/>
          </a:xfrm>
          <a:prstGeom prst="flowChartAlternateProcess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rgbClr val="003399"/>
                </a:solidFill>
                <a:cs typeface="Arial" panose="020B0604020202020204" pitchFamily="34" charset="0"/>
              </a:rPr>
              <a:t>ABS SW Version Check</a:t>
            </a:r>
          </a:p>
        </p:txBody>
      </p:sp>
      <p:sp>
        <p:nvSpPr>
          <p:cNvPr id="57" name="Flowchart: Alternate Process 56">
            <a:extLst>
              <a:ext uri="{FF2B5EF4-FFF2-40B4-BE49-F238E27FC236}">
                <a16:creationId xmlns:a16="http://schemas.microsoft.com/office/drawing/2014/main" id="{900D3874-4205-087F-8E00-E0EF168AD2E9}"/>
              </a:ext>
            </a:extLst>
          </p:cNvPr>
          <p:cNvSpPr/>
          <p:nvPr/>
        </p:nvSpPr>
        <p:spPr>
          <a:xfrm>
            <a:off x="5117521" y="3534321"/>
            <a:ext cx="1479215" cy="696526"/>
          </a:xfrm>
          <a:prstGeom prst="flowChartAlternateProcess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rgbClr val="003399"/>
                </a:solidFill>
                <a:cs typeface="Arial" panose="020B0604020202020204" pitchFamily="34" charset="0"/>
              </a:rPr>
              <a:t>Read CAL ID &amp; Compare</a:t>
            </a:r>
          </a:p>
        </p:txBody>
      </p:sp>
      <p:sp>
        <p:nvSpPr>
          <p:cNvPr id="59" name="Flowchart: Alternate Process 58">
            <a:extLst>
              <a:ext uri="{FF2B5EF4-FFF2-40B4-BE49-F238E27FC236}">
                <a16:creationId xmlns:a16="http://schemas.microsoft.com/office/drawing/2014/main" id="{D3AB47D8-1B22-0808-B7FD-E6E0DB2C5A26}"/>
              </a:ext>
            </a:extLst>
          </p:cNvPr>
          <p:cNvSpPr/>
          <p:nvPr/>
        </p:nvSpPr>
        <p:spPr>
          <a:xfrm>
            <a:off x="7226071" y="3540866"/>
            <a:ext cx="1479215" cy="696526"/>
          </a:xfrm>
          <a:prstGeom prst="flowChartAlternateProcess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rgbClr val="003399"/>
                </a:solidFill>
                <a:cs typeface="Arial" panose="020B0604020202020204" pitchFamily="34" charset="0"/>
              </a:rPr>
              <a:t>Read BB no. &amp; Compare</a:t>
            </a:r>
          </a:p>
        </p:txBody>
      </p:sp>
      <p:sp>
        <p:nvSpPr>
          <p:cNvPr id="79" name="Flowchart: Alternate Process 78">
            <a:extLst>
              <a:ext uri="{FF2B5EF4-FFF2-40B4-BE49-F238E27FC236}">
                <a16:creationId xmlns:a16="http://schemas.microsoft.com/office/drawing/2014/main" id="{EAC7AE2C-E109-4C22-4CE2-40B1EA019AE3}"/>
              </a:ext>
            </a:extLst>
          </p:cNvPr>
          <p:cNvSpPr/>
          <p:nvPr/>
        </p:nvSpPr>
        <p:spPr>
          <a:xfrm>
            <a:off x="9373664" y="3540866"/>
            <a:ext cx="1479215" cy="696526"/>
          </a:xfrm>
          <a:prstGeom prst="flowChartAlternateProcess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rgbClr val="003399"/>
                </a:solidFill>
                <a:cs typeface="Arial" panose="020B0604020202020204" pitchFamily="34" charset="0"/>
              </a:rPr>
              <a:t>Write VIN</a:t>
            </a:r>
          </a:p>
        </p:txBody>
      </p:sp>
      <p:sp>
        <p:nvSpPr>
          <p:cNvPr id="80" name="Flowchart: Alternate Process 79">
            <a:extLst>
              <a:ext uri="{FF2B5EF4-FFF2-40B4-BE49-F238E27FC236}">
                <a16:creationId xmlns:a16="http://schemas.microsoft.com/office/drawing/2014/main" id="{2D0353A3-11CE-F8C6-93D8-6AE657F8D769}"/>
              </a:ext>
            </a:extLst>
          </p:cNvPr>
          <p:cNvSpPr/>
          <p:nvPr/>
        </p:nvSpPr>
        <p:spPr>
          <a:xfrm>
            <a:off x="9373664" y="4624650"/>
            <a:ext cx="1479215" cy="696526"/>
          </a:xfrm>
          <a:prstGeom prst="flowChartAlternateProcess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rgbClr val="003399"/>
                </a:solidFill>
                <a:cs typeface="Arial" panose="020B0604020202020204" pitchFamily="34" charset="0"/>
              </a:rPr>
              <a:t>Enable IMU </a:t>
            </a:r>
          </a:p>
          <a:p>
            <a:pPr algn="ctr"/>
            <a:r>
              <a:rPr lang="en-IN" sz="1600" dirty="0">
                <a:solidFill>
                  <a:srgbClr val="003399"/>
                </a:solidFill>
                <a:cs typeface="Arial" panose="020B0604020202020204" pitchFamily="34" charset="0"/>
              </a:rPr>
              <a:t>Feature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A7EC555B-9FC6-F19F-E064-FC91EA29D8D1}"/>
              </a:ext>
            </a:extLst>
          </p:cNvPr>
          <p:cNvSpPr txBox="1"/>
          <p:nvPr/>
        </p:nvSpPr>
        <p:spPr>
          <a:xfrm>
            <a:off x="952700" y="877830"/>
            <a:ext cx="109237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Expected Cycle Time: 25 – 30s 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9C146D9-8632-3C73-CC62-914F0C13E65A}"/>
              </a:ext>
            </a:extLst>
          </p:cNvPr>
          <p:cNvCxnSpPr>
            <a:cxnSpLocks/>
            <a:endCxn id="23" idx="1"/>
          </p:cNvCxnSpPr>
          <p:nvPr/>
        </p:nvCxnSpPr>
        <p:spPr>
          <a:xfrm>
            <a:off x="2458683" y="1776267"/>
            <a:ext cx="562429" cy="74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56E09D3-8F2A-0871-E4A7-7A2739399D93}"/>
              </a:ext>
            </a:extLst>
          </p:cNvPr>
          <p:cNvCxnSpPr>
            <a:stCxn id="23" idx="3"/>
            <a:endCxn id="29" idx="1"/>
          </p:cNvCxnSpPr>
          <p:nvPr/>
        </p:nvCxnSpPr>
        <p:spPr>
          <a:xfrm>
            <a:off x="4500327" y="1783761"/>
            <a:ext cx="57815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FE606AD-C841-E20C-33E0-02BAEBB8E244}"/>
              </a:ext>
            </a:extLst>
          </p:cNvPr>
          <p:cNvCxnSpPr>
            <a:stCxn id="29" idx="3"/>
            <a:endCxn id="24" idx="1"/>
          </p:cNvCxnSpPr>
          <p:nvPr/>
        </p:nvCxnSpPr>
        <p:spPr>
          <a:xfrm>
            <a:off x="6557693" y="1783761"/>
            <a:ext cx="668378" cy="55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16A2987-5DD4-0CE7-5581-87E6473C0B34}"/>
              </a:ext>
            </a:extLst>
          </p:cNvPr>
          <p:cNvCxnSpPr>
            <a:stCxn id="24" idx="3"/>
            <a:endCxn id="25" idx="1"/>
          </p:cNvCxnSpPr>
          <p:nvPr/>
        </p:nvCxnSpPr>
        <p:spPr>
          <a:xfrm>
            <a:off x="8705286" y="1789306"/>
            <a:ext cx="668378" cy="76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814255B-7D5E-80D6-8C49-ED401237D93A}"/>
              </a:ext>
            </a:extLst>
          </p:cNvPr>
          <p:cNvCxnSpPr>
            <a:stCxn id="25" idx="2"/>
            <a:endCxn id="30" idx="0"/>
          </p:cNvCxnSpPr>
          <p:nvPr/>
        </p:nvCxnSpPr>
        <p:spPr>
          <a:xfrm>
            <a:off x="10113272" y="2145171"/>
            <a:ext cx="0" cy="3174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69AD7AC-2177-F710-CF40-E7174052F8D9}"/>
              </a:ext>
            </a:extLst>
          </p:cNvPr>
          <p:cNvCxnSpPr>
            <a:stCxn id="30" idx="1"/>
            <a:endCxn id="31" idx="3"/>
          </p:cNvCxnSpPr>
          <p:nvPr/>
        </p:nvCxnSpPr>
        <p:spPr>
          <a:xfrm flipH="1" flipV="1">
            <a:off x="8705286" y="2806454"/>
            <a:ext cx="668378" cy="44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EA6E72C9-3947-9F19-A45B-3FBE830479D0}"/>
              </a:ext>
            </a:extLst>
          </p:cNvPr>
          <p:cNvCxnSpPr>
            <a:stCxn id="31" idx="1"/>
            <a:endCxn id="32" idx="3"/>
          </p:cNvCxnSpPr>
          <p:nvPr/>
        </p:nvCxnSpPr>
        <p:spPr>
          <a:xfrm flipH="1" flipV="1">
            <a:off x="6557693" y="2803242"/>
            <a:ext cx="668378" cy="32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E5F1485D-9372-11A0-5781-D7590041A2D8}"/>
              </a:ext>
            </a:extLst>
          </p:cNvPr>
          <p:cNvCxnSpPr>
            <a:stCxn id="32" idx="1"/>
            <a:endCxn id="49" idx="3"/>
          </p:cNvCxnSpPr>
          <p:nvPr/>
        </p:nvCxnSpPr>
        <p:spPr>
          <a:xfrm flipH="1" flipV="1">
            <a:off x="4523838" y="2795927"/>
            <a:ext cx="554640" cy="73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DA01A8C6-1B0B-B8BE-1612-97FE08662C4E}"/>
              </a:ext>
            </a:extLst>
          </p:cNvPr>
          <p:cNvCxnSpPr>
            <a:stCxn id="49" idx="1"/>
            <a:endCxn id="51" idx="3"/>
          </p:cNvCxnSpPr>
          <p:nvPr/>
        </p:nvCxnSpPr>
        <p:spPr>
          <a:xfrm flipH="1">
            <a:off x="2376245" y="2795927"/>
            <a:ext cx="66837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50622C42-7513-03CB-4428-D1C0D2399C5B}"/>
              </a:ext>
            </a:extLst>
          </p:cNvPr>
          <p:cNvCxnSpPr>
            <a:cxnSpLocks/>
            <a:stCxn id="51" idx="2"/>
            <a:endCxn id="53" idx="0"/>
          </p:cNvCxnSpPr>
          <p:nvPr/>
        </p:nvCxnSpPr>
        <p:spPr>
          <a:xfrm flipH="1">
            <a:off x="1636105" y="3144190"/>
            <a:ext cx="533" cy="3811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6901DFC5-74D4-8A12-CF6C-DDD23842658F}"/>
              </a:ext>
            </a:extLst>
          </p:cNvPr>
          <p:cNvCxnSpPr>
            <a:stCxn id="53" idx="3"/>
            <a:endCxn id="55" idx="1"/>
          </p:cNvCxnSpPr>
          <p:nvPr/>
        </p:nvCxnSpPr>
        <p:spPr>
          <a:xfrm>
            <a:off x="2375712" y="3873581"/>
            <a:ext cx="668911" cy="5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15FE8DE8-BAD1-961D-D474-7248DC9D2965}"/>
              </a:ext>
            </a:extLst>
          </p:cNvPr>
          <p:cNvCxnSpPr>
            <a:stCxn id="55" idx="3"/>
            <a:endCxn id="57" idx="1"/>
          </p:cNvCxnSpPr>
          <p:nvPr/>
        </p:nvCxnSpPr>
        <p:spPr>
          <a:xfrm>
            <a:off x="4523838" y="3874139"/>
            <a:ext cx="593683" cy="84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3A363ADA-5904-3A1D-BF9F-D1C16D9F5331}"/>
              </a:ext>
            </a:extLst>
          </p:cNvPr>
          <p:cNvCxnSpPr>
            <a:stCxn id="57" idx="3"/>
            <a:endCxn id="59" idx="1"/>
          </p:cNvCxnSpPr>
          <p:nvPr/>
        </p:nvCxnSpPr>
        <p:spPr>
          <a:xfrm>
            <a:off x="6596736" y="3882584"/>
            <a:ext cx="629335" cy="65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192C40DB-0FED-1551-6EB1-208A3FCD0E18}"/>
              </a:ext>
            </a:extLst>
          </p:cNvPr>
          <p:cNvCxnSpPr>
            <a:stCxn id="59" idx="3"/>
            <a:endCxn id="79" idx="1"/>
          </p:cNvCxnSpPr>
          <p:nvPr/>
        </p:nvCxnSpPr>
        <p:spPr>
          <a:xfrm>
            <a:off x="8705286" y="3889129"/>
            <a:ext cx="66837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272849B7-C042-3D27-91DC-4E03C9B13629}"/>
              </a:ext>
            </a:extLst>
          </p:cNvPr>
          <p:cNvCxnSpPr>
            <a:stCxn id="79" idx="2"/>
            <a:endCxn id="80" idx="0"/>
          </p:cNvCxnSpPr>
          <p:nvPr/>
        </p:nvCxnSpPr>
        <p:spPr>
          <a:xfrm>
            <a:off x="10113272" y="4237392"/>
            <a:ext cx="0" cy="3872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01F445CC-7CBE-F57D-7FAC-10F0FC2873E1}"/>
              </a:ext>
            </a:extLst>
          </p:cNvPr>
          <p:cNvCxnSpPr>
            <a:cxnSpLocks/>
            <a:stCxn id="80" idx="1"/>
          </p:cNvCxnSpPr>
          <p:nvPr/>
        </p:nvCxnSpPr>
        <p:spPr>
          <a:xfrm flipH="1" flipV="1">
            <a:off x="8811235" y="4971005"/>
            <a:ext cx="562429" cy="19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Oval 4">
            <a:extLst>
              <a:ext uri="{FF2B5EF4-FFF2-40B4-BE49-F238E27FC236}">
                <a16:creationId xmlns:a16="http://schemas.microsoft.com/office/drawing/2014/main" id="{B59FA052-12B0-E4B9-F73A-F586DC142E0A}"/>
              </a:ext>
            </a:extLst>
          </p:cNvPr>
          <p:cNvSpPr/>
          <p:nvPr/>
        </p:nvSpPr>
        <p:spPr>
          <a:xfrm>
            <a:off x="898160" y="1431387"/>
            <a:ext cx="1555184" cy="681536"/>
          </a:xfrm>
          <a:prstGeom prst="ellipse">
            <a:avLst/>
          </a:prstGeom>
          <a:solidFill>
            <a:schemeClr val="accent2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>
                <a:solidFill>
                  <a:schemeClr val="bg1"/>
                </a:solidFill>
                <a:cs typeface="Arial" panose="020B0604020202020204" pitchFamily="34" charset="0"/>
              </a:rPr>
              <a:t>Start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A4487D6-4070-0EB8-CD2B-18D9BCFFA138}"/>
              </a:ext>
            </a:extLst>
          </p:cNvPr>
          <p:cNvSpPr/>
          <p:nvPr/>
        </p:nvSpPr>
        <p:spPr>
          <a:xfrm>
            <a:off x="3067067" y="5731304"/>
            <a:ext cx="1555184" cy="681536"/>
          </a:xfrm>
          <a:prstGeom prst="ellipse">
            <a:avLst/>
          </a:prstGeom>
          <a:solidFill>
            <a:schemeClr val="accent2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>
                <a:solidFill>
                  <a:schemeClr val="bg1"/>
                </a:solidFill>
                <a:cs typeface="Arial" panose="020B0604020202020204" pitchFamily="34" charset="0"/>
              </a:rPr>
              <a:t>Stop</a:t>
            </a:r>
          </a:p>
        </p:txBody>
      </p:sp>
      <p:sp>
        <p:nvSpPr>
          <p:cNvPr id="6" name="Flowchart: Alternate Process 5">
            <a:extLst>
              <a:ext uri="{FF2B5EF4-FFF2-40B4-BE49-F238E27FC236}">
                <a16:creationId xmlns:a16="http://schemas.microsoft.com/office/drawing/2014/main" id="{CF85C0F7-3C46-5EF4-2821-B76A105D4FAB}"/>
              </a:ext>
            </a:extLst>
          </p:cNvPr>
          <p:cNvSpPr/>
          <p:nvPr/>
        </p:nvSpPr>
        <p:spPr>
          <a:xfrm>
            <a:off x="3067067" y="4621095"/>
            <a:ext cx="1479215" cy="696526"/>
          </a:xfrm>
          <a:prstGeom prst="flowChartAlternateProcess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rgbClr val="003399"/>
                </a:solidFill>
                <a:cs typeface="Arial" panose="020B0604020202020204" pitchFamily="34" charset="0"/>
              </a:rPr>
              <a:t>Clear DTC</a:t>
            </a:r>
          </a:p>
        </p:txBody>
      </p:sp>
      <p:sp>
        <p:nvSpPr>
          <p:cNvPr id="10" name="Flowchart: Alternate Process 9">
            <a:extLst>
              <a:ext uri="{FF2B5EF4-FFF2-40B4-BE49-F238E27FC236}">
                <a16:creationId xmlns:a16="http://schemas.microsoft.com/office/drawing/2014/main" id="{2DC53B85-50A8-79F0-DA4C-C7C5CF513483}"/>
              </a:ext>
            </a:extLst>
          </p:cNvPr>
          <p:cNvSpPr/>
          <p:nvPr/>
        </p:nvSpPr>
        <p:spPr>
          <a:xfrm>
            <a:off x="7323211" y="4621095"/>
            <a:ext cx="1479215" cy="696526"/>
          </a:xfrm>
          <a:prstGeom prst="flowChartAlternateProcess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rgbClr val="003399"/>
                </a:solidFill>
                <a:cs typeface="Arial" panose="020B0604020202020204" pitchFamily="34" charset="0"/>
              </a:rPr>
              <a:t>Write Vehicle Variant</a:t>
            </a:r>
          </a:p>
        </p:txBody>
      </p:sp>
      <p:sp>
        <p:nvSpPr>
          <p:cNvPr id="14" name="Flowchart: Alternate Process 13">
            <a:extLst>
              <a:ext uri="{FF2B5EF4-FFF2-40B4-BE49-F238E27FC236}">
                <a16:creationId xmlns:a16="http://schemas.microsoft.com/office/drawing/2014/main" id="{B540ABE5-A593-A3B2-4535-41D4D56ACB0D}"/>
              </a:ext>
            </a:extLst>
          </p:cNvPr>
          <p:cNvSpPr/>
          <p:nvPr/>
        </p:nvSpPr>
        <p:spPr>
          <a:xfrm>
            <a:off x="5195139" y="4623696"/>
            <a:ext cx="1479215" cy="696526"/>
          </a:xfrm>
          <a:prstGeom prst="flowChartAlternateProcess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rgbClr val="003399"/>
                </a:solidFill>
                <a:cs typeface="Arial" panose="020B0604020202020204" pitchFamily="34" charset="0"/>
              </a:rPr>
              <a:t>Read VIN</a:t>
            </a:r>
          </a:p>
        </p:txBody>
      </p:sp>
      <p:sp>
        <p:nvSpPr>
          <p:cNvPr id="18" name="Flowchart: Alternate Process 17">
            <a:extLst>
              <a:ext uri="{FF2B5EF4-FFF2-40B4-BE49-F238E27FC236}">
                <a16:creationId xmlns:a16="http://schemas.microsoft.com/office/drawing/2014/main" id="{BF89CE98-0F18-5359-9529-BEFA412DDA18}"/>
              </a:ext>
            </a:extLst>
          </p:cNvPr>
          <p:cNvSpPr/>
          <p:nvPr/>
        </p:nvSpPr>
        <p:spPr>
          <a:xfrm>
            <a:off x="932429" y="5716872"/>
            <a:ext cx="1479215" cy="696526"/>
          </a:xfrm>
          <a:prstGeom prst="flowChartAlternateProcess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rgbClr val="003399"/>
                </a:solidFill>
                <a:cs typeface="Arial" panose="020B0604020202020204" pitchFamily="34" charset="0"/>
              </a:rPr>
              <a:t>Send Result thru API </a:t>
            </a:r>
          </a:p>
        </p:txBody>
      </p:sp>
      <p:sp>
        <p:nvSpPr>
          <p:cNvPr id="21" name="Flowchart: Alternate Process 20">
            <a:extLst>
              <a:ext uri="{FF2B5EF4-FFF2-40B4-BE49-F238E27FC236}">
                <a16:creationId xmlns:a16="http://schemas.microsoft.com/office/drawing/2014/main" id="{E367E9CC-EBC3-9BC8-B234-3348E26140F9}"/>
              </a:ext>
            </a:extLst>
          </p:cNvPr>
          <p:cNvSpPr/>
          <p:nvPr/>
        </p:nvSpPr>
        <p:spPr>
          <a:xfrm>
            <a:off x="932429" y="4621095"/>
            <a:ext cx="1479215" cy="696526"/>
          </a:xfrm>
          <a:prstGeom prst="flowChartAlternateProcess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rgbClr val="003399"/>
                </a:solidFill>
                <a:cs typeface="Arial" panose="020B0604020202020204" pitchFamily="34" charset="0"/>
              </a:rPr>
              <a:t>Log Result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36794398-5417-78E0-985A-DB21A41D42FB}"/>
              </a:ext>
            </a:extLst>
          </p:cNvPr>
          <p:cNvCxnSpPr>
            <a:stCxn id="10" idx="1"/>
            <a:endCxn id="14" idx="3"/>
          </p:cNvCxnSpPr>
          <p:nvPr/>
        </p:nvCxnSpPr>
        <p:spPr>
          <a:xfrm flipH="1">
            <a:off x="6674354" y="4969358"/>
            <a:ext cx="648857" cy="26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2569AB15-1FFB-B9D3-10B6-9F506926B415}"/>
              </a:ext>
            </a:extLst>
          </p:cNvPr>
          <p:cNvCxnSpPr>
            <a:stCxn id="14" idx="1"/>
            <a:endCxn id="6" idx="3"/>
          </p:cNvCxnSpPr>
          <p:nvPr/>
        </p:nvCxnSpPr>
        <p:spPr>
          <a:xfrm flipH="1" flipV="1">
            <a:off x="4546282" y="4969358"/>
            <a:ext cx="648857" cy="26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A53E4A11-57F1-7F0B-9935-68B32E3B9571}"/>
              </a:ext>
            </a:extLst>
          </p:cNvPr>
          <p:cNvCxnSpPr>
            <a:stCxn id="6" idx="1"/>
            <a:endCxn id="21" idx="3"/>
          </p:cNvCxnSpPr>
          <p:nvPr/>
        </p:nvCxnSpPr>
        <p:spPr>
          <a:xfrm flipH="1">
            <a:off x="2411644" y="4969358"/>
            <a:ext cx="65542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6FA360D4-240C-D628-C975-91E0472D13AA}"/>
              </a:ext>
            </a:extLst>
          </p:cNvPr>
          <p:cNvCxnSpPr>
            <a:stCxn id="21" idx="2"/>
            <a:endCxn id="18" idx="0"/>
          </p:cNvCxnSpPr>
          <p:nvPr/>
        </p:nvCxnSpPr>
        <p:spPr>
          <a:xfrm>
            <a:off x="1672037" y="5317621"/>
            <a:ext cx="0" cy="3992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5FB1A40-D421-807C-E315-28A0ED7E6399}"/>
              </a:ext>
            </a:extLst>
          </p:cNvPr>
          <p:cNvCxnSpPr>
            <a:stCxn id="18" idx="3"/>
            <a:endCxn id="7" idx="2"/>
          </p:cNvCxnSpPr>
          <p:nvPr/>
        </p:nvCxnSpPr>
        <p:spPr>
          <a:xfrm>
            <a:off x="2411644" y="6065135"/>
            <a:ext cx="655423" cy="69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70542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69BE9A-31AE-8773-C9EA-C62402F850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141B1D-1B37-D299-26D9-1CA2DCE19A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01150" y="6518583"/>
            <a:ext cx="2743200" cy="365125"/>
          </a:xfrm>
        </p:spPr>
        <p:txBody>
          <a:bodyPr/>
          <a:lstStyle/>
          <a:p>
            <a:fld id="{C5E635EA-281D-47C8-A0EC-B8A06226CB83}" type="slidenum">
              <a:rPr lang="en-IN" smtClean="0"/>
              <a:t>10</a:t>
            </a:fld>
            <a:endParaRPr lang="en-IN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6CC3E3B-0439-4BD4-AE3E-5D24324B8C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4433"/>
            <a:ext cx="10515600" cy="315910"/>
          </a:xfrm>
        </p:spPr>
        <p:txBody>
          <a:bodyPr/>
          <a:lstStyle/>
          <a:p>
            <a:r>
              <a:rPr lang="en-US" dirty="0"/>
              <a:t>Test Verification - Phases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843A3F6-2D0B-A7F1-F436-C6822701D2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163" y="732817"/>
            <a:ext cx="3002868" cy="569056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6E854CE-61DA-86A1-4898-7FD21AAFBD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0189" y="732817"/>
            <a:ext cx="3011622" cy="569056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2746A98-A7EC-9621-F920-46E5F3D4B1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4969" y="792778"/>
            <a:ext cx="3229426" cy="3324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77875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423759-D3F3-B3E7-6AF4-98D1F2A6EB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BD91DE0A-B2F3-8009-FD2E-EDA0F43B9A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7405" y="3360692"/>
            <a:ext cx="5087402" cy="215166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D3BB20-F82C-5BB9-9FD1-8D7B65EC4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01150" y="6518583"/>
            <a:ext cx="2743200" cy="365125"/>
          </a:xfrm>
        </p:spPr>
        <p:txBody>
          <a:bodyPr/>
          <a:lstStyle/>
          <a:p>
            <a:fld id="{C5E635EA-281D-47C8-A0EC-B8A06226CB83}" type="slidenum">
              <a:rPr lang="en-IN" smtClean="0"/>
              <a:t>11</a:t>
            </a:fld>
            <a:endParaRPr lang="en-IN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2A788D5-56C5-1D32-0386-44B99A1374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4433"/>
            <a:ext cx="10515600" cy="315910"/>
          </a:xfrm>
        </p:spPr>
        <p:txBody>
          <a:bodyPr/>
          <a:lstStyle/>
          <a:p>
            <a:r>
              <a:rPr lang="en-US" dirty="0"/>
              <a:t>Test Verification</a:t>
            </a:r>
            <a:endParaRPr lang="en-IN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391429C-2F32-F37B-E0C7-BFCCA9E7E140}"/>
              </a:ext>
            </a:extLst>
          </p:cNvPr>
          <p:cNvCxnSpPr>
            <a:cxnSpLocks/>
          </p:cNvCxnSpPr>
          <p:nvPr/>
        </p:nvCxnSpPr>
        <p:spPr bwMode="auto">
          <a:xfrm>
            <a:off x="6391425" y="3534185"/>
            <a:ext cx="43562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F494BB4E-2794-658B-DB29-AD31A651D53A}"/>
              </a:ext>
            </a:extLst>
          </p:cNvPr>
          <p:cNvSpPr txBox="1"/>
          <p:nvPr/>
        </p:nvSpPr>
        <p:spPr>
          <a:xfrm>
            <a:off x="7005815" y="3380296"/>
            <a:ext cx="107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Request</a:t>
            </a:r>
            <a:endParaRPr lang="en-IN" sz="1400" dirty="0">
              <a:solidFill>
                <a:srgbClr val="000099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BE628B8-07B9-BA79-3AED-95FC2248B4DD}"/>
              </a:ext>
            </a:extLst>
          </p:cNvPr>
          <p:cNvCxnSpPr>
            <a:cxnSpLocks/>
          </p:cNvCxnSpPr>
          <p:nvPr/>
        </p:nvCxnSpPr>
        <p:spPr bwMode="auto">
          <a:xfrm>
            <a:off x="6391425" y="3902293"/>
            <a:ext cx="43562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3E6C0199-2904-282C-1A61-DFF3F4E59B10}"/>
              </a:ext>
            </a:extLst>
          </p:cNvPr>
          <p:cNvSpPr txBox="1"/>
          <p:nvPr/>
        </p:nvSpPr>
        <p:spPr>
          <a:xfrm>
            <a:off x="7005815" y="3732118"/>
            <a:ext cx="107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solidFill>
                  <a:srgbClr val="000099"/>
                </a:solidFill>
                <a:effectLst/>
                <a:latin typeface="Arial" pitchFamily="34" charset="0"/>
                <a:cs typeface="Arial" pitchFamily="34" charset="0"/>
              </a:rPr>
              <a:t>Response</a:t>
            </a:r>
            <a:endParaRPr lang="en-IN" sz="1400">
              <a:solidFill>
                <a:srgbClr val="000099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94118C8-F1E8-2129-E527-EDAE08915E65}"/>
              </a:ext>
            </a:extLst>
          </p:cNvPr>
          <p:cNvSpPr txBox="1"/>
          <p:nvPr/>
        </p:nvSpPr>
        <p:spPr>
          <a:xfrm>
            <a:off x="1117333" y="869430"/>
            <a:ext cx="6677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HECU – Diagnostic Session tests: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BF58603-718F-75CF-60D1-3ECA932211BC}"/>
              </a:ext>
            </a:extLst>
          </p:cNvPr>
          <p:cNvSpPr txBox="1"/>
          <p:nvPr/>
        </p:nvSpPr>
        <p:spPr>
          <a:xfrm>
            <a:off x="1117333" y="2887089"/>
            <a:ext cx="6677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 File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66670C23-60C9-85CC-9358-D43557EE360C}"/>
              </a:ext>
            </a:extLst>
          </p:cNvPr>
          <p:cNvCxnSpPr>
            <a:cxnSpLocks/>
          </p:cNvCxnSpPr>
          <p:nvPr/>
        </p:nvCxnSpPr>
        <p:spPr>
          <a:xfrm>
            <a:off x="1217405" y="4079568"/>
            <a:ext cx="5087402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22DEA05B-0714-EF20-E4E6-5055CB7754EC}"/>
              </a:ext>
            </a:extLst>
          </p:cNvPr>
          <p:cNvCxnSpPr>
            <a:cxnSpLocks/>
          </p:cNvCxnSpPr>
          <p:nvPr/>
        </p:nvCxnSpPr>
        <p:spPr bwMode="auto">
          <a:xfrm>
            <a:off x="6376435" y="4245149"/>
            <a:ext cx="43562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B52EFFF7-0315-1CDE-1D11-63473341944F}"/>
              </a:ext>
            </a:extLst>
          </p:cNvPr>
          <p:cNvSpPr txBox="1"/>
          <p:nvPr/>
        </p:nvSpPr>
        <p:spPr>
          <a:xfrm>
            <a:off x="7005815" y="4091260"/>
            <a:ext cx="107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Request</a:t>
            </a:r>
            <a:endParaRPr lang="en-IN" sz="1400" dirty="0">
              <a:solidFill>
                <a:srgbClr val="000099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CB50E2AA-27F0-37EF-EFBC-1A2E33561D86}"/>
              </a:ext>
            </a:extLst>
          </p:cNvPr>
          <p:cNvCxnSpPr>
            <a:cxnSpLocks/>
          </p:cNvCxnSpPr>
          <p:nvPr/>
        </p:nvCxnSpPr>
        <p:spPr bwMode="auto">
          <a:xfrm>
            <a:off x="6391425" y="5382653"/>
            <a:ext cx="43562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1CD4D03A-F4EE-FD73-D64A-D795AF2C6425}"/>
              </a:ext>
            </a:extLst>
          </p:cNvPr>
          <p:cNvSpPr txBox="1"/>
          <p:nvPr/>
        </p:nvSpPr>
        <p:spPr>
          <a:xfrm>
            <a:off x="7005815" y="5204576"/>
            <a:ext cx="107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99"/>
                </a:solidFill>
                <a:effectLst/>
                <a:latin typeface="Arial" pitchFamily="34" charset="0"/>
                <a:cs typeface="Arial" pitchFamily="34" charset="0"/>
              </a:rPr>
              <a:t>Response</a:t>
            </a:r>
            <a:endParaRPr lang="en-IN" sz="1400" dirty="0">
              <a:solidFill>
                <a:srgbClr val="000099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FC4578E-A3A6-9B1F-A7A2-D3B21269EE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7405" y="1345645"/>
            <a:ext cx="8127452" cy="82626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9F4F55E-B6EC-4D77-9DBE-9A4AE42AC2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7405" y="2170527"/>
            <a:ext cx="8129016" cy="42629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6104428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708161-56F6-9395-E29A-C68543C949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6BD6D3-E148-384D-B782-FFC733A264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01150" y="6518583"/>
            <a:ext cx="2743200" cy="365125"/>
          </a:xfrm>
        </p:spPr>
        <p:txBody>
          <a:bodyPr/>
          <a:lstStyle/>
          <a:p>
            <a:fld id="{C5E635EA-281D-47C8-A0EC-B8A06226CB83}" type="slidenum">
              <a:rPr lang="en-IN" smtClean="0"/>
              <a:t>12</a:t>
            </a:fld>
            <a:endParaRPr lang="en-IN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5E0F5DE-BDE4-BB98-C10D-B2E64ED9F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4433"/>
            <a:ext cx="10515600" cy="315910"/>
          </a:xfrm>
        </p:spPr>
        <p:txBody>
          <a:bodyPr/>
          <a:lstStyle/>
          <a:p>
            <a:r>
              <a:rPr lang="en-US" dirty="0"/>
              <a:t>Test Verification</a:t>
            </a:r>
            <a:endParaRPr lang="en-IN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E371F8A-A85C-6DCE-169B-19A4CE792E9D}"/>
              </a:ext>
            </a:extLst>
          </p:cNvPr>
          <p:cNvCxnSpPr>
            <a:cxnSpLocks/>
          </p:cNvCxnSpPr>
          <p:nvPr/>
        </p:nvCxnSpPr>
        <p:spPr bwMode="auto">
          <a:xfrm>
            <a:off x="7236343" y="2380165"/>
            <a:ext cx="43562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41EBF8C2-662A-47E2-958B-8A584E3E2FDE}"/>
              </a:ext>
            </a:extLst>
          </p:cNvPr>
          <p:cNvSpPr txBox="1"/>
          <p:nvPr/>
        </p:nvSpPr>
        <p:spPr>
          <a:xfrm>
            <a:off x="7850733" y="2226276"/>
            <a:ext cx="107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Request</a:t>
            </a:r>
            <a:endParaRPr lang="en-IN" sz="1400" dirty="0">
              <a:solidFill>
                <a:srgbClr val="000099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113496C-E225-5FB8-DA5E-8DCB6F53AB9D}"/>
              </a:ext>
            </a:extLst>
          </p:cNvPr>
          <p:cNvCxnSpPr>
            <a:cxnSpLocks/>
          </p:cNvCxnSpPr>
          <p:nvPr/>
        </p:nvCxnSpPr>
        <p:spPr bwMode="auto">
          <a:xfrm>
            <a:off x="7236343" y="3212972"/>
            <a:ext cx="43562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8E0C1515-6D40-1B7E-9D8B-254E14F572D7}"/>
              </a:ext>
            </a:extLst>
          </p:cNvPr>
          <p:cNvSpPr txBox="1"/>
          <p:nvPr/>
        </p:nvSpPr>
        <p:spPr>
          <a:xfrm>
            <a:off x="7850733" y="3042797"/>
            <a:ext cx="107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solidFill>
                  <a:srgbClr val="000099"/>
                </a:solidFill>
                <a:effectLst/>
                <a:latin typeface="Arial" pitchFamily="34" charset="0"/>
                <a:cs typeface="Arial" pitchFamily="34" charset="0"/>
              </a:rPr>
              <a:t>Response</a:t>
            </a:r>
            <a:endParaRPr lang="en-IN" sz="1400">
              <a:solidFill>
                <a:srgbClr val="000099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662A6AE-B660-8575-B186-664D462A347E}"/>
              </a:ext>
            </a:extLst>
          </p:cNvPr>
          <p:cNvSpPr txBox="1"/>
          <p:nvPr/>
        </p:nvSpPr>
        <p:spPr>
          <a:xfrm>
            <a:off x="1117333" y="869430"/>
            <a:ext cx="6677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HECU – Seed &amp; Key tests: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DC176A6-10B1-352C-FFFB-0E43BC12563D}"/>
              </a:ext>
            </a:extLst>
          </p:cNvPr>
          <p:cNvSpPr txBox="1"/>
          <p:nvPr/>
        </p:nvSpPr>
        <p:spPr>
          <a:xfrm>
            <a:off x="1173181" y="1644353"/>
            <a:ext cx="6677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 File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60FF89BD-5723-F4A1-67C3-A89A28103A1D}"/>
              </a:ext>
            </a:extLst>
          </p:cNvPr>
          <p:cNvCxnSpPr>
            <a:cxnSpLocks/>
          </p:cNvCxnSpPr>
          <p:nvPr/>
        </p:nvCxnSpPr>
        <p:spPr bwMode="auto">
          <a:xfrm>
            <a:off x="7210084" y="3661316"/>
            <a:ext cx="43562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E2665930-E98C-0E75-1500-D62A9B56B66D}"/>
              </a:ext>
            </a:extLst>
          </p:cNvPr>
          <p:cNvSpPr txBox="1"/>
          <p:nvPr/>
        </p:nvSpPr>
        <p:spPr>
          <a:xfrm>
            <a:off x="7850733" y="3507427"/>
            <a:ext cx="107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Request</a:t>
            </a:r>
            <a:endParaRPr lang="en-IN" sz="1400" dirty="0">
              <a:solidFill>
                <a:srgbClr val="000099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D990FBDB-8468-B66B-AC47-798A89125EB8}"/>
              </a:ext>
            </a:extLst>
          </p:cNvPr>
          <p:cNvCxnSpPr>
            <a:cxnSpLocks/>
          </p:cNvCxnSpPr>
          <p:nvPr/>
        </p:nvCxnSpPr>
        <p:spPr bwMode="auto">
          <a:xfrm>
            <a:off x="7236343" y="4508086"/>
            <a:ext cx="43562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C849C505-B8E3-51E7-B415-119E55014EA8}"/>
              </a:ext>
            </a:extLst>
          </p:cNvPr>
          <p:cNvSpPr txBox="1"/>
          <p:nvPr/>
        </p:nvSpPr>
        <p:spPr>
          <a:xfrm>
            <a:off x="7850733" y="4330009"/>
            <a:ext cx="107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99"/>
                </a:solidFill>
                <a:effectLst/>
                <a:latin typeface="Arial" pitchFamily="34" charset="0"/>
                <a:cs typeface="Arial" pitchFamily="34" charset="0"/>
              </a:rPr>
              <a:t>Response</a:t>
            </a:r>
            <a:endParaRPr lang="en-IN" sz="1400" dirty="0">
              <a:solidFill>
                <a:srgbClr val="000099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595D289-A385-2CA5-0CAA-C1DC246F1F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333" y="2129633"/>
            <a:ext cx="6063713" cy="2598733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4940F8C-91D7-BD88-D555-1075AC35F482}"/>
              </a:ext>
            </a:extLst>
          </p:cNvPr>
          <p:cNvCxnSpPr>
            <a:cxnSpLocks/>
            <a:endCxn id="3" idx="3"/>
          </p:cNvCxnSpPr>
          <p:nvPr/>
        </p:nvCxnSpPr>
        <p:spPr>
          <a:xfrm>
            <a:off x="1117333" y="3426984"/>
            <a:ext cx="6063713" cy="2016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70211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E6C7FE-EAFB-A895-453B-5B4914C1ED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BD9822-E6E3-6F37-A926-9D127C5FC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01150" y="6518583"/>
            <a:ext cx="2743200" cy="365125"/>
          </a:xfrm>
        </p:spPr>
        <p:txBody>
          <a:bodyPr/>
          <a:lstStyle/>
          <a:p>
            <a:fld id="{C5E635EA-281D-47C8-A0EC-B8A06226CB83}" type="slidenum">
              <a:rPr lang="en-IN" smtClean="0"/>
              <a:t>13</a:t>
            </a:fld>
            <a:endParaRPr lang="en-IN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715CF2E-EC93-00C4-C3BA-7E7BCB5955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4433"/>
            <a:ext cx="10515600" cy="315910"/>
          </a:xfrm>
        </p:spPr>
        <p:txBody>
          <a:bodyPr/>
          <a:lstStyle/>
          <a:p>
            <a:r>
              <a:rPr lang="en-US" dirty="0"/>
              <a:t>Test Verification</a:t>
            </a:r>
            <a:endParaRPr lang="en-IN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F2D35EC-37E6-104E-04C8-1FDEB7225402}"/>
              </a:ext>
            </a:extLst>
          </p:cNvPr>
          <p:cNvSpPr txBox="1"/>
          <p:nvPr/>
        </p:nvSpPr>
        <p:spPr>
          <a:xfrm>
            <a:off x="1117333" y="869430"/>
            <a:ext cx="6677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HECU – Read Software Version: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A4A0159-0977-241B-89BB-BFD37283FAD6}"/>
              </a:ext>
            </a:extLst>
          </p:cNvPr>
          <p:cNvSpPr txBox="1"/>
          <p:nvPr/>
        </p:nvSpPr>
        <p:spPr>
          <a:xfrm>
            <a:off x="1117333" y="4159238"/>
            <a:ext cx="6677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Report Logiq: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684B2F4-91E8-6858-437D-521849D8A320}"/>
              </a:ext>
            </a:extLst>
          </p:cNvPr>
          <p:cNvSpPr txBox="1"/>
          <p:nvPr/>
        </p:nvSpPr>
        <p:spPr>
          <a:xfrm>
            <a:off x="1117333" y="2464981"/>
            <a:ext cx="6677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 File: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6DD9D49E-13AD-11A4-D3EB-58902F25FE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9743" y="2879288"/>
            <a:ext cx="5894801" cy="863708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025C851-D095-46D5-BC7D-DDAC0EDDD3BC}"/>
              </a:ext>
            </a:extLst>
          </p:cNvPr>
          <p:cNvCxnSpPr>
            <a:cxnSpLocks/>
          </p:cNvCxnSpPr>
          <p:nvPr/>
        </p:nvCxnSpPr>
        <p:spPr bwMode="auto">
          <a:xfrm>
            <a:off x="7252614" y="3113740"/>
            <a:ext cx="43562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D2BF559F-C727-55B7-10F5-F2B8B052ACD4}"/>
              </a:ext>
            </a:extLst>
          </p:cNvPr>
          <p:cNvSpPr txBox="1"/>
          <p:nvPr/>
        </p:nvSpPr>
        <p:spPr>
          <a:xfrm>
            <a:off x="7893263" y="2959851"/>
            <a:ext cx="107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Request</a:t>
            </a:r>
            <a:endParaRPr lang="en-IN" sz="1400" dirty="0">
              <a:solidFill>
                <a:srgbClr val="000099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6C35620-7B1D-6C10-B91B-60016600F9AB}"/>
              </a:ext>
            </a:extLst>
          </p:cNvPr>
          <p:cNvCxnSpPr>
            <a:cxnSpLocks/>
          </p:cNvCxnSpPr>
          <p:nvPr/>
        </p:nvCxnSpPr>
        <p:spPr bwMode="auto">
          <a:xfrm>
            <a:off x="7242306" y="3589108"/>
            <a:ext cx="43562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1CC8B878-3920-DBDD-8FC1-D2336721CE62}"/>
              </a:ext>
            </a:extLst>
          </p:cNvPr>
          <p:cNvSpPr txBox="1"/>
          <p:nvPr/>
        </p:nvSpPr>
        <p:spPr>
          <a:xfrm>
            <a:off x="7893263" y="3435219"/>
            <a:ext cx="107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99"/>
                </a:solidFill>
                <a:effectLst/>
                <a:latin typeface="Arial" pitchFamily="34" charset="0"/>
                <a:cs typeface="Arial" pitchFamily="34" charset="0"/>
              </a:rPr>
              <a:t>Response</a:t>
            </a:r>
            <a:endParaRPr lang="en-IN" sz="1400" dirty="0">
              <a:solidFill>
                <a:srgbClr val="000099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9854781B-F652-0697-8BAB-AA18B3CAF3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5891" y="1318465"/>
            <a:ext cx="7584012" cy="82709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A198A848-F4D5-99AB-B496-C404E56B21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5890" y="4777393"/>
            <a:ext cx="9333319" cy="70900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5447673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229A78-7D1C-1683-0E43-D1F26F570B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45C63B-8B0C-FDA4-A310-8C6500297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01150" y="6518583"/>
            <a:ext cx="2743200" cy="365125"/>
          </a:xfrm>
        </p:spPr>
        <p:txBody>
          <a:bodyPr/>
          <a:lstStyle/>
          <a:p>
            <a:fld id="{C5E635EA-281D-47C8-A0EC-B8A06226CB83}" type="slidenum">
              <a:rPr lang="en-IN" smtClean="0"/>
              <a:t>14</a:t>
            </a:fld>
            <a:endParaRPr lang="en-IN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5B1B78A-EACB-EC3D-47EC-DBE901ACD5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4433"/>
            <a:ext cx="10515600" cy="315910"/>
          </a:xfrm>
        </p:spPr>
        <p:txBody>
          <a:bodyPr/>
          <a:lstStyle/>
          <a:p>
            <a:r>
              <a:rPr lang="en-US" dirty="0"/>
              <a:t>Test Verification</a:t>
            </a:r>
            <a:endParaRPr lang="en-IN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F50FB1C-E23E-CD12-38C3-C176D65E1DB1}"/>
              </a:ext>
            </a:extLst>
          </p:cNvPr>
          <p:cNvSpPr txBox="1"/>
          <p:nvPr/>
        </p:nvSpPr>
        <p:spPr>
          <a:xfrm>
            <a:off x="1117333" y="869430"/>
            <a:ext cx="6677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HECU – Read &amp; Compare CAL ID: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D2C1BDC-F3C7-134E-F82A-BC77FD7B5700}"/>
              </a:ext>
            </a:extLst>
          </p:cNvPr>
          <p:cNvSpPr txBox="1"/>
          <p:nvPr/>
        </p:nvSpPr>
        <p:spPr>
          <a:xfrm>
            <a:off x="1117333" y="3928035"/>
            <a:ext cx="6677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Report Logiq: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931FC6C-F032-5C72-56D7-B8786928EBC3}"/>
              </a:ext>
            </a:extLst>
          </p:cNvPr>
          <p:cNvSpPr txBox="1"/>
          <p:nvPr/>
        </p:nvSpPr>
        <p:spPr>
          <a:xfrm>
            <a:off x="1117333" y="2464981"/>
            <a:ext cx="6677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 File: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51E2073-593B-11C0-1B88-BFD292750B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5891" y="1320426"/>
            <a:ext cx="7516680" cy="91919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D4E6567B-5120-B899-3B82-99B0C28CC8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5890" y="2974337"/>
            <a:ext cx="6422277" cy="587570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15C0B83-FA75-CDF3-2A55-6D23AA92B817}"/>
              </a:ext>
            </a:extLst>
          </p:cNvPr>
          <p:cNvCxnSpPr>
            <a:cxnSpLocks/>
          </p:cNvCxnSpPr>
          <p:nvPr/>
        </p:nvCxnSpPr>
        <p:spPr bwMode="auto">
          <a:xfrm>
            <a:off x="7741711" y="3144332"/>
            <a:ext cx="43562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C037238F-D3E8-E431-CB7E-11FCB74D6BFE}"/>
              </a:ext>
            </a:extLst>
          </p:cNvPr>
          <p:cNvSpPr txBox="1"/>
          <p:nvPr/>
        </p:nvSpPr>
        <p:spPr>
          <a:xfrm>
            <a:off x="8382360" y="2990443"/>
            <a:ext cx="107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Request</a:t>
            </a:r>
            <a:endParaRPr lang="en-IN" sz="1400" dirty="0">
              <a:solidFill>
                <a:srgbClr val="000099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F0C5CEA-01F5-E62C-C753-DDB238D42D2E}"/>
              </a:ext>
            </a:extLst>
          </p:cNvPr>
          <p:cNvCxnSpPr>
            <a:cxnSpLocks/>
          </p:cNvCxnSpPr>
          <p:nvPr/>
        </p:nvCxnSpPr>
        <p:spPr bwMode="auto">
          <a:xfrm>
            <a:off x="7731403" y="3429000"/>
            <a:ext cx="43562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72B2F7F8-ABB5-59BE-A382-03763A3BA608}"/>
              </a:ext>
            </a:extLst>
          </p:cNvPr>
          <p:cNvSpPr txBox="1"/>
          <p:nvPr/>
        </p:nvSpPr>
        <p:spPr>
          <a:xfrm>
            <a:off x="8382360" y="3275111"/>
            <a:ext cx="107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99"/>
                </a:solidFill>
                <a:effectLst/>
                <a:latin typeface="Arial" pitchFamily="34" charset="0"/>
                <a:cs typeface="Arial" pitchFamily="34" charset="0"/>
              </a:rPr>
              <a:t>Response</a:t>
            </a:r>
            <a:endParaRPr lang="en-IN" sz="1400" dirty="0">
              <a:solidFill>
                <a:srgbClr val="000099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9691B36C-593C-AA18-8DBF-4DF3855EAB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0347" y="4785907"/>
            <a:ext cx="9619488" cy="63375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1A809E92-C744-AA06-20F1-151FA0FBA4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20347" y="4444434"/>
            <a:ext cx="9616544" cy="35196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4727464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C0E4F5-D0C1-3B87-3E48-2C3BDB3682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D1909D-3323-9D28-D8C5-75AA91B16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01150" y="6518583"/>
            <a:ext cx="2743200" cy="365125"/>
          </a:xfrm>
        </p:spPr>
        <p:txBody>
          <a:bodyPr/>
          <a:lstStyle/>
          <a:p>
            <a:fld id="{C5E635EA-281D-47C8-A0EC-B8A06226CB83}" type="slidenum">
              <a:rPr lang="en-IN" smtClean="0"/>
              <a:t>15</a:t>
            </a:fld>
            <a:endParaRPr lang="en-IN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8A03B77-7E3F-82FD-7ABD-510A721E40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4433"/>
            <a:ext cx="10515600" cy="315910"/>
          </a:xfrm>
        </p:spPr>
        <p:txBody>
          <a:bodyPr/>
          <a:lstStyle/>
          <a:p>
            <a:r>
              <a:rPr lang="en-US" dirty="0"/>
              <a:t>Test Verification</a:t>
            </a:r>
            <a:endParaRPr lang="en-IN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CC369C0-4F48-357D-2A00-4EEDC4BDBEFE}"/>
              </a:ext>
            </a:extLst>
          </p:cNvPr>
          <p:cNvSpPr txBox="1"/>
          <p:nvPr/>
        </p:nvSpPr>
        <p:spPr>
          <a:xfrm>
            <a:off x="1117333" y="869430"/>
            <a:ext cx="6677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HECU – Read &amp; Compare BB number: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58E6EE5-5F78-6BD1-C0E5-E9A8E726FE96}"/>
              </a:ext>
            </a:extLst>
          </p:cNvPr>
          <p:cNvSpPr txBox="1"/>
          <p:nvPr/>
        </p:nvSpPr>
        <p:spPr>
          <a:xfrm>
            <a:off x="1117333" y="4061178"/>
            <a:ext cx="6677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Report Logiq: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7230F12-6138-F9FE-DCDA-3142293948DB}"/>
              </a:ext>
            </a:extLst>
          </p:cNvPr>
          <p:cNvSpPr txBox="1"/>
          <p:nvPr/>
        </p:nvSpPr>
        <p:spPr>
          <a:xfrm>
            <a:off x="1165180" y="2443586"/>
            <a:ext cx="6677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 File: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C0AC0F7-5AB4-1E94-FC00-D5B306B634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084" y="1280497"/>
            <a:ext cx="7550734" cy="82475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A308BF3-A313-7901-A73C-488ECA55E8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9084" y="2943138"/>
            <a:ext cx="5742487" cy="733865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6CAB36F-088A-65C4-49C0-FE3FF0B34AFA}"/>
              </a:ext>
            </a:extLst>
          </p:cNvPr>
          <p:cNvCxnSpPr>
            <a:cxnSpLocks/>
          </p:cNvCxnSpPr>
          <p:nvPr/>
        </p:nvCxnSpPr>
        <p:spPr bwMode="auto">
          <a:xfrm>
            <a:off x="7097151" y="3138939"/>
            <a:ext cx="43562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51EFE704-BB7B-1F93-4857-26E2CC813167}"/>
              </a:ext>
            </a:extLst>
          </p:cNvPr>
          <p:cNvSpPr txBox="1"/>
          <p:nvPr/>
        </p:nvSpPr>
        <p:spPr>
          <a:xfrm>
            <a:off x="7737800" y="2985050"/>
            <a:ext cx="107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Request</a:t>
            </a:r>
            <a:endParaRPr lang="en-IN" sz="1400" dirty="0">
              <a:solidFill>
                <a:srgbClr val="000099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8B87BD9-9C2C-7315-0784-979A1919F4E0}"/>
              </a:ext>
            </a:extLst>
          </p:cNvPr>
          <p:cNvCxnSpPr>
            <a:cxnSpLocks/>
          </p:cNvCxnSpPr>
          <p:nvPr/>
        </p:nvCxnSpPr>
        <p:spPr bwMode="auto">
          <a:xfrm>
            <a:off x="7077383" y="3523115"/>
            <a:ext cx="43562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29EAA22E-7152-1261-0CB7-BEBF19A35DD9}"/>
              </a:ext>
            </a:extLst>
          </p:cNvPr>
          <p:cNvSpPr txBox="1"/>
          <p:nvPr/>
        </p:nvSpPr>
        <p:spPr>
          <a:xfrm>
            <a:off x="7728340" y="3369226"/>
            <a:ext cx="107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99"/>
                </a:solidFill>
                <a:effectLst/>
                <a:latin typeface="Arial" pitchFamily="34" charset="0"/>
                <a:cs typeface="Arial" pitchFamily="34" charset="0"/>
              </a:rPr>
              <a:t>Response</a:t>
            </a:r>
            <a:endParaRPr lang="en-IN" sz="1400" dirty="0">
              <a:solidFill>
                <a:srgbClr val="000099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A0A6261-B381-E11D-E37C-1C8D8D87A3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1456" y="4970803"/>
            <a:ext cx="9619488" cy="66301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AF2E3107-1FA8-C834-B139-947AD8E4E33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49084" y="4608663"/>
            <a:ext cx="9616544" cy="35196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7298789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CE698E-EB36-0D73-B0CB-BE48CCA076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8ED698-0236-3A4F-0C10-A15AA76EA1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01150" y="6518583"/>
            <a:ext cx="2743200" cy="365125"/>
          </a:xfrm>
        </p:spPr>
        <p:txBody>
          <a:bodyPr/>
          <a:lstStyle/>
          <a:p>
            <a:fld id="{C5E635EA-281D-47C8-A0EC-B8A06226CB83}" type="slidenum">
              <a:rPr lang="en-IN" smtClean="0"/>
              <a:t>16</a:t>
            </a:fld>
            <a:endParaRPr lang="en-IN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A600B41-5E56-350C-BAC5-B9EBE32E83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4433"/>
            <a:ext cx="10515600" cy="315910"/>
          </a:xfrm>
        </p:spPr>
        <p:txBody>
          <a:bodyPr/>
          <a:lstStyle/>
          <a:p>
            <a:r>
              <a:rPr lang="en-US" dirty="0"/>
              <a:t>Test Verification</a:t>
            </a:r>
            <a:endParaRPr lang="en-IN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E5DB2F8-54EE-9865-745B-3A45AA463A8E}"/>
              </a:ext>
            </a:extLst>
          </p:cNvPr>
          <p:cNvSpPr txBox="1"/>
          <p:nvPr/>
        </p:nvSpPr>
        <p:spPr>
          <a:xfrm>
            <a:off x="1117333" y="869430"/>
            <a:ext cx="6677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HECU – Write VIN: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8B9CC14-AEF0-498C-8F28-04B2831ADF4F}"/>
              </a:ext>
            </a:extLst>
          </p:cNvPr>
          <p:cNvSpPr txBox="1"/>
          <p:nvPr/>
        </p:nvSpPr>
        <p:spPr>
          <a:xfrm>
            <a:off x="1328211" y="4052493"/>
            <a:ext cx="19678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Report Logiq: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C622D8-A152-54E9-25DA-AB317128D6B8}"/>
              </a:ext>
            </a:extLst>
          </p:cNvPr>
          <p:cNvSpPr txBox="1"/>
          <p:nvPr/>
        </p:nvSpPr>
        <p:spPr>
          <a:xfrm>
            <a:off x="1254400" y="2633890"/>
            <a:ext cx="15673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 File: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4369438-D74B-201B-8119-EEB4031AD4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4400" y="1804359"/>
            <a:ext cx="7799832" cy="45535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3BA58BA-0D5F-B713-CC1E-155C277344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4400" y="1327332"/>
            <a:ext cx="7791902" cy="46956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7CB0E80-2522-A7C4-A961-6DA6B1C32B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4399" y="3174912"/>
            <a:ext cx="7500685" cy="557116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E9E35A1-C3D7-3ABC-AD8A-B6376935EAF8}"/>
              </a:ext>
            </a:extLst>
          </p:cNvPr>
          <p:cNvCxnSpPr>
            <a:cxnSpLocks/>
          </p:cNvCxnSpPr>
          <p:nvPr/>
        </p:nvCxnSpPr>
        <p:spPr bwMode="auto">
          <a:xfrm>
            <a:off x="8888737" y="3312375"/>
            <a:ext cx="43562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F3168899-DCA4-6DA9-47EA-26CB0BF30CE5}"/>
              </a:ext>
            </a:extLst>
          </p:cNvPr>
          <p:cNvSpPr txBox="1"/>
          <p:nvPr/>
        </p:nvSpPr>
        <p:spPr>
          <a:xfrm>
            <a:off x="9529386" y="3158486"/>
            <a:ext cx="107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Request</a:t>
            </a:r>
            <a:endParaRPr lang="en-IN" sz="1400" dirty="0">
              <a:solidFill>
                <a:srgbClr val="000099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707F183-2B21-5607-D7BE-FE83A488CB74}"/>
              </a:ext>
            </a:extLst>
          </p:cNvPr>
          <p:cNvCxnSpPr>
            <a:cxnSpLocks/>
          </p:cNvCxnSpPr>
          <p:nvPr/>
        </p:nvCxnSpPr>
        <p:spPr bwMode="auto">
          <a:xfrm>
            <a:off x="8878429" y="3620152"/>
            <a:ext cx="43562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BF40717A-CB5D-17BD-7E48-C291B40D5967}"/>
              </a:ext>
            </a:extLst>
          </p:cNvPr>
          <p:cNvSpPr txBox="1"/>
          <p:nvPr/>
        </p:nvSpPr>
        <p:spPr>
          <a:xfrm>
            <a:off x="9529386" y="3466263"/>
            <a:ext cx="107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99"/>
                </a:solidFill>
                <a:effectLst/>
                <a:latin typeface="Arial" pitchFamily="34" charset="0"/>
                <a:cs typeface="Arial" pitchFamily="34" charset="0"/>
              </a:rPr>
              <a:t>Response</a:t>
            </a:r>
            <a:endParaRPr lang="en-IN" sz="1400" dirty="0">
              <a:solidFill>
                <a:srgbClr val="000099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47857885-09A7-2C23-DAEE-4215E7A842C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4398" y="4587367"/>
            <a:ext cx="9413067" cy="66511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8044209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0A38E7-E8C5-607F-E33C-EE3A1939BD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D0EB79-0C21-05A1-9F2A-FBB3439366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01150" y="6518583"/>
            <a:ext cx="2743200" cy="365125"/>
          </a:xfrm>
        </p:spPr>
        <p:txBody>
          <a:bodyPr/>
          <a:lstStyle/>
          <a:p>
            <a:fld id="{C5E635EA-281D-47C8-A0EC-B8A06226CB83}" type="slidenum">
              <a:rPr lang="en-IN" smtClean="0"/>
              <a:t>17</a:t>
            </a:fld>
            <a:endParaRPr lang="en-IN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F7589D1-D473-ACD5-CD0D-4E547BA0E7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4433"/>
            <a:ext cx="10515600" cy="315910"/>
          </a:xfrm>
        </p:spPr>
        <p:txBody>
          <a:bodyPr/>
          <a:lstStyle/>
          <a:p>
            <a:r>
              <a:rPr lang="en-US" dirty="0"/>
              <a:t>Test Verification</a:t>
            </a:r>
            <a:endParaRPr lang="en-IN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34903C4-C942-04DE-580C-58CE5F8F38D5}"/>
              </a:ext>
            </a:extLst>
          </p:cNvPr>
          <p:cNvSpPr txBox="1"/>
          <p:nvPr/>
        </p:nvSpPr>
        <p:spPr>
          <a:xfrm>
            <a:off x="1117333" y="869430"/>
            <a:ext cx="6677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HECU – Enable IMU Feature: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22E77F3-7D75-827E-8F31-D7431A1D98D0}"/>
              </a:ext>
            </a:extLst>
          </p:cNvPr>
          <p:cNvSpPr txBox="1"/>
          <p:nvPr/>
        </p:nvSpPr>
        <p:spPr>
          <a:xfrm>
            <a:off x="1159362" y="4393744"/>
            <a:ext cx="6677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Report Logiq: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F6625D4-56CE-5AD5-F78B-306209581231}"/>
              </a:ext>
            </a:extLst>
          </p:cNvPr>
          <p:cNvSpPr txBox="1"/>
          <p:nvPr/>
        </p:nvSpPr>
        <p:spPr>
          <a:xfrm>
            <a:off x="1159362" y="2729874"/>
            <a:ext cx="6677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 File: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0713BB0A-D1A2-3267-8178-78CCC61738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6662" y="1758054"/>
            <a:ext cx="7946136" cy="46389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361A3A88-CEEB-8570-F10A-E9361DD205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4422" y="1317795"/>
            <a:ext cx="7948376" cy="46315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B8B04D40-CE29-FCC8-7D6E-82C84FDBD9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4421" y="3200255"/>
            <a:ext cx="5206255" cy="776205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E923A6FD-5FB5-14AE-A7EE-6DA4B136A12E}"/>
              </a:ext>
            </a:extLst>
          </p:cNvPr>
          <p:cNvCxnSpPr>
            <a:cxnSpLocks/>
          </p:cNvCxnSpPr>
          <p:nvPr/>
        </p:nvCxnSpPr>
        <p:spPr bwMode="auto">
          <a:xfrm>
            <a:off x="6528310" y="3405287"/>
            <a:ext cx="43562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9DC30E08-9F88-9D3C-88A3-F1D8CE2FEDB6}"/>
              </a:ext>
            </a:extLst>
          </p:cNvPr>
          <p:cNvSpPr txBox="1"/>
          <p:nvPr/>
        </p:nvSpPr>
        <p:spPr>
          <a:xfrm>
            <a:off x="7168959" y="3251398"/>
            <a:ext cx="107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Request</a:t>
            </a:r>
            <a:endParaRPr lang="en-IN" sz="1400" dirty="0">
              <a:solidFill>
                <a:srgbClr val="000099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BC912BE9-0BA9-8368-44CC-AF503EBAC899}"/>
              </a:ext>
            </a:extLst>
          </p:cNvPr>
          <p:cNvCxnSpPr>
            <a:cxnSpLocks/>
          </p:cNvCxnSpPr>
          <p:nvPr/>
        </p:nvCxnSpPr>
        <p:spPr bwMode="auto">
          <a:xfrm>
            <a:off x="6518002" y="3822572"/>
            <a:ext cx="43562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3E230ADD-189C-20D9-C0CF-476AE0BA333D}"/>
              </a:ext>
            </a:extLst>
          </p:cNvPr>
          <p:cNvSpPr txBox="1"/>
          <p:nvPr/>
        </p:nvSpPr>
        <p:spPr>
          <a:xfrm>
            <a:off x="7168959" y="3668683"/>
            <a:ext cx="107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99"/>
                </a:solidFill>
                <a:effectLst/>
                <a:latin typeface="Arial" pitchFamily="34" charset="0"/>
                <a:cs typeface="Arial" pitchFamily="34" charset="0"/>
              </a:rPr>
              <a:t>Response</a:t>
            </a:r>
            <a:endParaRPr lang="en-IN" sz="1400" dirty="0">
              <a:solidFill>
                <a:srgbClr val="000099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8B49D165-FC2F-742B-4386-E881C918985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43751" y="5350304"/>
            <a:ext cx="8869680" cy="35524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B3C2DB07-3616-8795-B8B7-3EC5CAE49D9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44421" y="4964915"/>
            <a:ext cx="8869010" cy="36512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7694300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8CC671-CCEA-D1DE-E0C9-2C5B3B09D1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214984-33C4-51B4-C036-0AF5EFA30A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01150" y="6518583"/>
            <a:ext cx="2743200" cy="365125"/>
          </a:xfrm>
        </p:spPr>
        <p:txBody>
          <a:bodyPr/>
          <a:lstStyle/>
          <a:p>
            <a:fld id="{C5E635EA-281D-47C8-A0EC-B8A06226CB83}" type="slidenum">
              <a:rPr lang="en-IN" smtClean="0"/>
              <a:t>18</a:t>
            </a:fld>
            <a:endParaRPr lang="en-IN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F4C639C-AB89-321B-2027-7CD17946E7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4433"/>
            <a:ext cx="10515600" cy="315910"/>
          </a:xfrm>
        </p:spPr>
        <p:txBody>
          <a:bodyPr/>
          <a:lstStyle/>
          <a:p>
            <a:r>
              <a:rPr lang="en-US" dirty="0"/>
              <a:t>Test Verification</a:t>
            </a:r>
            <a:endParaRPr lang="en-IN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81813EC-81E0-8AFA-E4F3-C5B7C1421D65}"/>
              </a:ext>
            </a:extLst>
          </p:cNvPr>
          <p:cNvSpPr txBox="1"/>
          <p:nvPr/>
        </p:nvSpPr>
        <p:spPr>
          <a:xfrm>
            <a:off x="1117333" y="869430"/>
            <a:ext cx="6677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HECU – Write Vehicle Variant: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2D49C37-9005-93FA-1B33-934DB8C99DD2}"/>
              </a:ext>
            </a:extLst>
          </p:cNvPr>
          <p:cNvSpPr txBox="1"/>
          <p:nvPr/>
        </p:nvSpPr>
        <p:spPr>
          <a:xfrm>
            <a:off x="1201890" y="2824579"/>
            <a:ext cx="6677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 File: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190A28A-905C-1C67-E4F3-3756783B67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6261" y="1796903"/>
            <a:ext cx="7927848" cy="38770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FE60591-8734-920D-CBA6-019E831B97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4421" y="1359231"/>
            <a:ext cx="7933516" cy="44298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E5B17164-29F7-C5EB-F741-04D06ADE02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4421" y="3309190"/>
            <a:ext cx="5995586" cy="907081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F2DF0A3-7003-13A7-12AC-450B3FC699CB}"/>
              </a:ext>
            </a:extLst>
          </p:cNvPr>
          <p:cNvCxnSpPr>
            <a:cxnSpLocks/>
          </p:cNvCxnSpPr>
          <p:nvPr/>
        </p:nvCxnSpPr>
        <p:spPr bwMode="auto">
          <a:xfrm>
            <a:off x="7362966" y="3532877"/>
            <a:ext cx="43562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C799B10F-CDCE-8FC8-227E-69404141CC26}"/>
              </a:ext>
            </a:extLst>
          </p:cNvPr>
          <p:cNvSpPr txBox="1"/>
          <p:nvPr/>
        </p:nvSpPr>
        <p:spPr>
          <a:xfrm>
            <a:off x="8003615" y="3378988"/>
            <a:ext cx="107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Request</a:t>
            </a:r>
            <a:endParaRPr lang="en-IN" sz="1400" dirty="0">
              <a:solidFill>
                <a:srgbClr val="000099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250AD9A-CA1A-FB8B-B5DB-53C1A73BD6AB}"/>
              </a:ext>
            </a:extLst>
          </p:cNvPr>
          <p:cNvCxnSpPr>
            <a:cxnSpLocks/>
          </p:cNvCxnSpPr>
          <p:nvPr/>
        </p:nvCxnSpPr>
        <p:spPr bwMode="auto">
          <a:xfrm>
            <a:off x="7352658" y="4024590"/>
            <a:ext cx="43562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2528EFAE-7F68-A238-0DC6-70ECBE9EE5B7}"/>
              </a:ext>
            </a:extLst>
          </p:cNvPr>
          <p:cNvSpPr txBox="1"/>
          <p:nvPr/>
        </p:nvSpPr>
        <p:spPr>
          <a:xfrm>
            <a:off x="8003615" y="3870701"/>
            <a:ext cx="107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99"/>
                </a:solidFill>
                <a:effectLst/>
                <a:latin typeface="Arial" pitchFamily="34" charset="0"/>
                <a:cs typeface="Arial" pitchFamily="34" charset="0"/>
              </a:rPr>
              <a:t>Response</a:t>
            </a:r>
            <a:endParaRPr lang="en-IN" sz="1400" dirty="0">
              <a:solidFill>
                <a:srgbClr val="000099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03123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E236D4-5047-FB94-7E50-52CE32F2DC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89207F-BA07-9DAC-0B09-6E0667F3BA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01150" y="6518583"/>
            <a:ext cx="2743200" cy="365125"/>
          </a:xfrm>
        </p:spPr>
        <p:txBody>
          <a:bodyPr/>
          <a:lstStyle/>
          <a:p>
            <a:fld id="{C5E635EA-281D-47C8-A0EC-B8A06226CB83}" type="slidenum">
              <a:rPr lang="en-IN" smtClean="0"/>
              <a:t>19</a:t>
            </a:fld>
            <a:endParaRPr lang="en-IN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70EE57C-99B9-2EC2-B3AC-BDAAE6149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4433"/>
            <a:ext cx="10515600" cy="315910"/>
          </a:xfrm>
        </p:spPr>
        <p:txBody>
          <a:bodyPr/>
          <a:lstStyle/>
          <a:p>
            <a:r>
              <a:rPr lang="en-US" dirty="0"/>
              <a:t>Test Verification</a:t>
            </a:r>
            <a:endParaRPr lang="en-IN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5FB2829-88C6-F417-0292-15D92A63BBF0}"/>
              </a:ext>
            </a:extLst>
          </p:cNvPr>
          <p:cNvSpPr txBox="1"/>
          <p:nvPr/>
        </p:nvSpPr>
        <p:spPr>
          <a:xfrm>
            <a:off x="1117333" y="869430"/>
            <a:ext cx="6677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HECU – Read VIN: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F3DF446-2BAA-28E7-7D15-6F68FC2D2AF3}"/>
              </a:ext>
            </a:extLst>
          </p:cNvPr>
          <p:cNvSpPr txBox="1"/>
          <p:nvPr/>
        </p:nvSpPr>
        <p:spPr>
          <a:xfrm>
            <a:off x="1117333" y="4380376"/>
            <a:ext cx="6677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Report Logiq: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4A91335-3884-3BEC-527C-266A80B3E90A}"/>
              </a:ext>
            </a:extLst>
          </p:cNvPr>
          <p:cNvSpPr txBox="1"/>
          <p:nvPr/>
        </p:nvSpPr>
        <p:spPr>
          <a:xfrm>
            <a:off x="1170496" y="2685421"/>
            <a:ext cx="6677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 File: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5DF58258-6058-E6AE-2256-3473077965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1910" y="1771090"/>
            <a:ext cx="7635240" cy="45654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AE5E94B-D1B5-DD9D-661D-F6C8C67512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3700" y="1313299"/>
            <a:ext cx="7633450" cy="48891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7E348D0A-1BE3-3F5B-B03E-63FA8FD776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1910" y="3312507"/>
            <a:ext cx="7665779" cy="584325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03FE7994-BCF3-8761-6E4E-C08BE521B1E2}"/>
              </a:ext>
            </a:extLst>
          </p:cNvPr>
          <p:cNvCxnSpPr>
            <a:cxnSpLocks/>
          </p:cNvCxnSpPr>
          <p:nvPr/>
        </p:nvCxnSpPr>
        <p:spPr bwMode="auto">
          <a:xfrm>
            <a:off x="8989747" y="3405119"/>
            <a:ext cx="43562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A4185CCD-DA7B-A91F-71BF-E96FA41B924A}"/>
              </a:ext>
            </a:extLst>
          </p:cNvPr>
          <p:cNvSpPr txBox="1"/>
          <p:nvPr/>
        </p:nvSpPr>
        <p:spPr>
          <a:xfrm>
            <a:off x="9630396" y="3251230"/>
            <a:ext cx="107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Request</a:t>
            </a:r>
            <a:endParaRPr lang="en-IN" sz="1400" dirty="0">
              <a:solidFill>
                <a:srgbClr val="000099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5590DEAD-2911-0261-AFF8-86D9A3026BBA}"/>
              </a:ext>
            </a:extLst>
          </p:cNvPr>
          <p:cNvCxnSpPr>
            <a:cxnSpLocks/>
          </p:cNvCxnSpPr>
          <p:nvPr/>
        </p:nvCxnSpPr>
        <p:spPr bwMode="auto">
          <a:xfrm>
            <a:off x="8979439" y="3757695"/>
            <a:ext cx="43562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2EE0989F-BE0E-A35E-199B-4EA80BC67083}"/>
              </a:ext>
            </a:extLst>
          </p:cNvPr>
          <p:cNvSpPr txBox="1"/>
          <p:nvPr/>
        </p:nvSpPr>
        <p:spPr>
          <a:xfrm>
            <a:off x="9630396" y="3603806"/>
            <a:ext cx="107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99"/>
                </a:solidFill>
                <a:effectLst/>
                <a:latin typeface="Arial" pitchFamily="34" charset="0"/>
                <a:cs typeface="Arial" pitchFamily="34" charset="0"/>
              </a:rPr>
              <a:t>Response</a:t>
            </a:r>
            <a:endParaRPr lang="en-IN" sz="1400" dirty="0">
              <a:solidFill>
                <a:srgbClr val="000099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E274E4B8-0F31-CDCA-8B67-21D97C26DFD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4864" y="5328373"/>
            <a:ext cx="8238744" cy="58848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9283372E-AE74-8677-3790-DF025A16C5A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31909" y="4981708"/>
            <a:ext cx="8241699" cy="33341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0387726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C6B0B7-69C2-BC35-BE2B-E9AA744666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B9191D-BF31-532C-507A-B5F90E3C1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01150" y="6518583"/>
            <a:ext cx="2743200" cy="365125"/>
          </a:xfrm>
        </p:spPr>
        <p:txBody>
          <a:bodyPr/>
          <a:lstStyle/>
          <a:p>
            <a:fld id="{C5E635EA-281D-47C8-A0EC-B8A06226CB83}" type="slidenum">
              <a:rPr lang="en-IN" smtClean="0"/>
              <a:t>20</a:t>
            </a:fld>
            <a:endParaRPr lang="en-IN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6609673-5435-003B-886B-7A0B046932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4433"/>
            <a:ext cx="10515600" cy="315910"/>
          </a:xfrm>
        </p:spPr>
        <p:txBody>
          <a:bodyPr/>
          <a:lstStyle/>
          <a:p>
            <a:r>
              <a:rPr lang="en-US" dirty="0"/>
              <a:t>Test Verification</a:t>
            </a:r>
            <a:endParaRPr lang="en-IN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1E2A987-CE85-B903-C24F-FF27082CCB22}"/>
              </a:ext>
            </a:extLst>
          </p:cNvPr>
          <p:cNvSpPr txBox="1"/>
          <p:nvPr/>
        </p:nvSpPr>
        <p:spPr>
          <a:xfrm>
            <a:off x="1117333" y="869430"/>
            <a:ext cx="6677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HECU – Clear DTC: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6A3C939-053D-6694-BFD5-FA3176104DB6}"/>
              </a:ext>
            </a:extLst>
          </p:cNvPr>
          <p:cNvSpPr txBox="1"/>
          <p:nvPr/>
        </p:nvSpPr>
        <p:spPr>
          <a:xfrm>
            <a:off x="1186444" y="2950465"/>
            <a:ext cx="6677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 File: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03D2DC8-935B-BDBC-F5D1-9C9EE446DB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5142" y="1829525"/>
            <a:ext cx="7699248" cy="45673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73C0518-E716-55E9-5CB6-746E38E5DE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5142" y="1313032"/>
            <a:ext cx="7698966" cy="51649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55382F52-67DA-76CD-0149-165F416D61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5142" y="3625443"/>
            <a:ext cx="5443724" cy="1196422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086FD8D-2FCD-6D85-8B0F-BE390F0381F6}"/>
              </a:ext>
            </a:extLst>
          </p:cNvPr>
          <p:cNvCxnSpPr>
            <a:cxnSpLocks/>
          </p:cNvCxnSpPr>
          <p:nvPr/>
        </p:nvCxnSpPr>
        <p:spPr bwMode="auto">
          <a:xfrm>
            <a:off x="6767543" y="3799277"/>
            <a:ext cx="43562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D5905086-B09B-ECA4-A53A-69D00F0FF4A1}"/>
              </a:ext>
            </a:extLst>
          </p:cNvPr>
          <p:cNvSpPr txBox="1"/>
          <p:nvPr/>
        </p:nvSpPr>
        <p:spPr>
          <a:xfrm>
            <a:off x="7408192" y="3645388"/>
            <a:ext cx="107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Request</a:t>
            </a:r>
            <a:endParaRPr lang="en-IN" sz="1400" dirty="0">
              <a:solidFill>
                <a:srgbClr val="000099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9094B9C8-578C-1B49-2F0E-1E64C53E46D7}"/>
              </a:ext>
            </a:extLst>
          </p:cNvPr>
          <p:cNvCxnSpPr>
            <a:cxnSpLocks/>
          </p:cNvCxnSpPr>
          <p:nvPr/>
        </p:nvCxnSpPr>
        <p:spPr bwMode="auto">
          <a:xfrm>
            <a:off x="6757235" y="4667977"/>
            <a:ext cx="43562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38038AAE-0753-03FD-6A99-D14C98B6ACF6}"/>
              </a:ext>
            </a:extLst>
          </p:cNvPr>
          <p:cNvSpPr txBox="1"/>
          <p:nvPr/>
        </p:nvSpPr>
        <p:spPr>
          <a:xfrm>
            <a:off x="7408192" y="4514088"/>
            <a:ext cx="107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99"/>
                </a:solidFill>
                <a:effectLst/>
                <a:latin typeface="Arial" pitchFamily="34" charset="0"/>
                <a:cs typeface="Arial" pitchFamily="34" charset="0"/>
              </a:rPr>
              <a:t>Response</a:t>
            </a:r>
            <a:endParaRPr lang="en-IN" sz="1400" dirty="0">
              <a:solidFill>
                <a:srgbClr val="000099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9657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E3EFAA-F01D-9A40-C492-895CCE73D2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E5ABC6-A3CB-ED0D-2BF8-A79478196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635EA-281D-47C8-A0EC-B8A06226CB83}" type="slidenum">
              <a:rPr lang="en-IN" smtClean="0"/>
              <a:t>21</a:t>
            </a:fld>
            <a:endParaRPr lang="en-IN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1003F46-841E-EE78-3524-928EA3B443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13089"/>
            <a:ext cx="10515600" cy="1159107"/>
          </a:xfrm>
        </p:spPr>
        <p:txBody>
          <a:bodyPr/>
          <a:lstStyle/>
          <a:p>
            <a:r>
              <a:rPr lang="en-US" sz="4400" dirty="0"/>
              <a:t>VCU FLASHING</a:t>
            </a:r>
            <a:endParaRPr lang="en-IN" sz="4400" dirty="0"/>
          </a:p>
        </p:txBody>
      </p:sp>
    </p:spTree>
    <p:extLst>
      <p:ext uri="{BB962C8B-B14F-4D97-AF65-F5344CB8AC3E}">
        <p14:creationId xmlns:p14="http://schemas.microsoft.com/office/powerpoint/2010/main" val="19779352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C626F3-E1C4-2A1B-3179-5FC2A8E19C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37475E-B4C6-A6FE-2679-1346174F02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VCU Flashing Sequence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86DC55-BDEA-C6CA-17CD-1EAF3C97B8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635EA-281D-47C8-A0EC-B8A06226CB83}" type="slidenum">
              <a:rPr lang="en-IN" smtClean="0">
                <a:latin typeface="+mn-lt"/>
              </a:rPr>
              <a:t>22</a:t>
            </a:fld>
            <a:endParaRPr lang="en-IN">
              <a:latin typeface="+mn-lt"/>
            </a:endParaRPr>
          </a:p>
        </p:txBody>
      </p:sp>
      <p:sp>
        <p:nvSpPr>
          <p:cNvPr id="23" name="Flowchart: Alternate Process 22">
            <a:extLst>
              <a:ext uri="{FF2B5EF4-FFF2-40B4-BE49-F238E27FC236}">
                <a16:creationId xmlns:a16="http://schemas.microsoft.com/office/drawing/2014/main" id="{77B55545-A9A3-88C8-0CCB-6BB62B391C86}"/>
              </a:ext>
            </a:extLst>
          </p:cNvPr>
          <p:cNvSpPr/>
          <p:nvPr/>
        </p:nvSpPr>
        <p:spPr>
          <a:xfrm>
            <a:off x="3157685" y="1287955"/>
            <a:ext cx="1585164" cy="543615"/>
          </a:xfrm>
          <a:prstGeom prst="flowChartAlternateProcess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>
                <a:solidFill>
                  <a:srgbClr val="003399"/>
                </a:solidFill>
                <a:cs typeface="Arial" panose="020B0604020202020204" pitchFamily="34" charset="0"/>
              </a:rPr>
              <a:t>Connect Cable </a:t>
            </a:r>
          </a:p>
        </p:txBody>
      </p:sp>
      <p:sp>
        <p:nvSpPr>
          <p:cNvPr id="24" name="Flowchart: Alternate Process 23">
            <a:extLst>
              <a:ext uri="{FF2B5EF4-FFF2-40B4-BE49-F238E27FC236}">
                <a16:creationId xmlns:a16="http://schemas.microsoft.com/office/drawing/2014/main" id="{7C349747-A841-2952-EB90-718D02002E7A}"/>
              </a:ext>
            </a:extLst>
          </p:cNvPr>
          <p:cNvSpPr/>
          <p:nvPr/>
        </p:nvSpPr>
        <p:spPr>
          <a:xfrm>
            <a:off x="7362644" y="1293500"/>
            <a:ext cx="1585164" cy="543615"/>
          </a:xfrm>
          <a:prstGeom prst="flowChartAlternateProcess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solidFill>
                  <a:srgbClr val="003399"/>
                </a:solidFill>
                <a:cs typeface="Arial" panose="020B0604020202020204" pitchFamily="34" charset="0"/>
              </a:rPr>
              <a:t>Scan VIN number</a:t>
            </a:r>
          </a:p>
        </p:txBody>
      </p:sp>
      <p:sp>
        <p:nvSpPr>
          <p:cNvPr id="25" name="Flowchart: Alternate Process 24">
            <a:extLst>
              <a:ext uri="{FF2B5EF4-FFF2-40B4-BE49-F238E27FC236}">
                <a16:creationId xmlns:a16="http://schemas.microsoft.com/office/drawing/2014/main" id="{4E3551DB-62B6-52F9-689C-DADCF4DF4E6C}"/>
              </a:ext>
            </a:extLst>
          </p:cNvPr>
          <p:cNvSpPr/>
          <p:nvPr/>
        </p:nvSpPr>
        <p:spPr>
          <a:xfrm>
            <a:off x="9510237" y="1301102"/>
            <a:ext cx="1585164" cy="543615"/>
          </a:xfrm>
          <a:prstGeom prst="flowChartAlternateProcess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solidFill>
                  <a:srgbClr val="003399"/>
                </a:solidFill>
                <a:cs typeface="Arial" panose="020B0604020202020204" pitchFamily="34" charset="0"/>
              </a:rPr>
              <a:t>Set ALL</a:t>
            </a:r>
          </a:p>
          <a:p>
            <a:pPr algn="ctr"/>
            <a:r>
              <a:rPr lang="en-IN" sz="1400" dirty="0">
                <a:solidFill>
                  <a:srgbClr val="003399"/>
                </a:solidFill>
                <a:cs typeface="Arial" panose="020B0604020202020204" pitchFamily="34" charset="0"/>
              </a:rPr>
              <a:t> Stations = Null</a:t>
            </a:r>
          </a:p>
        </p:txBody>
      </p:sp>
      <p:sp>
        <p:nvSpPr>
          <p:cNvPr id="29" name="Flowchart: Alternate Process 28">
            <a:extLst>
              <a:ext uri="{FF2B5EF4-FFF2-40B4-BE49-F238E27FC236}">
                <a16:creationId xmlns:a16="http://schemas.microsoft.com/office/drawing/2014/main" id="{66649171-93B5-8C0A-7855-91A6E6C14867}"/>
              </a:ext>
            </a:extLst>
          </p:cNvPr>
          <p:cNvSpPr/>
          <p:nvPr/>
        </p:nvSpPr>
        <p:spPr>
          <a:xfrm>
            <a:off x="5215051" y="1287955"/>
            <a:ext cx="1585164" cy="543615"/>
          </a:xfrm>
          <a:prstGeom prst="flowChartAlternateProcess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solidFill>
                  <a:srgbClr val="003399"/>
                </a:solidFill>
                <a:cs typeface="Arial" panose="020B0604020202020204" pitchFamily="34" charset="0"/>
              </a:rPr>
              <a:t>Ignition ON</a:t>
            </a:r>
          </a:p>
        </p:txBody>
      </p:sp>
      <p:sp>
        <p:nvSpPr>
          <p:cNvPr id="30" name="Flowchart: Alternate Process 29">
            <a:extLst>
              <a:ext uri="{FF2B5EF4-FFF2-40B4-BE49-F238E27FC236}">
                <a16:creationId xmlns:a16="http://schemas.microsoft.com/office/drawing/2014/main" id="{18571762-53EB-F0C5-C29B-A024F1405427}"/>
              </a:ext>
            </a:extLst>
          </p:cNvPr>
          <p:cNvSpPr/>
          <p:nvPr/>
        </p:nvSpPr>
        <p:spPr>
          <a:xfrm>
            <a:off x="9510237" y="2165211"/>
            <a:ext cx="1585164" cy="543615"/>
          </a:xfrm>
          <a:prstGeom prst="flowChartAlternateProcess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solidFill>
                  <a:srgbClr val="003399"/>
                </a:solidFill>
                <a:cs typeface="Arial" panose="020B0604020202020204" pitchFamily="34" charset="0"/>
              </a:rPr>
              <a:t>Check ABS Flashing = OK</a:t>
            </a:r>
          </a:p>
        </p:txBody>
      </p:sp>
      <p:sp>
        <p:nvSpPr>
          <p:cNvPr id="31" name="Flowchart: Alternate Process 30">
            <a:extLst>
              <a:ext uri="{FF2B5EF4-FFF2-40B4-BE49-F238E27FC236}">
                <a16:creationId xmlns:a16="http://schemas.microsoft.com/office/drawing/2014/main" id="{F1909C37-351E-5B51-5410-88343F437E2F}"/>
              </a:ext>
            </a:extLst>
          </p:cNvPr>
          <p:cNvSpPr/>
          <p:nvPr/>
        </p:nvSpPr>
        <p:spPr>
          <a:xfrm>
            <a:off x="7362644" y="2160748"/>
            <a:ext cx="1585164" cy="543615"/>
          </a:xfrm>
          <a:prstGeom prst="flowChartAlternateProcess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solidFill>
                  <a:srgbClr val="003399"/>
                </a:solidFill>
                <a:cs typeface="Arial" panose="020B0604020202020204" pitchFamily="34" charset="0"/>
              </a:rPr>
              <a:t>Start Comm. VCU</a:t>
            </a:r>
          </a:p>
        </p:txBody>
      </p:sp>
      <p:sp>
        <p:nvSpPr>
          <p:cNvPr id="32" name="Flowchart: Alternate Process 31">
            <a:extLst>
              <a:ext uri="{FF2B5EF4-FFF2-40B4-BE49-F238E27FC236}">
                <a16:creationId xmlns:a16="http://schemas.microsoft.com/office/drawing/2014/main" id="{21C8C343-A386-C8D4-E439-8EB2748A71F1}"/>
              </a:ext>
            </a:extLst>
          </p:cNvPr>
          <p:cNvSpPr/>
          <p:nvPr/>
        </p:nvSpPr>
        <p:spPr>
          <a:xfrm>
            <a:off x="5215051" y="2157536"/>
            <a:ext cx="1585164" cy="543616"/>
          </a:xfrm>
          <a:prstGeom prst="flowChartAlternateProcess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solidFill>
                  <a:srgbClr val="003399"/>
                </a:solidFill>
                <a:cs typeface="Arial" panose="020B0604020202020204" pitchFamily="34" charset="0"/>
              </a:rPr>
              <a:t>Get Vehicle Data thru API</a:t>
            </a:r>
          </a:p>
        </p:txBody>
      </p:sp>
      <p:sp>
        <p:nvSpPr>
          <p:cNvPr id="49" name="Flowchart: Alternate Process 48">
            <a:extLst>
              <a:ext uri="{FF2B5EF4-FFF2-40B4-BE49-F238E27FC236}">
                <a16:creationId xmlns:a16="http://schemas.microsoft.com/office/drawing/2014/main" id="{01E003EF-F8A7-D4DF-7E50-56580E48BCAF}"/>
              </a:ext>
            </a:extLst>
          </p:cNvPr>
          <p:cNvSpPr/>
          <p:nvPr/>
        </p:nvSpPr>
        <p:spPr>
          <a:xfrm>
            <a:off x="3181196" y="2150221"/>
            <a:ext cx="1585164" cy="543615"/>
          </a:xfrm>
          <a:prstGeom prst="flowChartAlternateProcess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solidFill>
                  <a:srgbClr val="003399"/>
                </a:solidFill>
                <a:cs typeface="Arial" panose="020B0604020202020204" pitchFamily="34" charset="0"/>
              </a:rPr>
              <a:t>Get VCU Flash</a:t>
            </a:r>
          </a:p>
          <a:p>
            <a:pPr algn="ctr"/>
            <a:r>
              <a:rPr lang="en-IN" sz="1400" dirty="0">
                <a:solidFill>
                  <a:srgbClr val="003399"/>
                </a:solidFill>
                <a:cs typeface="Arial" panose="020B0604020202020204" pitchFamily="34" charset="0"/>
              </a:rPr>
              <a:t>File details</a:t>
            </a:r>
          </a:p>
        </p:txBody>
      </p:sp>
      <p:sp>
        <p:nvSpPr>
          <p:cNvPr id="51" name="Flowchart: Alternate Process 50">
            <a:extLst>
              <a:ext uri="{FF2B5EF4-FFF2-40B4-BE49-F238E27FC236}">
                <a16:creationId xmlns:a16="http://schemas.microsoft.com/office/drawing/2014/main" id="{7779070A-523B-580D-BC8D-DE0A22269A4B}"/>
              </a:ext>
            </a:extLst>
          </p:cNvPr>
          <p:cNvSpPr/>
          <p:nvPr/>
        </p:nvSpPr>
        <p:spPr>
          <a:xfrm>
            <a:off x="1033603" y="2150221"/>
            <a:ext cx="1585164" cy="543615"/>
          </a:xfrm>
          <a:prstGeom prst="flowChartAlternateProcess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solidFill>
                  <a:srgbClr val="003399"/>
                </a:solidFill>
                <a:cs typeface="Arial" panose="020B0604020202020204" pitchFamily="34" charset="0"/>
              </a:rPr>
              <a:t>Read VCU Bootloader</a:t>
            </a:r>
          </a:p>
        </p:txBody>
      </p:sp>
      <p:sp>
        <p:nvSpPr>
          <p:cNvPr id="53" name="Flowchart: Alternate Process 52">
            <a:extLst>
              <a:ext uri="{FF2B5EF4-FFF2-40B4-BE49-F238E27FC236}">
                <a16:creationId xmlns:a16="http://schemas.microsoft.com/office/drawing/2014/main" id="{C651EBCB-7B11-143C-25E0-5D60462C65C6}"/>
              </a:ext>
            </a:extLst>
          </p:cNvPr>
          <p:cNvSpPr/>
          <p:nvPr/>
        </p:nvSpPr>
        <p:spPr>
          <a:xfrm>
            <a:off x="1033070" y="3030017"/>
            <a:ext cx="1585164" cy="543615"/>
          </a:xfrm>
          <a:prstGeom prst="flowChartAlternateProcess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solidFill>
                  <a:srgbClr val="003399"/>
                </a:solidFill>
                <a:cs typeface="Arial" panose="020B0604020202020204" pitchFamily="34" charset="0"/>
              </a:rPr>
              <a:t>Compare VCU Bootloader</a:t>
            </a:r>
          </a:p>
        </p:txBody>
      </p:sp>
      <p:sp>
        <p:nvSpPr>
          <p:cNvPr id="55" name="Flowchart: Alternate Process 54">
            <a:extLst>
              <a:ext uri="{FF2B5EF4-FFF2-40B4-BE49-F238E27FC236}">
                <a16:creationId xmlns:a16="http://schemas.microsoft.com/office/drawing/2014/main" id="{15EC89A6-C525-A605-877A-356DA0DAF55C}"/>
              </a:ext>
            </a:extLst>
          </p:cNvPr>
          <p:cNvSpPr/>
          <p:nvPr/>
        </p:nvSpPr>
        <p:spPr>
          <a:xfrm>
            <a:off x="3181196" y="3030575"/>
            <a:ext cx="1585164" cy="543615"/>
          </a:xfrm>
          <a:prstGeom prst="flowChartAlternateProcess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solidFill>
                  <a:srgbClr val="003399"/>
                </a:solidFill>
                <a:cs typeface="Arial" panose="020B0604020202020204" pitchFamily="34" charset="0"/>
              </a:rPr>
              <a:t>VCU Default</a:t>
            </a:r>
          </a:p>
          <a:p>
            <a:pPr algn="ctr"/>
            <a:r>
              <a:rPr lang="en-IN" sz="1400" dirty="0">
                <a:solidFill>
                  <a:srgbClr val="003399"/>
                </a:solidFill>
                <a:cs typeface="Arial" panose="020B0604020202020204" pitchFamily="34" charset="0"/>
              </a:rPr>
              <a:t>Session</a:t>
            </a:r>
          </a:p>
        </p:txBody>
      </p:sp>
      <p:sp>
        <p:nvSpPr>
          <p:cNvPr id="57" name="Flowchart: Alternate Process 56">
            <a:extLst>
              <a:ext uri="{FF2B5EF4-FFF2-40B4-BE49-F238E27FC236}">
                <a16:creationId xmlns:a16="http://schemas.microsoft.com/office/drawing/2014/main" id="{1191B41D-08A3-3BB7-4638-1A36BF215E89}"/>
              </a:ext>
            </a:extLst>
          </p:cNvPr>
          <p:cNvSpPr/>
          <p:nvPr/>
        </p:nvSpPr>
        <p:spPr>
          <a:xfrm>
            <a:off x="5254094" y="3039020"/>
            <a:ext cx="1585164" cy="543615"/>
          </a:xfrm>
          <a:prstGeom prst="flowChartAlternateProcess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solidFill>
                  <a:srgbClr val="003399"/>
                </a:solidFill>
                <a:cs typeface="Arial" panose="020B0604020202020204" pitchFamily="34" charset="0"/>
              </a:rPr>
              <a:t>VCU Diagnostic Session</a:t>
            </a:r>
          </a:p>
        </p:txBody>
      </p:sp>
      <p:sp>
        <p:nvSpPr>
          <p:cNvPr id="59" name="Flowchart: Alternate Process 58">
            <a:extLst>
              <a:ext uri="{FF2B5EF4-FFF2-40B4-BE49-F238E27FC236}">
                <a16:creationId xmlns:a16="http://schemas.microsoft.com/office/drawing/2014/main" id="{0275F37F-6E23-501D-C2C9-86B1BA0F012A}"/>
              </a:ext>
            </a:extLst>
          </p:cNvPr>
          <p:cNvSpPr/>
          <p:nvPr/>
        </p:nvSpPr>
        <p:spPr>
          <a:xfrm>
            <a:off x="7362644" y="3045565"/>
            <a:ext cx="1585164" cy="543615"/>
          </a:xfrm>
          <a:prstGeom prst="flowChartAlternateProcess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solidFill>
                  <a:srgbClr val="003399"/>
                </a:solidFill>
                <a:cs typeface="Arial" panose="020B0604020202020204" pitchFamily="34" charset="0"/>
              </a:rPr>
              <a:t>VCU Extended</a:t>
            </a:r>
          </a:p>
          <a:p>
            <a:pPr algn="ctr"/>
            <a:r>
              <a:rPr lang="en-IN" sz="1400" dirty="0" err="1">
                <a:solidFill>
                  <a:srgbClr val="003399"/>
                </a:solidFill>
                <a:cs typeface="Arial" panose="020B0604020202020204" pitchFamily="34" charset="0"/>
              </a:rPr>
              <a:t>Diag</a:t>
            </a:r>
            <a:r>
              <a:rPr lang="en-IN" sz="1400" dirty="0">
                <a:solidFill>
                  <a:srgbClr val="003399"/>
                </a:solidFill>
                <a:cs typeface="Arial" panose="020B0604020202020204" pitchFamily="34" charset="0"/>
              </a:rPr>
              <a:t> Session</a:t>
            </a:r>
          </a:p>
        </p:txBody>
      </p:sp>
      <p:sp>
        <p:nvSpPr>
          <p:cNvPr id="79" name="Flowchart: Alternate Process 78">
            <a:extLst>
              <a:ext uri="{FF2B5EF4-FFF2-40B4-BE49-F238E27FC236}">
                <a16:creationId xmlns:a16="http://schemas.microsoft.com/office/drawing/2014/main" id="{FFD46038-223F-EA0F-7AB0-D61A9204ABDD}"/>
              </a:ext>
            </a:extLst>
          </p:cNvPr>
          <p:cNvSpPr/>
          <p:nvPr/>
        </p:nvSpPr>
        <p:spPr>
          <a:xfrm>
            <a:off x="9510237" y="3045565"/>
            <a:ext cx="1585164" cy="543615"/>
          </a:xfrm>
          <a:prstGeom prst="flowChartAlternateProcess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solidFill>
                  <a:srgbClr val="003399"/>
                </a:solidFill>
                <a:cs typeface="Arial" panose="020B0604020202020204" pitchFamily="34" charset="0"/>
              </a:rPr>
              <a:t>VCU Flashing</a:t>
            </a:r>
          </a:p>
        </p:txBody>
      </p:sp>
      <p:sp>
        <p:nvSpPr>
          <p:cNvPr id="80" name="Flowchart: Alternate Process 79">
            <a:extLst>
              <a:ext uri="{FF2B5EF4-FFF2-40B4-BE49-F238E27FC236}">
                <a16:creationId xmlns:a16="http://schemas.microsoft.com/office/drawing/2014/main" id="{EB84C283-5079-B9D5-9EC3-42CC2F515F78}"/>
              </a:ext>
            </a:extLst>
          </p:cNvPr>
          <p:cNvSpPr/>
          <p:nvPr/>
        </p:nvSpPr>
        <p:spPr>
          <a:xfrm>
            <a:off x="1040072" y="4801352"/>
            <a:ext cx="1585164" cy="543615"/>
          </a:xfrm>
          <a:prstGeom prst="flowChartAlternateProcess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003399"/>
                </a:solidFill>
                <a:cs typeface="Arial" panose="020B0604020202020204" pitchFamily="34" charset="0"/>
              </a:rPr>
              <a:t>R</a:t>
            </a:r>
            <a:r>
              <a:rPr lang="en-IN" sz="1400" dirty="0" err="1">
                <a:solidFill>
                  <a:srgbClr val="003399"/>
                </a:solidFill>
                <a:cs typeface="Arial" panose="020B0604020202020204" pitchFamily="34" charset="0"/>
              </a:rPr>
              <a:t>ead</a:t>
            </a:r>
            <a:r>
              <a:rPr lang="en-IN" sz="1400" dirty="0">
                <a:solidFill>
                  <a:srgbClr val="003399"/>
                </a:solidFill>
                <a:cs typeface="Arial" panose="020B0604020202020204" pitchFamily="34" charset="0"/>
              </a:rPr>
              <a:t> &amp; Compare CVN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CD47D191-C234-42D1-BE53-764C8A580D23}"/>
              </a:ext>
            </a:extLst>
          </p:cNvPr>
          <p:cNvSpPr txBox="1"/>
          <p:nvPr/>
        </p:nvSpPr>
        <p:spPr>
          <a:xfrm>
            <a:off x="991238" y="790064"/>
            <a:ext cx="109237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Expected Cycle Time: 55 – 60s 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DA94A9F-2990-D248-0B52-486B21396ED7}"/>
              </a:ext>
            </a:extLst>
          </p:cNvPr>
          <p:cNvCxnSpPr>
            <a:stCxn id="23" idx="3"/>
            <a:endCxn id="29" idx="1"/>
          </p:cNvCxnSpPr>
          <p:nvPr/>
        </p:nvCxnSpPr>
        <p:spPr>
          <a:xfrm>
            <a:off x="4742849" y="1559763"/>
            <a:ext cx="47220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547B132-7704-25E5-BF72-8ACBA3DC5274}"/>
              </a:ext>
            </a:extLst>
          </p:cNvPr>
          <p:cNvCxnSpPr>
            <a:stCxn id="29" idx="3"/>
            <a:endCxn id="24" idx="1"/>
          </p:cNvCxnSpPr>
          <p:nvPr/>
        </p:nvCxnSpPr>
        <p:spPr>
          <a:xfrm>
            <a:off x="6800215" y="1559763"/>
            <a:ext cx="562429" cy="55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8A486C6-531B-F739-15D6-B34B430479BB}"/>
              </a:ext>
            </a:extLst>
          </p:cNvPr>
          <p:cNvCxnSpPr>
            <a:stCxn id="24" idx="3"/>
            <a:endCxn id="25" idx="1"/>
          </p:cNvCxnSpPr>
          <p:nvPr/>
        </p:nvCxnSpPr>
        <p:spPr>
          <a:xfrm>
            <a:off x="8947808" y="1565308"/>
            <a:ext cx="562429" cy="76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299CDCA-83FE-9F91-B34C-61B5925F2516}"/>
              </a:ext>
            </a:extLst>
          </p:cNvPr>
          <p:cNvCxnSpPr>
            <a:stCxn id="30" idx="1"/>
            <a:endCxn id="31" idx="3"/>
          </p:cNvCxnSpPr>
          <p:nvPr/>
        </p:nvCxnSpPr>
        <p:spPr>
          <a:xfrm flipH="1" flipV="1">
            <a:off x="8947808" y="2432556"/>
            <a:ext cx="562429" cy="44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1E938A4C-CB79-7FB0-C39D-BB5634593C58}"/>
              </a:ext>
            </a:extLst>
          </p:cNvPr>
          <p:cNvCxnSpPr>
            <a:stCxn id="31" idx="1"/>
            <a:endCxn id="32" idx="3"/>
          </p:cNvCxnSpPr>
          <p:nvPr/>
        </p:nvCxnSpPr>
        <p:spPr>
          <a:xfrm flipH="1" flipV="1">
            <a:off x="6800215" y="2429344"/>
            <a:ext cx="562429" cy="32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BF23757C-5164-9033-75A1-6A407ED5D284}"/>
              </a:ext>
            </a:extLst>
          </p:cNvPr>
          <p:cNvCxnSpPr>
            <a:stCxn id="32" idx="1"/>
            <a:endCxn id="49" idx="3"/>
          </p:cNvCxnSpPr>
          <p:nvPr/>
        </p:nvCxnSpPr>
        <p:spPr>
          <a:xfrm flipH="1" flipV="1">
            <a:off x="4766360" y="2422029"/>
            <a:ext cx="448691" cy="73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E5F147AF-E46F-6ADE-F774-BDDA66E7EE69}"/>
              </a:ext>
            </a:extLst>
          </p:cNvPr>
          <p:cNvCxnSpPr>
            <a:stCxn id="49" idx="1"/>
            <a:endCxn id="51" idx="3"/>
          </p:cNvCxnSpPr>
          <p:nvPr/>
        </p:nvCxnSpPr>
        <p:spPr>
          <a:xfrm flipH="1">
            <a:off x="2618767" y="2422029"/>
            <a:ext cx="56242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ADE235B7-90E3-3AB6-1FC0-568146932940}"/>
              </a:ext>
            </a:extLst>
          </p:cNvPr>
          <p:cNvCxnSpPr>
            <a:stCxn id="53" idx="3"/>
            <a:endCxn id="55" idx="1"/>
          </p:cNvCxnSpPr>
          <p:nvPr/>
        </p:nvCxnSpPr>
        <p:spPr>
          <a:xfrm>
            <a:off x="2618234" y="3301825"/>
            <a:ext cx="562962" cy="5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8E51D301-AAF3-D92A-12AE-B2721605CCBF}"/>
              </a:ext>
            </a:extLst>
          </p:cNvPr>
          <p:cNvCxnSpPr>
            <a:stCxn id="55" idx="3"/>
            <a:endCxn id="57" idx="1"/>
          </p:cNvCxnSpPr>
          <p:nvPr/>
        </p:nvCxnSpPr>
        <p:spPr>
          <a:xfrm>
            <a:off x="4766360" y="3302383"/>
            <a:ext cx="487734" cy="84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0EB305EC-EB4E-6F4B-26FE-DA31DE2ABC11}"/>
              </a:ext>
            </a:extLst>
          </p:cNvPr>
          <p:cNvCxnSpPr>
            <a:stCxn id="57" idx="3"/>
            <a:endCxn id="59" idx="1"/>
          </p:cNvCxnSpPr>
          <p:nvPr/>
        </p:nvCxnSpPr>
        <p:spPr>
          <a:xfrm>
            <a:off x="6839258" y="3310828"/>
            <a:ext cx="523386" cy="65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835B2FCB-4AA4-2D97-CCE5-AA8BF46A50EC}"/>
              </a:ext>
            </a:extLst>
          </p:cNvPr>
          <p:cNvCxnSpPr>
            <a:stCxn id="59" idx="3"/>
            <a:endCxn id="79" idx="1"/>
          </p:cNvCxnSpPr>
          <p:nvPr/>
        </p:nvCxnSpPr>
        <p:spPr>
          <a:xfrm>
            <a:off x="8947808" y="3317373"/>
            <a:ext cx="56242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Flowchart: Alternate Process 2">
            <a:extLst>
              <a:ext uri="{FF2B5EF4-FFF2-40B4-BE49-F238E27FC236}">
                <a16:creationId xmlns:a16="http://schemas.microsoft.com/office/drawing/2014/main" id="{69C727FF-E9CF-A7C8-A37B-E122FDD00AE5}"/>
              </a:ext>
            </a:extLst>
          </p:cNvPr>
          <p:cNvSpPr/>
          <p:nvPr/>
        </p:nvSpPr>
        <p:spPr>
          <a:xfrm>
            <a:off x="9510237" y="3908471"/>
            <a:ext cx="1585164" cy="543615"/>
          </a:xfrm>
          <a:prstGeom prst="flowChartAlternateProcess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solidFill>
                  <a:srgbClr val="003399"/>
                </a:solidFill>
                <a:cs typeface="Arial" panose="020B0604020202020204" pitchFamily="34" charset="0"/>
              </a:rPr>
              <a:t>Write VIN</a:t>
            </a:r>
          </a:p>
        </p:txBody>
      </p:sp>
      <p:sp>
        <p:nvSpPr>
          <p:cNvPr id="5" name="Flowchart: Alternate Process 4">
            <a:extLst>
              <a:ext uri="{FF2B5EF4-FFF2-40B4-BE49-F238E27FC236}">
                <a16:creationId xmlns:a16="http://schemas.microsoft.com/office/drawing/2014/main" id="{0A318695-96C5-B359-E6CA-AE3CD4AF0B0E}"/>
              </a:ext>
            </a:extLst>
          </p:cNvPr>
          <p:cNvSpPr/>
          <p:nvPr/>
        </p:nvSpPr>
        <p:spPr>
          <a:xfrm>
            <a:off x="7362644" y="3904008"/>
            <a:ext cx="1585164" cy="543615"/>
          </a:xfrm>
          <a:prstGeom prst="flowChartAlternateProcess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003399"/>
                </a:solidFill>
                <a:cs typeface="Arial" panose="020B0604020202020204" pitchFamily="34" charset="0"/>
              </a:rPr>
              <a:t>W</a:t>
            </a:r>
            <a:r>
              <a:rPr lang="en-IN" sz="1400" dirty="0">
                <a:solidFill>
                  <a:srgbClr val="003399"/>
                </a:solidFill>
                <a:cs typeface="Arial" panose="020B0604020202020204" pitchFamily="34" charset="0"/>
              </a:rPr>
              <a:t>rite SKU</a:t>
            </a:r>
          </a:p>
        </p:txBody>
      </p:sp>
      <p:sp>
        <p:nvSpPr>
          <p:cNvPr id="6" name="Flowchart: Alternate Process 5">
            <a:extLst>
              <a:ext uri="{FF2B5EF4-FFF2-40B4-BE49-F238E27FC236}">
                <a16:creationId xmlns:a16="http://schemas.microsoft.com/office/drawing/2014/main" id="{4F008D24-1555-2BD8-ABCD-C4E340CDA6A7}"/>
              </a:ext>
            </a:extLst>
          </p:cNvPr>
          <p:cNvSpPr/>
          <p:nvPr/>
        </p:nvSpPr>
        <p:spPr>
          <a:xfrm>
            <a:off x="5215051" y="3900796"/>
            <a:ext cx="1585164" cy="543616"/>
          </a:xfrm>
          <a:prstGeom prst="flowChartAlternateProcess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solidFill>
                  <a:srgbClr val="003399"/>
                </a:solidFill>
                <a:cs typeface="Arial" panose="020B0604020202020204" pitchFamily="34" charset="0"/>
              </a:rPr>
              <a:t>Read SKU</a:t>
            </a:r>
          </a:p>
        </p:txBody>
      </p:sp>
      <p:sp>
        <p:nvSpPr>
          <p:cNvPr id="7" name="Flowchart: Alternate Process 6">
            <a:extLst>
              <a:ext uri="{FF2B5EF4-FFF2-40B4-BE49-F238E27FC236}">
                <a16:creationId xmlns:a16="http://schemas.microsoft.com/office/drawing/2014/main" id="{EEAD1D9C-1260-9EED-611A-52F1E24CCDB8}"/>
              </a:ext>
            </a:extLst>
          </p:cNvPr>
          <p:cNvSpPr/>
          <p:nvPr/>
        </p:nvSpPr>
        <p:spPr>
          <a:xfrm>
            <a:off x="3181196" y="3893481"/>
            <a:ext cx="1585164" cy="543615"/>
          </a:xfrm>
          <a:prstGeom prst="flowChartAlternateProcess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solidFill>
                  <a:srgbClr val="003399"/>
                </a:solidFill>
                <a:cs typeface="Arial" panose="020B0604020202020204" pitchFamily="34" charset="0"/>
              </a:rPr>
              <a:t>Read VIN</a:t>
            </a:r>
          </a:p>
        </p:txBody>
      </p:sp>
      <p:sp>
        <p:nvSpPr>
          <p:cNvPr id="8" name="Flowchart: Alternate Process 7">
            <a:extLst>
              <a:ext uri="{FF2B5EF4-FFF2-40B4-BE49-F238E27FC236}">
                <a16:creationId xmlns:a16="http://schemas.microsoft.com/office/drawing/2014/main" id="{B9C287ED-E51B-8D47-0A6C-9EE87BF1A1DF}"/>
              </a:ext>
            </a:extLst>
          </p:cNvPr>
          <p:cNvSpPr/>
          <p:nvPr/>
        </p:nvSpPr>
        <p:spPr>
          <a:xfrm>
            <a:off x="1033603" y="3893481"/>
            <a:ext cx="1585164" cy="543615"/>
          </a:xfrm>
          <a:prstGeom prst="flowChartAlternateProcess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solidFill>
                  <a:srgbClr val="003399"/>
                </a:solidFill>
                <a:cs typeface="Arial" panose="020B0604020202020204" pitchFamily="34" charset="0"/>
              </a:rPr>
              <a:t>Read VCU Application Ver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176E90B-C9A0-7ECF-F885-9E3DD2BDD97F}"/>
              </a:ext>
            </a:extLst>
          </p:cNvPr>
          <p:cNvCxnSpPr>
            <a:stCxn id="3" idx="1"/>
            <a:endCxn id="5" idx="3"/>
          </p:cNvCxnSpPr>
          <p:nvPr/>
        </p:nvCxnSpPr>
        <p:spPr>
          <a:xfrm flipH="1" flipV="1">
            <a:off x="8947808" y="4175816"/>
            <a:ext cx="562429" cy="44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C3D9CF8-E82F-49BC-34AA-705DEDD62F90}"/>
              </a:ext>
            </a:extLst>
          </p:cNvPr>
          <p:cNvCxnSpPr>
            <a:stCxn id="5" idx="1"/>
            <a:endCxn id="6" idx="3"/>
          </p:cNvCxnSpPr>
          <p:nvPr/>
        </p:nvCxnSpPr>
        <p:spPr>
          <a:xfrm flipH="1" flipV="1">
            <a:off x="6800215" y="4172604"/>
            <a:ext cx="562429" cy="32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151E959-8A48-9E8C-872C-D1325DFF293D}"/>
              </a:ext>
            </a:extLst>
          </p:cNvPr>
          <p:cNvCxnSpPr>
            <a:stCxn id="6" idx="1"/>
            <a:endCxn id="7" idx="3"/>
          </p:cNvCxnSpPr>
          <p:nvPr/>
        </p:nvCxnSpPr>
        <p:spPr>
          <a:xfrm flipH="1" flipV="1">
            <a:off x="4766360" y="4165289"/>
            <a:ext cx="448691" cy="73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0BFACCF-02A3-B155-A805-45BE6915DD4F}"/>
              </a:ext>
            </a:extLst>
          </p:cNvPr>
          <p:cNvCxnSpPr>
            <a:stCxn id="7" idx="1"/>
            <a:endCxn id="8" idx="3"/>
          </p:cNvCxnSpPr>
          <p:nvPr/>
        </p:nvCxnSpPr>
        <p:spPr>
          <a:xfrm flipH="1">
            <a:off x="2618767" y="4165289"/>
            <a:ext cx="56242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35D073FA-A2E8-7DAF-0711-D3B0A40BCD10}"/>
              </a:ext>
            </a:extLst>
          </p:cNvPr>
          <p:cNvCxnSpPr>
            <a:stCxn id="25" idx="2"/>
            <a:endCxn id="30" idx="0"/>
          </p:cNvCxnSpPr>
          <p:nvPr/>
        </p:nvCxnSpPr>
        <p:spPr>
          <a:xfrm>
            <a:off x="10302819" y="1844717"/>
            <a:ext cx="0" cy="3204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766A4B23-2F66-C384-1D3D-E9A5815E39CC}"/>
              </a:ext>
            </a:extLst>
          </p:cNvPr>
          <p:cNvCxnSpPr>
            <a:stCxn id="51" idx="2"/>
            <a:endCxn id="53" idx="0"/>
          </p:cNvCxnSpPr>
          <p:nvPr/>
        </p:nvCxnSpPr>
        <p:spPr>
          <a:xfrm flipH="1">
            <a:off x="1825652" y="2693836"/>
            <a:ext cx="533" cy="3361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377D14E9-C14A-533E-6028-8C9C33727379}"/>
              </a:ext>
            </a:extLst>
          </p:cNvPr>
          <p:cNvCxnSpPr>
            <a:stCxn id="79" idx="2"/>
            <a:endCxn id="3" idx="0"/>
          </p:cNvCxnSpPr>
          <p:nvPr/>
        </p:nvCxnSpPr>
        <p:spPr>
          <a:xfrm>
            <a:off x="10302819" y="3589180"/>
            <a:ext cx="0" cy="3192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EDBC574A-D117-44C6-700D-98C2948E5390}"/>
              </a:ext>
            </a:extLst>
          </p:cNvPr>
          <p:cNvCxnSpPr>
            <a:stCxn id="8" idx="2"/>
            <a:endCxn id="80" idx="0"/>
          </p:cNvCxnSpPr>
          <p:nvPr/>
        </p:nvCxnSpPr>
        <p:spPr>
          <a:xfrm>
            <a:off x="1826185" y="4437096"/>
            <a:ext cx="6469" cy="3642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1" name="Oval 40">
            <a:extLst>
              <a:ext uri="{FF2B5EF4-FFF2-40B4-BE49-F238E27FC236}">
                <a16:creationId xmlns:a16="http://schemas.microsoft.com/office/drawing/2014/main" id="{8C801454-D3DC-F88D-9471-BDE0DD077B87}"/>
              </a:ext>
            </a:extLst>
          </p:cNvPr>
          <p:cNvSpPr/>
          <p:nvPr/>
        </p:nvSpPr>
        <p:spPr>
          <a:xfrm>
            <a:off x="1040072" y="1208151"/>
            <a:ext cx="1555184" cy="681536"/>
          </a:xfrm>
          <a:prstGeom prst="ellipse">
            <a:avLst/>
          </a:prstGeom>
          <a:solidFill>
            <a:schemeClr val="accent2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>
                <a:solidFill>
                  <a:schemeClr val="bg1"/>
                </a:solidFill>
                <a:cs typeface="Arial" panose="020B0604020202020204" pitchFamily="34" charset="0"/>
              </a:rPr>
              <a:t>Start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B4440B71-FC9E-D3AA-CA8A-9D73704242ED}"/>
              </a:ext>
            </a:extLst>
          </p:cNvPr>
          <p:cNvSpPr/>
          <p:nvPr/>
        </p:nvSpPr>
        <p:spPr>
          <a:xfrm>
            <a:off x="1048060" y="5640261"/>
            <a:ext cx="1555184" cy="681536"/>
          </a:xfrm>
          <a:prstGeom prst="ellipse">
            <a:avLst/>
          </a:prstGeom>
          <a:solidFill>
            <a:schemeClr val="accent2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>
                <a:solidFill>
                  <a:schemeClr val="bg1"/>
                </a:solidFill>
                <a:cs typeface="Arial" panose="020B0604020202020204" pitchFamily="34" charset="0"/>
              </a:rPr>
              <a:t>Stop</a:t>
            </a:r>
          </a:p>
        </p:txBody>
      </p:sp>
      <p:sp>
        <p:nvSpPr>
          <p:cNvPr id="48" name="Flowchart: Alternate Process 47">
            <a:extLst>
              <a:ext uri="{FF2B5EF4-FFF2-40B4-BE49-F238E27FC236}">
                <a16:creationId xmlns:a16="http://schemas.microsoft.com/office/drawing/2014/main" id="{13E15466-A3A2-4564-91CC-247344E393E2}"/>
              </a:ext>
            </a:extLst>
          </p:cNvPr>
          <p:cNvSpPr/>
          <p:nvPr/>
        </p:nvSpPr>
        <p:spPr>
          <a:xfrm>
            <a:off x="9510237" y="5706587"/>
            <a:ext cx="1585164" cy="543615"/>
          </a:xfrm>
          <a:prstGeom prst="flowChartAlternateProcess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solidFill>
                  <a:srgbClr val="003399"/>
                </a:solidFill>
                <a:cs typeface="Arial" panose="020B0604020202020204" pitchFamily="34" charset="0"/>
              </a:rPr>
              <a:t>Clear DTC</a:t>
            </a:r>
          </a:p>
        </p:txBody>
      </p:sp>
      <p:sp>
        <p:nvSpPr>
          <p:cNvPr id="56" name="Flowchart: Alternate Process 55">
            <a:extLst>
              <a:ext uri="{FF2B5EF4-FFF2-40B4-BE49-F238E27FC236}">
                <a16:creationId xmlns:a16="http://schemas.microsoft.com/office/drawing/2014/main" id="{4750FD5B-0683-17B6-A913-F79E6E98D376}"/>
              </a:ext>
            </a:extLst>
          </p:cNvPr>
          <p:cNvSpPr/>
          <p:nvPr/>
        </p:nvSpPr>
        <p:spPr>
          <a:xfrm>
            <a:off x="5215051" y="5712184"/>
            <a:ext cx="1585164" cy="543615"/>
          </a:xfrm>
          <a:prstGeom prst="flowChartAlternateProcess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solidFill>
                  <a:srgbClr val="003399"/>
                </a:solidFill>
                <a:cs typeface="Arial" panose="020B0604020202020204" pitchFamily="34" charset="0"/>
              </a:rPr>
              <a:t>Log result</a:t>
            </a:r>
          </a:p>
        </p:txBody>
      </p:sp>
      <p:sp>
        <p:nvSpPr>
          <p:cNvPr id="61" name="Flowchart: Alternate Process 60">
            <a:extLst>
              <a:ext uri="{FF2B5EF4-FFF2-40B4-BE49-F238E27FC236}">
                <a16:creationId xmlns:a16="http://schemas.microsoft.com/office/drawing/2014/main" id="{3D8D1F05-5F3D-9DE6-0C58-5B92997913B9}"/>
              </a:ext>
            </a:extLst>
          </p:cNvPr>
          <p:cNvSpPr/>
          <p:nvPr/>
        </p:nvSpPr>
        <p:spPr>
          <a:xfrm>
            <a:off x="3181196" y="5716233"/>
            <a:ext cx="1585164" cy="543615"/>
          </a:xfrm>
          <a:prstGeom prst="flowChartAlternateProcess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solidFill>
                  <a:srgbClr val="003399"/>
                </a:solidFill>
                <a:cs typeface="Arial" panose="020B0604020202020204" pitchFamily="34" charset="0"/>
              </a:rPr>
              <a:t>Send Result thru API </a:t>
            </a:r>
          </a:p>
        </p:txBody>
      </p:sp>
      <p:sp>
        <p:nvSpPr>
          <p:cNvPr id="20" name="Flowchart: Alternate Process 19">
            <a:extLst>
              <a:ext uri="{FF2B5EF4-FFF2-40B4-BE49-F238E27FC236}">
                <a16:creationId xmlns:a16="http://schemas.microsoft.com/office/drawing/2014/main" id="{247D373A-B5D6-6D5E-CA1A-95716B7FCF6E}"/>
              </a:ext>
            </a:extLst>
          </p:cNvPr>
          <p:cNvSpPr/>
          <p:nvPr/>
        </p:nvSpPr>
        <p:spPr>
          <a:xfrm>
            <a:off x="7362644" y="5707649"/>
            <a:ext cx="1585164" cy="543615"/>
          </a:xfrm>
          <a:prstGeom prst="flowChartAlternateProcess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solidFill>
                  <a:srgbClr val="003399"/>
                </a:solidFill>
                <a:cs typeface="Arial" panose="020B0604020202020204" pitchFamily="34" charset="0"/>
              </a:rPr>
              <a:t>Log result</a:t>
            </a:r>
          </a:p>
        </p:txBody>
      </p:sp>
      <p:sp>
        <p:nvSpPr>
          <p:cNvPr id="26" name="Flowchart: Alternate Process 25">
            <a:extLst>
              <a:ext uri="{FF2B5EF4-FFF2-40B4-BE49-F238E27FC236}">
                <a16:creationId xmlns:a16="http://schemas.microsoft.com/office/drawing/2014/main" id="{6912A644-7FCC-437A-5390-9D73C5906EE2}"/>
              </a:ext>
            </a:extLst>
          </p:cNvPr>
          <p:cNvSpPr/>
          <p:nvPr/>
        </p:nvSpPr>
        <p:spPr>
          <a:xfrm>
            <a:off x="3181196" y="4804857"/>
            <a:ext cx="1585164" cy="543615"/>
          </a:xfrm>
          <a:prstGeom prst="flowChartAlternateProcess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solidFill>
                  <a:srgbClr val="003399"/>
                </a:solidFill>
                <a:cs typeface="Arial" panose="020B0604020202020204" pitchFamily="34" charset="0"/>
              </a:rPr>
              <a:t>Write &amp; Read</a:t>
            </a:r>
          </a:p>
          <a:p>
            <a:pPr algn="ctr"/>
            <a:r>
              <a:rPr lang="en-IN" sz="1400" dirty="0">
                <a:solidFill>
                  <a:srgbClr val="003399"/>
                </a:solidFill>
                <a:cs typeface="Arial" panose="020B0604020202020204" pitchFamily="34" charset="0"/>
              </a:rPr>
              <a:t>Key Fob MAC ID</a:t>
            </a:r>
          </a:p>
        </p:txBody>
      </p:sp>
      <p:sp>
        <p:nvSpPr>
          <p:cNvPr id="36" name="Flowchart: Alternate Process 35">
            <a:extLst>
              <a:ext uri="{FF2B5EF4-FFF2-40B4-BE49-F238E27FC236}">
                <a16:creationId xmlns:a16="http://schemas.microsoft.com/office/drawing/2014/main" id="{C3FEE73B-D6BD-A451-E03A-DB0062D4D0BB}"/>
              </a:ext>
            </a:extLst>
          </p:cNvPr>
          <p:cNvSpPr/>
          <p:nvPr/>
        </p:nvSpPr>
        <p:spPr>
          <a:xfrm>
            <a:off x="5215051" y="4801352"/>
            <a:ext cx="1585164" cy="543615"/>
          </a:xfrm>
          <a:prstGeom prst="flowChartAlternateProcess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solidFill>
                  <a:srgbClr val="003399"/>
                </a:solidFill>
                <a:cs typeface="Arial" panose="020B0604020202020204" pitchFamily="34" charset="0"/>
              </a:rPr>
              <a:t>Write Secret Key</a:t>
            </a:r>
          </a:p>
          <a:p>
            <a:pPr algn="ctr"/>
            <a:r>
              <a:rPr lang="en-IN" sz="1400" dirty="0">
                <a:solidFill>
                  <a:srgbClr val="003399"/>
                </a:solidFill>
                <a:cs typeface="Arial" panose="020B0604020202020204" pitchFamily="34" charset="0"/>
              </a:rPr>
              <a:t>Into EMS</a:t>
            </a:r>
          </a:p>
        </p:txBody>
      </p:sp>
      <p:sp>
        <p:nvSpPr>
          <p:cNvPr id="39" name="Flowchart: Alternate Process 38">
            <a:extLst>
              <a:ext uri="{FF2B5EF4-FFF2-40B4-BE49-F238E27FC236}">
                <a16:creationId xmlns:a16="http://schemas.microsoft.com/office/drawing/2014/main" id="{C29B4267-ECB7-9291-6D35-E80B49D10955}"/>
              </a:ext>
            </a:extLst>
          </p:cNvPr>
          <p:cNvSpPr/>
          <p:nvPr/>
        </p:nvSpPr>
        <p:spPr>
          <a:xfrm>
            <a:off x="7362644" y="4801352"/>
            <a:ext cx="1585164" cy="543615"/>
          </a:xfrm>
          <a:prstGeom prst="flowChartAlternateProcess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solidFill>
                  <a:srgbClr val="003399"/>
                </a:solidFill>
                <a:cs typeface="Arial" panose="020B0604020202020204" pitchFamily="34" charset="0"/>
              </a:rPr>
              <a:t>Write Secret Key</a:t>
            </a:r>
          </a:p>
          <a:p>
            <a:pPr algn="ctr"/>
            <a:r>
              <a:rPr lang="en-IN" sz="1400" dirty="0">
                <a:solidFill>
                  <a:srgbClr val="003399"/>
                </a:solidFill>
                <a:cs typeface="Arial" panose="020B0604020202020204" pitchFamily="34" charset="0"/>
              </a:rPr>
              <a:t>Into IPC</a:t>
            </a:r>
          </a:p>
        </p:txBody>
      </p:sp>
      <p:sp>
        <p:nvSpPr>
          <p:cNvPr id="45" name="Flowchart: Alternate Process 44">
            <a:extLst>
              <a:ext uri="{FF2B5EF4-FFF2-40B4-BE49-F238E27FC236}">
                <a16:creationId xmlns:a16="http://schemas.microsoft.com/office/drawing/2014/main" id="{42740644-A707-7FF5-FD2C-51E8B4ADE73A}"/>
              </a:ext>
            </a:extLst>
          </p:cNvPr>
          <p:cNvSpPr/>
          <p:nvPr/>
        </p:nvSpPr>
        <p:spPr>
          <a:xfrm>
            <a:off x="9510237" y="4807529"/>
            <a:ext cx="1585164" cy="543615"/>
          </a:xfrm>
          <a:prstGeom prst="flowChartAlternateProcess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solidFill>
                  <a:srgbClr val="003399"/>
                </a:solidFill>
                <a:cs typeface="Arial" panose="020B0604020202020204" pitchFamily="34" charset="0"/>
              </a:rPr>
              <a:t>Write Secret Key</a:t>
            </a:r>
          </a:p>
          <a:p>
            <a:pPr algn="ctr"/>
            <a:r>
              <a:rPr lang="en-IN" sz="1400" dirty="0">
                <a:solidFill>
                  <a:srgbClr val="003399"/>
                </a:solidFill>
                <a:cs typeface="Arial" panose="020B0604020202020204" pitchFamily="34" charset="0"/>
              </a:rPr>
              <a:t>Into VCU</a:t>
            </a: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0A2A2060-EB6F-0C6D-CFC7-FF75787A0345}"/>
              </a:ext>
            </a:extLst>
          </p:cNvPr>
          <p:cNvCxnSpPr>
            <a:stCxn id="80" idx="3"/>
          </p:cNvCxnSpPr>
          <p:nvPr/>
        </p:nvCxnSpPr>
        <p:spPr>
          <a:xfrm flipV="1">
            <a:off x="2625236" y="5073159"/>
            <a:ext cx="672600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842FBD94-E8E2-0EB1-84A1-EC726229E5E1}"/>
              </a:ext>
            </a:extLst>
          </p:cNvPr>
          <p:cNvCxnSpPr>
            <a:stCxn id="26" idx="3"/>
            <a:endCxn id="36" idx="1"/>
          </p:cNvCxnSpPr>
          <p:nvPr/>
        </p:nvCxnSpPr>
        <p:spPr>
          <a:xfrm flipV="1">
            <a:off x="4766360" y="5073160"/>
            <a:ext cx="448691" cy="35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9E33EBA3-3F3C-A778-FD2F-972E6AB2D257}"/>
              </a:ext>
            </a:extLst>
          </p:cNvPr>
          <p:cNvCxnSpPr>
            <a:stCxn id="36" idx="3"/>
            <a:endCxn id="39" idx="1"/>
          </p:cNvCxnSpPr>
          <p:nvPr/>
        </p:nvCxnSpPr>
        <p:spPr>
          <a:xfrm>
            <a:off x="6800215" y="5073160"/>
            <a:ext cx="56242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3A75EB27-923B-560F-D471-BB7DC172E65F}"/>
              </a:ext>
            </a:extLst>
          </p:cNvPr>
          <p:cNvCxnSpPr>
            <a:stCxn id="39" idx="3"/>
            <a:endCxn id="45" idx="1"/>
          </p:cNvCxnSpPr>
          <p:nvPr/>
        </p:nvCxnSpPr>
        <p:spPr>
          <a:xfrm>
            <a:off x="8947808" y="5073160"/>
            <a:ext cx="562429" cy="61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A54429FD-06CB-9D6C-E4FF-1DB22AF5697F}"/>
              </a:ext>
            </a:extLst>
          </p:cNvPr>
          <p:cNvCxnSpPr>
            <a:stCxn id="45" idx="2"/>
            <a:endCxn id="48" idx="0"/>
          </p:cNvCxnSpPr>
          <p:nvPr/>
        </p:nvCxnSpPr>
        <p:spPr>
          <a:xfrm>
            <a:off x="10302819" y="5351144"/>
            <a:ext cx="0" cy="3554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31F3B061-D68A-C22A-9779-EA7735EE7F2B}"/>
              </a:ext>
            </a:extLst>
          </p:cNvPr>
          <p:cNvCxnSpPr>
            <a:stCxn id="48" idx="1"/>
            <a:endCxn id="20" idx="3"/>
          </p:cNvCxnSpPr>
          <p:nvPr/>
        </p:nvCxnSpPr>
        <p:spPr>
          <a:xfrm flipH="1">
            <a:off x="8947808" y="5978395"/>
            <a:ext cx="562429" cy="10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0B8AB411-A3F0-6D15-9004-23F9BD7BBA5B}"/>
              </a:ext>
            </a:extLst>
          </p:cNvPr>
          <p:cNvCxnSpPr>
            <a:stCxn id="20" idx="1"/>
            <a:endCxn id="56" idx="3"/>
          </p:cNvCxnSpPr>
          <p:nvPr/>
        </p:nvCxnSpPr>
        <p:spPr>
          <a:xfrm flipH="1">
            <a:off x="6800215" y="5979457"/>
            <a:ext cx="562429" cy="45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048D12DE-317A-25FD-16C6-415954A9D66D}"/>
              </a:ext>
            </a:extLst>
          </p:cNvPr>
          <p:cNvCxnSpPr>
            <a:stCxn id="56" idx="1"/>
            <a:endCxn id="61" idx="3"/>
          </p:cNvCxnSpPr>
          <p:nvPr/>
        </p:nvCxnSpPr>
        <p:spPr>
          <a:xfrm flipH="1">
            <a:off x="4766360" y="5983992"/>
            <a:ext cx="448691" cy="40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993CB6DE-3938-C444-54FE-7AA40BE24A4B}"/>
              </a:ext>
            </a:extLst>
          </p:cNvPr>
          <p:cNvCxnSpPr>
            <a:stCxn id="61" idx="1"/>
            <a:endCxn id="44" idx="6"/>
          </p:cNvCxnSpPr>
          <p:nvPr/>
        </p:nvCxnSpPr>
        <p:spPr>
          <a:xfrm flipH="1" flipV="1">
            <a:off x="2603244" y="5981029"/>
            <a:ext cx="577952" cy="70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E774AADC-C419-D36F-88CD-E8CCAB4EA68B}"/>
              </a:ext>
            </a:extLst>
          </p:cNvPr>
          <p:cNvCxnSpPr>
            <a:stCxn id="41" idx="6"/>
            <a:endCxn id="23" idx="1"/>
          </p:cNvCxnSpPr>
          <p:nvPr/>
        </p:nvCxnSpPr>
        <p:spPr>
          <a:xfrm>
            <a:off x="2595256" y="1548919"/>
            <a:ext cx="562429" cy="108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35496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5400CF-DB5E-5F8E-BC11-5A9D19B48C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9CD241-D441-BF50-655B-9C2A6A13F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01150" y="6518583"/>
            <a:ext cx="2743200" cy="365125"/>
          </a:xfrm>
        </p:spPr>
        <p:txBody>
          <a:bodyPr/>
          <a:lstStyle/>
          <a:p>
            <a:fld id="{C5E635EA-281D-47C8-A0EC-B8A06226CB83}" type="slidenum">
              <a:rPr lang="en-IN" smtClean="0"/>
              <a:t>23</a:t>
            </a:fld>
            <a:endParaRPr lang="en-IN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00D86AC-6639-53AD-7190-6BEFBF0BA4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4433"/>
            <a:ext cx="10515600" cy="315910"/>
          </a:xfrm>
        </p:spPr>
        <p:txBody>
          <a:bodyPr/>
          <a:lstStyle/>
          <a:p>
            <a:r>
              <a:rPr lang="en-US" dirty="0"/>
              <a:t>Test Verification - Phases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E297CE7-EF22-6CD6-F4F2-335B3ADB03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2973" y="788112"/>
            <a:ext cx="2744113" cy="564404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17F818B-E8D8-9050-5D3C-2C77EB9F04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0118" y="788112"/>
            <a:ext cx="2717824" cy="564404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9F0CA44-584E-EA9A-84BD-5625CD977E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0974" y="788112"/>
            <a:ext cx="3000794" cy="4763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552744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3E08C7-BA89-F1FB-6988-D7087B9CAD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D46071-C593-61D1-1D08-416ED9129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01150" y="6518583"/>
            <a:ext cx="2743200" cy="365125"/>
          </a:xfrm>
        </p:spPr>
        <p:txBody>
          <a:bodyPr/>
          <a:lstStyle/>
          <a:p>
            <a:fld id="{C5E635EA-281D-47C8-A0EC-B8A06226CB83}" type="slidenum">
              <a:rPr lang="en-IN" smtClean="0"/>
              <a:t>24</a:t>
            </a:fld>
            <a:endParaRPr lang="en-IN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CDC9628-433F-CC28-BAA7-BFC083E37C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4433"/>
            <a:ext cx="10515600" cy="315910"/>
          </a:xfrm>
        </p:spPr>
        <p:txBody>
          <a:bodyPr/>
          <a:lstStyle/>
          <a:p>
            <a:r>
              <a:rPr lang="en-US" dirty="0"/>
              <a:t>Test Verification</a:t>
            </a:r>
            <a:endParaRPr lang="en-IN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FE7ADB7-6133-47F5-3688-FA5FE7A22E22}"/>
              </a:ext>
            </a:extLst>
          </p:cNvPr>
          <p:cNvCxnSpPr>
            <a:cxnSpLocks/>
          </p:cNvCxnSpPr>
          <p:nvPr/>
        </p:nvCxnSpPr>
        <p:spPr bwMode="auto">
          <a:xfrm>
            <a:off x="4694298" y="2780449"/>
            <a:ext cx="43562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AEE9A1D8-3156-D035-1846-9A98D67BBFA7}"/>
              </a:ext>
            </a:extLst>
          </p:cNvPr>
          <p:cNvSpPr txBox="1"/>
          <p:nvPr/>
        </p:nvSpPr>
        <p:spPr>
          <a:xfrm>
            <a:off x="5308688" y="2626560"/>
            <a:ext cx="107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Request</a:t>
            </a:r>
            <a:endParaRPr lang="en-IN" sz="1400" dirty="0">
              <a:solidFill>
                <a:srgbClr val="000099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A2182E0-48B6-D89C-4679-A733AAA8631E}"/>
              </a:ext>
            </a:extLst>
          </p:cNvPr>
          <p:cNvCxnSpPr>
            <a:cxnSpLocks/>
          </p:cNvCxnSpPr>
          <p:nvPr/>
        </p:nvCxnSpPr>
        <p:spPr bwMode="auto">
          <a:xfrm>
            <a:off x="4679308" y="3415819"/>
            <a:ext cx="43562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4E8E0665-8E25-846A-9000-8074061B6F3F}"/>
              </a:ext>
            </a:extLst>
          </p:cNvPr>
          <p:cNvSpPr txBox="1"/>
          <p:nvPr/>
        </p:nvSpPr>
        <p:spPr>
          <a:xfrm>
            <a:off x="5293698" y="3245644"/>
            <a:ext cx="107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solidFill>
                  <a:srgbClr val="000099"/>
                </a:solidFill>
                <a:effectLst/>
                <a:latin typeface="Arial" pitchFamily="34" charset="0"/>
                <a:cs typeface="Arial" pitchFamily="34" charset="0"/>
              </a:rPr>
              <a:t>Response</a:t>
            </a:r>
            <a:endParaRPr lang="en-IN" sz="1400">
              <a:solidFill>
                <a:srgbClr val="000099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2769A44-6C75-E904-28CE-61DD0BA0CA16}"/>
              </a:ext>
            </a:extLst>
          </p:cNvPr>
          <p:cNvSpPr txBox="1"/>
          <p:nvPr/>
        </p:nvSpPr>
        <p:spPr>
          <a:xfrm>
            <a:off x="1117333" y="869430"/>
            <a:ext cx="6677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VCU – Read &amp; Compare Bootloader Version: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7904B0E-D1A9-BA3E-A22A-45F312211E2B}"/>
              </a:ext>
            </a:extLst>
          </p:cNvPr>
          <p:cNvSpPr txBox="1"/>
          <p:nvPr/>
        </p:nvSpPr>
        <p:spPr>
          <a:xfrm>
            <a:off x="1117333" y="2255907"/>
            <a:ext cx="6677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 File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6F30998-93FD-8897-95B1-B896A23881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8140" y="2663145"/>
            <a:ext cx="3385937" cy="221044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7D9455A-5202-17AD-BEF7-204D79F276C7}"/>
              </a:ext>
            </a:extLst>
          </p:cNvPr>
          <p:cNvSpPr txBox="1"/>
          <p:nvPr/>
        </p:nvSpPr>
        <p:spPr>
          <a:xfrm>
            <a:off x="1117333" y="4956957"/>
            <a:ext cx="6677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Report Logiq: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808F4BA-2EBA-7C54-8767-85771EA8EAF4}"/>
              </a:ext>
            </a:extLst>
          </p:cNvPr>
          <p:cNvSpPr/>
          <p:nvPr/>
        </p:nvSpPr>
        <p:spPr>
          <a:xfrm>
            <a:off x="2188564" y="4557010"/>
            <a:ext cx="1049311" cy="27471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 err="1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6927A46-8ED4-F489-CD19-DC865DCF15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7456" y="1288171"/>
            <a:ext cx="8231613" cy="92587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3BF40A6-B09E-14C4-B80A-157906AA26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7456" y="5447286"/>
            <a:ext cx="8258599" cy="85729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2107605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00EBBA-DDE3-A692-E94B-D454DF7367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958689-DBBE-D3C0-1D74-8D12F7B5A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01150" y="6518583"/>
            <a:ext cx="2743200" cy="365125"/>
          </a:xfrm>
        </p:spPr>
        <p:txBody>
          <a:bodyPr/>
          <a:lstStyle/>
          <a:p>
            <a:fld id="{C5E635EA-281D-47C8-A0EC-B8A06226CB83}" type="slidenum">
              <a:rPr lang="en-IN" smtClean="0"/>
              <a:t>25</a:t>
            </a:fld>
            <a:endParaRPr lang="en-IN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EFF4020-1730-D301-0333-42628651E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4433"/>
            <a:ext cx="10515600" cy="315910"/>
          </a:xfrm>
        </p:spPr>
        <p:txBody>
          <a:bodyPr/>
          <a:lstStyle/>
          <a:p>
            <a:r>
              <a:rPr lang="en-US" dirty="0"/>
              <a:t>Test Verification</a:t>
            </a:r>
            <a:endParaRPr lang="en-IN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B4FBD92-93D6-D24D-9E36-AD948A7F899F}"/>
              </a:ext>
            </a:extLst>
          </p:cNvPr>
          <p:cNvCxnSpPr>
            <a:cxnSpLocks/>
          </p:cNvCxnSpPr>
          <p:nvPr/>
        </p:nvCxnSpPr>
        <p:spPr bwMode="auto">
          <a:xfrm>
            <a:off x="7301389" y="3627998"/>
            <a:ext cx="43562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36AD7D5F-4722-9D27-EF01-0F808BD6BD23}"/>
              </a:ext>
            </a:extLst>
          </p:cNvPr>
          <p:cNvSpPr txBox="1"/>
          <p:nvPr/>
        </p:nvSpPr>
        <p:spPr>
          <a:xfrm>
            <a:off x="7817340" y="3472238"/>
            <a:ext cx="107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Request</a:t>
            </a:r>
            <a:endParaRPr lang="en-IN" sz="1400" dirty="0">
              <a:solidFill>
                <a:srgbClr val="000099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0BB8066-50A6-4062-6D3C-16534A983EE9}"/>
              </a:ext>
            </a:extLst>
          </p:cNvPr>
          <p:cNvCxnSpPr>
            <a:cxnSpLocks/>
          </p:cNvCxnSpPr>
          <p:nvPr/>
        </p:nvCxnSpPr>
        <p:spPr bwMode="auto">
          <a:xfrm>
            <a:off x="7285360" y="4075335"/>
            <a:ext cx="43562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50186DCD-4771-786C-8C04-7258F6F66103}"/>
              </a:ext>
            </a:extLst>
          </p:cNvPr>
          <p:cNvSpPr txBox="1"/>
          <p:nvPr/>
        </p:nvSpPr>
        <p:spPr>
          <a:xfrm>
            <a:off x="7817340" y="3889494"/>
            <a:ext cx="107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solidFill>
                  <a:srgbClr val="000099"/>
                </a:solidFill>
                <a:effectLst/>
                <a:latin typeface="Arial" pitchFamily="34" charset="0"/>
                <a:cs typeface="Arial" pitchFamily="34" charset="0"/>
              </a:rPr>
              <a:t>Response</a:t>
            </a:r>
            <a:endParaRPr lang="en-IN" sz="1400">
              <a:solidFill>
                <a:srgbClr val="000099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BA6D99E-F3C9-3BC7-C4E3-745AF88EA603}"/>
              </a:ext>
            </a:extLst>
          </p:cNvPr>
          <p:cNvSpPr txBox="1"/>
          <p:nvPr/>
        </p:nvSpPr>
        <p:spPr>
          <a:xfrm>
            <a:off x="1117333" y="869430"/>
            <a:ext cx="6677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VCU – Diagnostic Session tests: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1AF8096-F2BD-0512-8C34-645AF8A2242A}"/>
              </a:ext>
            </a:extLst>
          </p:cNvPr>
          <p:cNvSpPr txBox="1"/>
          <p:nvPr/>
        </p:nvSpPr>
        <p:spPr>
          <a:xfrm>
            <a:off x="1117333" y="2887089"/>
            <a:ext cx="45477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 File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52142CCC-40C1-1046-864E-B312E8F265CD}"/>
              </a:ext>
            </a:extLst>
          </p:cNvPr>
          <p:cNvCxnSpPr>
            <a:cxnSpLocks/>
          </p:cNvCxnSpPr>
          <p:nvPr/>
        </p:nvCxnSpPr>
        <p:spPr bwMode="auto">
          <a:xfrm>
            <a:off x="7269443" y="4521211"/>
            <a:ext cx="43562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61F5A5C0-B4BC-089F-4AC1-34D2F262DDA6}"/>
              </a:ext>
            </a:extLst>
          </p:cNvPr>
          <p:cNvSpPr txBox="1"/>
          <p:nvPr/>
        </p:nvSpPr>
        <p:spPr>
          <a:xfrm>
            <a:off x="7817340" y="4380399"/>
            <a:ext cx="107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Request</a:t>
            </a:r>
            <a:endParaRPr lang="en-IN" sz="1400" dirty="0">
              <a:solidFill>
                <a:srgbClr val="000099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F2DC7F01-E702-A1D6-6959-1DA7364BCFA8}"/>
              </a:ext>
            </a:extLst>
          </p:cNvPr>
          <p:cNvCxnSpPr>
            <a:cxnSpLocks/>
          </p:cNvCxnSpPr>
          <p:nvPr/>
        </p:nvCxnSpPr>
        <p:spPr bwMode="auto">
          <a:xfrm>
            <a:off x="7271982" y="5302752"/>
            <a:ext cx="43562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2DFF707B-1EBC-B1B6-2CAD-02B3F7085E75}"/>
              </a:ext>
            </a:extLst>
          </p:cNvPr>
          <p:cNvSpPr txBox="1"/>
          <p:nvPr/>
        </p:nvSpPr>
        <p:spPr>
          <a:xfrm>
            <a:off x="7817340" y="5124675"/>
            <a:ext cx="107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99"/>
                </a:solidFill>
                <a:effectLst/>
                <a:latin typeface="Arial" pitchFamily="34" charset="0"/>
                <a:cs typeface="Arial" pitchFamily="34" charset="0"/>
              </a:rPr>
              <a:t>Response</a:t>
            </a:r>
            <a:endParaRPr lang="en-IN" sz="1400" dirty="0">
              <a:solidFill>
                <a:srgbClr val="000099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B4CF57F-A85C-41C3-E4BE-EE91ED4B52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8386" y="3412180"/>
            <a:ext cx="5978825" cy="2084167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831C388C-DE99-5894-6F78-3A1AA840AE0A}"/>
              </a:ext>
            </a:extLst>
          </p:cNvPr>
          <p:cNvCxnSpPr>
            <a:cxnSpLocks/>
          </p:cNvCxnSpPr>
          <p:nvPr/>
        </p:nvCxnSpPr>
        <p:spPr>
          <a:xfrm>
            <a:off x="1238386" y="4276509"/>
            <a:ext cx="5978825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06465A44-17E3-2DE5-6064-1D9480CE86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8385" y="1314522"/>
            <a:ext cx="7914659" cy="82414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50336089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0140C8-1ABC-F74E-359B-20F4549D8C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78BD38-2E7C-48EF-2104-608FE55B2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01150" y="6518583"/>
            <a:ext cx="2743200" cy="365125"/>
          </a:xfrm>
        </p:spPr>
        <p:txBody>
          <a:bodyPr/>
          <a:lstStyle/>
          <a:p>
            <a:fld id="{C5E635EA-281D-47C8-A0EC-B8A06226CB83}" type="slidenum">
              <a:rPr lang="en-IN" smtClean="0"/>
              <a:t>26</a:t>
            </a:fld>
            <a:endParaRPr lang="en-IN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D656175-FE44-790C-49A7-9F33ACCAB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4433"/>
            <a:ext cx="10515600" cy="315910"/>
          </a:xfrm>
        </p:spPr>
        <p:txBody>
          <a:bodyPr/>
          <a:lstStyle/>
          <a:p>
            <a:r>
              <a:rPr lang="en-US" dirty="0"/>
              <a:t>Test Verification</a:t>
            </a:r>
            <a:endParaRPr lang="en-IN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1E74D0C-1574-ADE1-21DD-9D7EE3F40C65}"/>
              </a:ext>
            </a:extLst>
          </p:cNvPr>
          <p:cNvCxnSpPr>
            <a:cxnSpLocks/>
          </p:cNvCxnSpPr>
          <p:nvPr/>
        </p:nvCxnSpPr>
        <p:spPr bwMode="auto">
          <a:xfrm>
            <a:off x="5834056" y="2356296"/>
            <a:ext cx="43562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A6EF1F53-13DD-DC8F-BF69-3F2F1EA731A1}"/>
              </a:ext>
            </a:extLst>
          </p:cNvPr>
          <p:cNvSpPr txBox="1"/>
          <p:nvPr/>
        </p:nvSpPr>
        <p:spPr>
          <a:xfrm>
            <a:off x="6448446" y="2202407"/>
            <a:ext cx="107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Request</a:t>
            </a:r>
            <a:endParaRPr lang="en-IN" sz="1400" dirty="0">
              <a:solidFill>
                <a:srgbClr val="000099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C9DCC2B-CB53-8A5F-58D8-311337258DB2}"/>
              </a:ext>
            </a:extLst>
          </p:cNvPr>
          <p:cNvCxnSpPr>
            <a:cxnSpLocks/>
          </p:cNvCxnSpPr>
          <p:nvPr/>
        </p:nvCxnSpPr>
        <p:spPr bwMode="auto">
          <a:xfrm>
            <a:off x="5834056" y="2779678"/>
            <a:ext cx="43562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DAF073CC-E0F8-390F-9086-063F95CCE1C4}"/>
              </a:ext>
            </a:extLst>
          </p:cNvPr>
          <p:cNvSpPr txBox="1"/>
          <p:nvPr/>
        </p:nvSpPr>
        <p:spPr>
          <a:xfrm>
            <a:off x="6448446" y="2609503"/>
            <a:ext cx="107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99"/>
                </a:solidFill>
                <a:effectLst/>
                <a:latin typeface="Arial" pitchFamily="34" charset="0"/>
                <a:cs typeface="Arial" pitchFamily="34" charset="0"/>
              </a:rPr>
              <a:t>Response</a:t>
            </a:r>
            <a:endParaRPr lang="en-IN" sz="1400" dirty="0">
              <a:solidFill>
                <a:srgbClr val="000099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6A5EF2D-DEC6-83C4-3157-8033D219DDAB}"/>
              </a:ext>
            </a:extLst>
          </p:cNvPr>
          <p:cNvSpPr txBox="1"/>
          <p:nvPr/>
        </p:nvSpPr>
        <p:spPr>
          <a:xfrm>
            <a:off x="1117333" y="869430"/>
            <a:ext cx="6677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VCU – Seed &amp; Key tests: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A665F05-0268-8AE9-B56F-070118FB8989}"/>
              </a:ext>
            </a:extLst>
          </p:cNvPr>
          <p:cNvSpPr txBox="1"/>
          <p:nvPr/>
        </p:nvSpPr>
        <p:spPr>
          <a:xfrm>
            <a:off x="1173181" y="1644353"/>
            <a:ext cx="6677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 File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3A355138-5AA0-9857-3DD8-C3169F465D86}"/>
              </a:ext>
            </a:extLst>
          </p:cNvPr>
          <p:cNvCxnSpPr>
            <a:cxnSpLocks/>
          </p:cNvCxnSpPr>
          <p:nvPr/>
        </p:nvCxnSpPr>
        <p:spPr bwMode="auto">
          <a:xfrm>
            <a:off x="5807797" y="3906803"/>
            <a:ext cx="43562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A45EE7A0-6949-277E-713B-AC9F7B57217A}"/>
              </a:ext>
            </a:extLst>
          </p:cNvPr>
          <p:cNvSpPr txBox="1"/>
          <p:nvPr/>
        </p:nvSpPr>
        <p:spPr>
          <a:xfrm>
            <a:off x="6448446" y="3752914"/>
            <a:ext cx="107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Request</a:t>
            </a:r>
            <a:endParaRPr lang="en-IN" sz="1400" dirty="0">
              <a:solidFill>
                <a:srgbClr val="000099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EF2A97C-E398-13B0-4973-CEAE08F8677D}"/>
              </a:ext>
            </a:extLst>
          </p:cNvPr>
          <p:cNvCxnSpPr>
            <a:cxnSpLocks/>
          </p:cNvCxnSpPr>
          <p:nvPr/>
        </p:nvCxnSpPr>
        <p:spPr bwMode="auto">
          <a:xfrm>
            <a:off x="5834056" y="5161825"/>
            <a:ext cx="43562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0A6BC502-7D19-A8D8-0001-BA26FBC0EC4C}"/>
              </a:ext>
            </a:extLst>
          </p:cNvPr>
          <p:cNvSpPr txBox="1"/>
          <p:nvPr/>
        </p:nvSpPr>
        <p:spPr>
          <a:xfrm>
            <a:off x="6448446" y="4983748"/>
            <a:ext cx="107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99"/>
                </a:solidFill>
                <a:effectLst/>
                <a:latin typeface="Arial" pitchFamily="34" charset="0"/>
                <a:cs typeface="Arial" pitchFamily="34" charset="0"/>
              </a:rPr>
              <a:t>Response</a:t>
            </a:r>
            <a:endParaRPr lang="en-IN" sz="1400" dirty="0">
              <a:solidFill>
                <a:srgbClr val="000099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D90798C-8A3D-B7FD-FA9D-D779F333BB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014" y="2124175"/>
            <a:ext cx="4315542" cy="321232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94264157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6F7D49-723A-FD9E-4708-4D823084D4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2D598A-3456-1FE1-7EF3-732260B712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01150" y="6518583"/>
            <a:ext cx="2743200" cy="365125"/>
          </a:xfrm>
        </p:spPr>
        <p:txBody>
          <a:bodyPr/>
          <a:lstStyle/>
          <a:p>
            <a:fld id="{C5E635EA-281D-47C8-A0EC-B8A06226CB83}" type="slidenum">
              <a:rPr lang="en-IN" smtClean="0"/>
              <a:t>27</a:t>
            </a:fld>
            <a:endParaRPr lang="en-IN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55EBCED-9495-50F3-BEFB-1FCE339CB6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4433"/>
            <a:ext cx="10515600" cy="315910"/>
          </a:xfrm>
        </p:spPr>
        <p:txBody>
          <a:bodyPr/>
          <a:lstStyle/>
          <a:p>
            <a:r>
              <a:rPr lang="en-US" dirty="0"/>
              <a:t>Test Verification</a:t>
            </a:r>
            <a:endParaRPr lang="en-IN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6647B61-4DE7-9376-AF63-C7B2D7F51972}"/>
              </a:ext>
            </a:extLst>
          </p:cNvPr>
          <p:cNvSpPr txBox="1"/>
          <p:nvPr/>
        </p:nvSpPr>
        <p:spPr>
          <a:xfrm>
            <a:off x="1117333" y="869430"/>
            <a:ext cx="6677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VCU – Write VIN: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245FFE-C51C-1421-D33D-B08A7EEB48AE}"/>
              </a:ext>
            </a:extLst>
          </p:cNvPr>
          <p:cNvSpPr txBox="1"/>
          <p:nvPr/>
        </p:nvSpPr>
        <p:spPr>
          <a:xfrm>
            <a:off x="1117333" y="4301457"/>
            <a:ext cx="6677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Report Logiq: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7DF0918-A23F-105B-512D-8A84D5E4922D}"/>
              </a:ext>
            </a:extLst>
          </p:cNvPr>
          <p:cNvSpPr txBox="1"/>
          <p:nvPr/>
        </p:nvSpPr>
        <p:spPr>
          <a:xfrm>
            <a:off x="1117333" y="2410023"/>
            <a:ext cx="20156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 File: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62EA3CE-02EC-0D5F-BE98-ACEBC7CC16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4422" y="2897544"/>
            <a:ext cx="7655029" cy="86176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43369B7-32B4-138C-5D0D-ADDEA9CA28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4422" y="4773028"/>
            <a:ext cx="10058400" cy="76137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5CBB9D3-6576-BB09-8BC0-E428A6DC77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4422" y="1281439"/>
            <a:ext cx="7369188" cy="862513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F59FB9A-D6AE-7E57-FC01-754B04721BBA}"/>
              </a:ext>
            </a:extLst>
          </p:cNvPr>
          <p:cNvCxnSpPr>
            <a:cxnSpLocks/>
          </p:cNvCxnSpPr>
          <p:nvPr/>
        </p:nvCxnSpPr>
        <p:spPr bwMode="auto">
          <a:xfrm>
            <a:off x="8970660" y="3082272"/>
            <a:ext cx="43562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A9B07310-71D1-7A52-D016-8B3D75A1F74B}"/>
              </a:ext>
            </a:extLst>
          </p:cNvPr>
          <p:cNvSpPr txBox="1"/>
          <p:nvPr/>
        </p:nvSpPr>
        <p:spPr>
          <a:xfrm>
            <a:off x="9585050" y="2928383"/>
            <a:ext cx="107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Request</a:t>
            </a:r>
            <a:endParaRPr lang="en-IN" sz="1400" dirty="0">
              <a:solidFill>
                <a:srgbClr val="000099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19C8F85-4E6B-ACCC-D8AC-33E0FD0BB460}"/>
              </a:ext>
            </a:extLst>
          </p:cNvPr>
          <p:cNvCxnSpPr>
            <a:cxnSpLocks/>
          </p:cNvCxnSpPr>
          <p:nvPr/>
        </p:nvCxnSpPr>
        <p:spPr bwMode="auto">
          <a:xfrm>
            <a:off x="8970660" y="3636160"/>
            <a:ext cx="43562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A8245118-DF29-7EB0-1379-8709FEDA96ED}"/>
              </a:ext>
            </a:extLst>
          </p:cNvPr>
          <p:cNvSpPr txBox="1"/>
          <p:nvPr/>
        </p:nvSpPr>
        <p:spPr>
          <a:xfrm>
            <a:off x="9585050" y="3465985"/>
            <a:ext cx="107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99"/>
                </a:solidFill>
                <a:effectLst/>
                <a:latin typeface="Arial" pitchFamily="34" charset="0"/>
                <a:cs typeface="Arial" pitchFamily="34" charset="0"/>
              </a:rPr>
              <a:t>Response</a:t>
            </a:r>
            <a:endParaRPr lang="en-IN" sz="1400" dirty="0">
              <a:solidFill>
                <a:srgbClr val="000099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226648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05D260-9A35-DE48-16B4-6D1FED8546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63802A-9505-A7E1-DEB3-24355F6E9C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01150" y="6518583"/>
            <a:ext cx="2743200" cy="365125"/>
          </a:xfrm>
        </p:spPr>
        <p:txBody>
          <a:bodyPr/>
          <a:lstStyle/>
          <a:p>
            <a:fld id="{C5E635EA-281D-47C8-A0EC-B8A06226CB83}" type="slidenum">
              <a:rPr lang="en-IN" smtClean="0"/>
              <a:t>28</a:t>
            </a:fld>
            <a:endParaRPr lang="en-IN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B07AE02-2567-AB4D-013C-B9DBF8C24B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4433"/>
            <a:ext cx="10515600" cy="315910"/>
          </a:xfrm>
        </p:spPr>
        <p:txBody>
          <a:bodyPr/>
          <a:lstStyle/>
          <a:p>
            <a:r>
              <a:rPr lang="en-US" dirty="0"/>
              <a:t>Test Verification</a:t>
            </a:r>
            <a:endParaRPr lang="en-IN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DBE0247-BDA4-B1EF-046A-CED54C6CAAEF}"/>
              </a:ext>
            </a:extLst>
          </p:cNvPr>
          <p:cNvSpPr txBox="1"/>
          <p:nvPr/>
        </p:nvSpPr>
        <p:spPr>
          <a:xfrm>
            <a:off x="1117333" y="869430"/>
            <a:ext cx="6677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VCU – Write SKU: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A182991-F188-4ED8-FF29-16CFDBE98B8A}"/>
              </a:ext>
            </a:extLst>
          </p:cNvPr>
          <p:cNvSpPr txBox="1"/>
          <p:nvPr/>
        </p:nvSpPr>
        <p:spPr>
          <a:xfrm>
            <a:off x="1117333" y="4348672"/>
            <a:ext cx="6677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Report Logiq: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A3785F3-C703-0BDD-E125-72E4A94BC60E}"/>
              </a:ext>
            </a:extLst>
          </p:cNvPr>
          <p:cNvSpPr txBox="1"/>
          <p:nvPr/>
        </p:nvSpPr>
        <p:spPr>
          <a:xfrm>
            <a:off x="1117333" y="2539504"/>
            <a:ext cx="20156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 File: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289B84B-E500-0531-86E6-88AA4B8E67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643" y="3042322"/>
            <a:ext cx="7448422" cy="83533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0BA6D61-C6A0-0891-71C5-CB30AFE7FF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9643" y="1325380"/>
            <a:ext cx="7320897" cy="748419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EBF7941-C81D-39F5-61E1-AD61CD23F783}"/>
              </a:ext>
            </a:extLst>
          </p:cNvPr>
          <p:cNvCxnSpPr>
            <a:cxnSpLocks/>
          </p:cNvCxnSpPr>
          <p:nvPr/>
        </p:nvCxnSpPr>
        <p:spPr bwMode="auto">
          <a:xfrm>
            <a:off x="8763325" y="3186168"/>
            <a:ext cx="43562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3112AF34-6DFD-5C83-685E-C99A02892350}"/>
              </a:ext>
            </a:extLst>
          </p:cNvPr>
          <p:cNvSpPr txBox="1"/>
          <p:nvPr/>
        </p:nvSpPr>
        <p:spPr>
          <a:xfrm>
            <a:off x="9377715" y="3032279"/>
            <a:ext cx="107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Request</a:t>
            </a:r>
            <a:endParaRPr lang="en-IN" sz="1400" dirty="0">
              <a:solidFill>
                <a:srgbClr val="000099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5893F8B-AF8F-2F7B-A02A-E81C4CA485A8}"/>
              </a:ext>
            </a:extLst>
          </p:cNvPr>
          <p:cNvCxnSpPr>
            <a:cxnSpLocks/>
          </p:cNvCxnSpPr>
          <p:nvPr/>
        </p:nvCxnSpPr>
        <p:spPr bwMode="auto">
          <a:xfrm>
            <a:off x="8763325" y="3740056"/>
            <a:ext cx="43562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1691F6F0-7086-9323-B708-166FC9F86153}"/>
              </a:ext>
            </a:extLst>
          </p:cNvPr>
          <p:cNvSpPr txBox="1"/>
          <p:nvPr/>
        </p:nvSpPr>
        <p:spPr>
          <a:xfrm>
            <a:off x="9377715" y="3569881"/>
            <a:ext cx="107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99"/>
                </a:solidFill>
                <a:effectLst/>
                <a:latin typeface="Arial" pitchFamily="34" charset="0"/>
                <a:cs typeface="Arial" pitchFamily="34" charset="0"/>
              </a:rPr>
              <a:t>Response</a:t>
            </a:r>
            <a:endParaRPr lang="en-IN" sz="1400" dirty="0">
              <a:solidFill>
                <a:srgbClr val="000099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A0AA4CBE-32F8-7577-3E6B-1D1C53012A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9643" y="4846180"/>
            <a:ext cx="8704125" cy="118969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70628696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6D8C68-33F4-92C8-4547-2352CF3EB0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A38B4A-426E-DD7F-3A07-ADDD0C518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01150" y="6518583"/>
            <a:ext cx="2743200" cy="365125"/>
          </a:xfrm>
        </p:spPr>
        <p:txBody>
          <a:bodyPr/>
          <a:lstStyle/>
          <a:p>
            <a:fld id="{C5E635EA-281D-47C8-A0EC-B8A06226CB83}" type="slidenum">
              <a:rPr lang="en-IN" smtClean="0"/>
              <a:t>29</a:t>
            </a:fld>
            <a:endParaRPr lang="en-IN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A8F379C-7B0D-EB89-593C-12D78AD453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4433"/>
            <a:ext cx="10515600" cy="315910"/>
          </a:xfrm>
        </p:spPr>
        <p:txBody>
          <a:bodyPr/>
          <a:lstStyle/>
          <a:p>
            <a:r>
              <a:rPr lang="en-US" dirty="0"/>
              <a:t>Test Verification</a:t>
            </a:r>
            <a:endParaRPr lang="en-IN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4B619E4-13DF-1E2F-3AD5-98216EA072D3}"/>
              </a:ext>
            </a:extLst>
          </p:cNvPr>
          <p:cNvSpPr txBox="1"/>
          <p:nvPr/>
        </p:nvSpPr>
        <p:spPr>
          <a:xfrm>
            <a:off x="1117333" y="869430"/>
            <a:ext cx="6677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VCU – Read VCU Application Version: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0E7ADEE-2691-18FC-935B-C087E8B47F1A}"/>
              </a:ext>
            </a:extLst>
          </p:cNvPr>
          <p:cNvSpPr txBox="1"/>
          <p:nvPr/>
        </p:nvSpPr>
        <p:spPr>
          <a:xfrm>
            <a:off x="1170496" y="4266394"/>
            <a:ext cx="6677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Report Logiq: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62DAFFE-AFBE-7AE4-19D5-82CEEEBF2F2D}"/>
              </a:ext>
            </a:extLst>
          </p:cNvPr>
          <p:cNvSpPr txBox="1"/>
          <p:nvPr/>
        </p:nvSpPr>
        <p:spPr>
          <a:xfrm>
            <a:off x="1170496" y="2731189"/>
            <a:ext cx="20156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 File: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797F311-4E21-230C-AB4C-2FBD2986E9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4421" y="3227003"/>
            <a:ext cx="10027555" cy="58901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802B3D5-4129-3031-7DE4-0F56B1A39E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4421" y="4804067"/>
            <a:ext cx="10551575" cy="72646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6113A2CE-DCB5-CDD0-AA1D-DF89C7F13EC7}"/>
              </a:ext>
            </a:extLst>
          </p:cNvPr>
          <p:cNvSpPr/>
          <p:nvPr/>
        </p:nvSpPr>
        <p:spPr>
          <a:xfrm>
            <a:off x="9133368" y="3532140"/>
            <a:ext cx="903767" cy="25518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 err="1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DFEF3BC-EA2D-B548-EB4A-3EC403E4FE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4421" y="1346372"/>
            <a:ext cx="7802879" cy="82978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45385657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A26577-8720-3E84-032E-E9835A6C9B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101F9D-E9B6-BB07-452D-A73E6F0D7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01150" y="6518583"/>
            <a:ext cx="2743200" cy="365125"/>
          </a:xfrm>
        </p:spPr>
        <p:txBody>
          <a:bodyPr/>
          <a:lstStyle/>
          <a:p>
            <a:fld id="{C5E635EA-281D-47C8-A0EC-B8A06226CB83}" type="slidenum">
              <a:rPr lang="en-IN" smtClean="0"/>
              <a:t>30</a:t>
            </a:fld>
            <a:endParaRPr lang="en-IN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F2BD84D-C1E1-6897-FE18-B0B298F57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4433"/>
            <a:ext cx="10515600" cy="315910"/>
          </a:xfrm>
        </p:spPr>
        <p:txBody>
          <a:bodyPr/>
          <a:lstStyle/>
          <a:p>
            <a:r>
              <a:rPr lang="en-US" dirty="0"/>
              <a:t>Test Verification</a:t>
            </a:r>
            <a:endParaRPr lang="en-IN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B05F5EA-3EA3-B196-6D6D-E8A351AC5BE3}"/>
              </a:ext>
            </a:extLst>
          </p:cNvPr>
          <p:cNvSpPr txBox="1"/>
          <p:nvPr/>
        </p:nvSpPr>
        <p:spPr>
          <a:xfrm>
            <a:off x="1117333" y="869430"/>
            <a:ext cx="6677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VCU – Read &amp; Compare CVN: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65734F4-8206-F9E0-B705-83FB090F21E9}"/>
              </a:ext>
            </a:extLst>
          </p:cNvPr>
          <p:cNvSpPr txBox="1"/>
          <p:nvPr/>
        </p:nvSpPr>
        <p:spPr>
          <a:xfrm>
            <a:off x="1117333" y="4482793"/>
            <a:ext cx="6677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Report Logiq: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D5899C7-EDFE-70E5-149F-1EDCBBDDB458}"/>
              </a:ext>
            </a:extLst>
          </p:cNvPr>
          <p:cNvSpPr txBox="1"/>
          <p:nvPr/>
        </p:nvSpPr>
        <p:spPr>
          <a:xfrm>
            <a:off x="1117333" y="2562936"/>
            <a:ext cx="20156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 File: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4F67648-112D-C483-8CDF-606D4F8371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1003" y="3003758"/>
            <a:ext cx="5323605" cy="117679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04DE552-7C35-236E-3144-55ED63FDA5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1003" y="4995106"/>
            <a:ext cx="10359996" cy="95559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E041E8D-DE91-074E-ADEA-82C5F004489A}"/>
              </a:ext>
            </a:extLst>
          </p:cNvPr>
          <p:cNvSpPr/>
          <p:nvPr/>
        </p:nvSpPr>
        <p:spPr>
          <a:xfrm>
            <a:off x="4859079" y="3801278"/>
            <a:ext cx="738963" cy="31721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 err="1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B119DA0-79B3-1873-A732-9E42947EE562}"/>
              </a:ext>
            </a:extLst>
          </p:cNvPr>
          <p:cNvCxnSpPr>
            <a:cxnSpLocks/>
          </p:cNvCxnSpPr>
          <p:nvPr/>
        </p:nvCxnSpPr>
        <p:spPr bwMode="auto">
          <a:xfrm>
            <a:off x="6644756" y="3242828"/>
            <a:ext cx="43562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FD516E45-0F50-591F-8D46-34B726035110}"/>
              </a:ext>
            </a:extLst>
          </p:cNvPr>
          <p:cNvSpPr txBox="1"/>
          <p:nvPr/>
        </p:nvSpPr>
        <p:spPr>
          <a:xfrm>
            <a:off x="7259146" y="3088939"/>
            <a:ext cx="107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Request</a:t>
            </a:r>
            <a:endParaRPr lang="en-IN" sz="1400" dirty="0">
              <a:solidFill>
                <a:srgbClr val="000099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9195C86-1343-B5B2-792A-FC07D95FD7CB}"/>
              </a:ext>
            </a:extLst>
          </p:cNvPr>
          <p:cNvCxnSpPr>
            <a:cxnSpLocks/>
          </p:cNvCxnSpPr>
          <p:nvPr/>
        </p:nvCxnSpPr>
        <p:spPr bwMode="auto">
          <a:xfrm>
            <a:off x="6644756" y="3980890"/>
            <a:ext cx="43562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B563669B-D0C4-D9FC-EEE9-15F837622AB1}"/>
              </a:ext>
            </a:extLst>
          </p:cNvPr>
          <p:cNvSpPr txBox="1"/>
          <p:nvPr/>
        </p:nvSpPr>
        <p:spPr>
          <a:xfrm>
            <a:off x="7259146" y="3810715"/>
            <a:ext cx="107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99"/>
                </a:solidFill>
                <a:effectLst/>
                <a:latin typeface="Arial" pitchFamily="34" charset="0"/>
                <a:cs typeface="Arial" pitchFamily="34" charset="0"/>
              </a:rPr>
              <a:t>Response</a:t>
            </a:r>
            <a:endParaRPr lang="en-IN" sz="1400" dirty="0">
              <a:solidFill>
                <a:srgbClr val="000099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EEF6EF8E-27E8-CE8A-6B86-D09B1D8C93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1003" y="1339555"/>
            <a:ext cx="7567362" cy="86614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52691616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E1F789-A1A7-CD62-506E-87BA6D10D8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6758FA-F4E2-7570-EEC4-32D204D7B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01150" y="6518583"/>
            <a:ext cx="2743200" cy="365125"/>
          </a:xfrm>
        </p:spPr>
        <p:txBody>
          <a:bodyPr/>
          <a:lstStyle/>
          <a:p>
            <a:fld id="{C5E635EA-281D-47C8-A0EC-B8A06226CB83}" type="slidenum">
              <a:rPr lang="en-IN" smtClean="0"/>
              <a:t>31</a:t>
            </a:fld>
            <a:endParaRPr lang="en-IN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4EF0E10-EB0A-D97C-BC52-DF473FD8EC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4433"/>
            <a:ext cx="10515600" cy="315910"/>
          </a:xfrm>
        </p:spPr>
        <p:txBody>
          <a:bodyPr/>
          <a:lstStyle/>
          <a:p>
            <a:r>
              <a:rPr lang="en-US" dirty="0"/>
              <a:t>Test Verification</a:t>
            </a:r>
            <a:endParaRPr lang="en-IN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C327272-22BA-2A89-50C3-A82B776837B4}"/>
              </a:ext>
            </a:extLst>
          </p:cNvPr>
          <p:cNvSpPr txBox="1"/>
          <p:nvPr/>
        </p:nvSpPr>
        <p:spPr>
          <a:xfrm>
            <a:off x="1117333" y="869430"/>
            <a:ext cx="6677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VCU – Read SKU: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6B2EB2D-CB91-CEFB-72A9-CE8066B91D86}"/>
              </a:ext>
            </a:extLst>
          </p:cNvPr>
          <p:cNvSpPr txBox="1"/>
          <p:nvPr/>
        </p:nvSpPr>
        <p:spPr>
          <a:xfrm>
            <a:off x="1170496" y="4363476"/>
            <a:ext cx="6677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Report Logiq: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44853A5-080B-75C8-4753-31DD91E71BBE}"/>
              </a:ext>
            </a:extLst>
          </p:cNvPr>
          <p:cNvSpPr txBox="1"/>
          <p:nvPr/>
        </p:nvSpPr>
        <p:spPr>
          <a:xfrm>
            <a:off x="1117333" y="2513787"/>
            <a:ext cx="20156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 File: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A28BAF4A-7E6F-4715-C681-03203375E2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7112" y="3136081"/>
            <a:ext cx="7177425" cy="872394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A5C100E-C38E-5592-A197-0846772F04FF}"/>
              </a:ext>
            </a:extLst>
          </p:cNvPr>
          <p:cNvCxnSpPr>
            <a:cxnSpLocks/>
          </p:cNvCxnSpPr>
          <p:nvPr/>
        </p:nvCxnSpPr>
        <p:spPr bwMode="auto">
          <a:xfrm>
            <a:off x="8478872" y="3289970"/>
            <a:ext cx="43562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8EE4166E-E1A1-1E7A-9B11-AE3B6ED19A22}"/>
              </a:ext>
            </a:extLst>
          </p:cNvPr>
          <p:cNvSpPr txBox="1"/>
          <p:nvPr/>
        </p:nvSpPr>
        <p:spPr>
          <a:xfrm>
            <a:off x="9093262" y="3136081"/>
            <a:ext cx="107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Request</a:t>
            </a:r>
            <a:endParaRPr lang="en-IN" sz="1400" dirty="0">
              <a:solidFill>
                <a:srgbClr val="000099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623FEA8F-CFC0-5464-EF64-5C4D0259A8D5}"/>
              </a:ext>
            </a:extLst>
          </p:cNvPr>
          <p:cNvCxnSpPr>
            <a:cxnSpLocks/>
          </p:cNvCxnSpPr>
          <p:nvPr/>
        </p:nvCxnSpPr>
        <p:spPr bwMode="auto">
          <a:xfrm>
            <a:off x="8478872" y="3870873"/>
            <a:ext cx="43562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A15A8D9F-33CF-24EA-8BAD-60203B76BC0C}"/>
              </a:ext>
            </a:extLst>
          </p:cNvPr>
          <p:cNvSpPr txBox="1"/>
          <p:nvPr/>
        </p:nvSpPr>
        <p:spPr>
          <a:xfrm>
            <a:off x="9093262" y="3700698"/>
            <a:ext cx="107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99"/>
                </a:solidFill>
                <a:effectLst/>
                <a:latin typeface="Arial" pitchFamily="34" charset="0"/>
                <a:cs typeface="Arial" pitchFamily="34" charset="0"/>
              </a:rPr>
              <a:t>Response</a:t>
            </a:r>
            <a:endParaRPr lang="en-IN" sz="1400" dirty="0">
              <a:solidFill>
                <a:srgbClr val="000099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75432B00-38DE-1CED-6B90-65F2252DFD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9643" y="1322878"/>
            <a:ext cx="7347542" cy="77342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E05BBB6F-1D6D-AE71-FD0B-49BB294A7B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9643" y="4846180"/>
            <a:ext cx="8704125" cy="118969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61354279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F2E632-0250-E749-BD01-18189F3976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580E77-0314-988C-6F28-D73D7AC3C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01150" y="6518583"/>
            <a:ext cx="2743200" cy="365125"/>
          </a:xfrm>
        </p:spPr>
        <p:txBody>
          <a:bodyPr/>
          <a:lstStyle/>
          <a:p>
            <a:fld id="{C5E635EA-281D-47C8-A0EC-B8A06226CB83}" type="slidenum">
              <a:rPr lang="en-IN" smtClean="0"/>
              <a:t>32</a:t>
            </a:fld>
            <a:endParaRPr lang="en-IN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C07ACAA-B4B1-7E9F-DACA-93EB3D4A55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4433"/>
            <a:ext cx="10515600" cy="315910"/>
          </a:xfrm>
        </p:spPr>
        <p:txBody>
          <a:bodyPr/>
          <a:lstStyle/>
          <a:p>
            <a:r>
              <a:rPr lang="en-US" dirty="0"/>
              <a:t>Test Verification</a:t>
            </a:r>
            <a:endParaRPr lang="en-IN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FB79AC4-8832-DA0D-2A8C-7F1E2ECB1D17}"/>
              </a:ext>
            </a:extLst>
          </p:cNvPr>
          <p:cNvSpPr txBox="1"/>
          <p:nvPr/>
        </p:nvSpPr>
        <p:spPr>
          <a:xfrm>
            <a:off x="1117333" y="869430"/>
            <a:ext cx="6677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VCU – Read VIN: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7CB0C8B-BC9E-F9B8-7C4D-B9A93DB1A7EE}"/>
              </a:ext>
            </a:extLst>
          </p:cNvPr>
          <p:cNvSpPr txBox="1"/>
          <p:nvPr/>
        </p:nvSpPr>
        <p:spPr>
          <a:xfrm>
            <a:off x="1117333" y="4129676"/>
            <a:ext cx="6677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Report Logiq: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AF535FD-CB4F-BA72-8272-DF24D397F450}"/>
              </a:ext>
            </a:extLst>
          </p:cNvPr>
          <p:cNvSpPr txBox="1"/>
          <p:nvPr/>
        </p:nvSpPr>
        <p:spPr>
          <a:xfrm>
            <a:off x="1117333" y="2386195"/>
            <a:ext cx="20156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 File: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58F8A66-B8D1-BB85-7131-FA9BA1F1DF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1002" y="1260025"/>
            <a:ext cx="7001633" cy="69636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B71DAB9-8381-F4C9-320D-64A132539D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1002" y="2813295"/>
            <a:ext cx="8008251" cy="88657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169B11C-6567-2AAB-90A7-C39BDF8194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1002" y="4576370"/>
            <a:ext cx="10051858" cy="886576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B5384AFE-C602-4772-9383-87297F6479FE}"/>
              </a:ext>
            </a:extLst>
          </p:cNvPr>
          <p:cNvCxnSpPr>
            <a:cxnSpLocks/>
          </p:cNvCxnSpPr>
          <p:nvPr/>
        </p:nvCxnSpPr>
        <p:spPr bwMode="auto">
          <a:xfrm>
            <a:off x="9361374" y="2956116"/>
            <a:ext cx="43562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94B4BA70-2362-2A9C-B902-ADAB1C3BB0BA}"/>
              </a:ext>
            </a:extLst>
          </p:cNvPr>
          <p:cNvSpPr txBox="1"/>
          <p:nvPr/>
        </p:nvSpPr>
        <p:spPr>
          <a:xfrm>
            <a:off x="9975764" y="2802227"/>
            <a:ext cx="107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Request</a:t>
            </a:r>
            <a:endParaRPr lang="en-IN" sz="1400" dirty="0">
              <a:solidFill>
                <a:srgbClr val="000099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F87EAA5-4851-FEA2-C759-643A2D577E47}"/>
              </a:ext>
            </a:extLst>
          </p:cNvPr>
          <p:cNvCxnSpPr>
            <a:cxnSpLocks/>
          </p:cNvCxnSpPr>
          <p:nvPr/>
        </p:nvCxnSpPr>
        <p:spPr bwMode="auto">
          <a:xfrm>
            <a:off x="9361374" y="3537019"/>
            <a:ext cx="43562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DDE51615-EF7D-D10B-B172-470A017EDC51}"/>
              </a:ext>
            </a:extLst>
          </p:cNvPr>
          <p:cNvSpPr txBox="1"/>
          <p:nvPr/>
        </p:nvSpPr>
        <p:spPr>
          <a:xfrm>
            <a:off x="9975764" y="3366844"/>
            <a:ext cx="107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99"/>
                </a:solidFill>
                <a:effectLst/>
                <a:latin typeface="Arial" pitchFamily="34" charset="0"/>
                <a:cs typeface="Arial" pitchFamily="34" charset="0"/>
              </a:rPr>
              <a:t>Response</a:t>
            </a:r>
            <a:endParaRPr lang="en-IN" sz="1400" dirty="0">
              <a:solidFill>
                <a:srgbClr val="000099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065892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C35003-FC5E-3BAF-89EB-44A081FF38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7DD22A-2E2D-BF9C-7634-332A600ED8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01150" y="6518583"/>
            <a:ext cx="2743200" cy="365125"/>
          </a:xfrm>
        </p:spPr>
        <p:txBody>
          <a:bodyPr/>
          <a:lstStyle/>
          <a:p>
            <a:fld id="{C5E635EA-281D-47C8-A0EC-B8A06226CB83}" type="slidenum">
              <a:rPr lang="en-IN" smtClean="0"/>
              <a:t>33</a:t>
            </a:fld>
            <a:endParaRPr lang="en-IN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28825D5-9009-0658-EDF5-E82144321B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4433"/>
            <a:ext cx="10515600" cy="315910"/>
          </a:xfrm>
        </p:spPr>
        <p:txBody>
          <a:bodyPr/>
          <a:lstStyle/>
          <a:p>
            <a:r>
              <a:rPr lang="en-US" dirty="0"/>
              <a:t>Test Verification</a:t>
            </a:r>
            <a:endParaRPr lang="en-IN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7822428-D883-C96D-507D-7BCED747BA70}"/>
              </a:ext>
            </a:extLst>
          </p:cNvPr>
          <p:cNvSpPr txBox="1"/>
          <p:nvPr/>
        </p:nvSpPr>
        <p:spPr>
          <a:xfrm>
            <a:off x="1117333" y="869430"/>
            <a:ext cx="6677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VCU – Write Key Fob MAC ID into Cluster: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02AD410-C594-938A-5667-6350B4564ABF}"/>
              </a:ext>
            </a:extLst>
          </p:cNvPr>
          <p:cNvSpPr txBox="1"/>
          <p:nvPr/>
        </p:nvSpPr>
        <p:spPr>
          <a:xfrm>
            <a:off x="1117333" y="4129676"/>
            <a:ext cx="6677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Report Logiq: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302CCD9-25EC-54D4-77F7-E90E49254AFE}"/>
              </a:ext>
            </a:extLst>
          </p:cNvPr>
          <p:cNvSpPr txBox="1"/>
          <p:nvPr/>
        </p:nvSpPr>
        <p:spPr>
          <a:xfrm>
            <a:off x="1117333" y="2471251"/>
            <a:ext cx="20156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 File: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6184FE1-E684-87CD-A7C7-F530BD8BB7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1002" y="1284226"/>
            <a:ext cx="7396327" cy="78065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2DA21F2-5589-DEF1-3E0F-8D3F68BEFB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1002" y="2923214"/>
            <a:ext cx="7698272" cy="64555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1C784A6-F37C-06F5-3505-B96F113A08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1002" y="4581626"/>
            <a:ext cx="9872592" cy="645558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8AA1008-EFF5-F455-270A-FED3B1BEBF9B}"/>
              </a:ext>
            </a:extLst>
          </p:cNvPr>
          <p:cNvCxnSpPr>
            <a:cxnSpLocks/>
          </p:cNvCxnSpPr>
          <p:nvPr/>
        </p:nvCxnSpPr>
        <p:spPr bwMode="auto">
          <a:xfrm>
            <a:off x="9047714" y="3018272"/>
            <a:ext cx="43562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65AD0597-F6FF-2420-010D-43FB6AA802DD}"/>
              </a:ext>
            </a:extLst>
          </p:cNvPr>
          <p:cNvSpPr txBox="1"/>
          <p:nvPr/>
        </p:nvSpPr>
        <p:spPr>
          <a:xfrm>
            <a:off x="9662104" y="2864383"/>
            <a:ext cx="107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Request</a:t>
            </a:r>
            <a:endParaRPr lang="en-IN" sz="1400" dirty="0">
              <a:solidFill>
                <a:srgbClr val="000099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22BB7EA-E5C2-643B-E295-60DCC4DC14C6}"/>
              </a:ext>
            </a:extLst>
          </p:cNvPr>
          <p:cNvCxnSpPr>
            <a:cxnSpLocks/>
          </p:cNvCxnSpPr>
          <p:nvPr/>
        </p:nvCxnSpPr>
        <p:spPr bwMode="auto">
          <a:xfrm>
            <a:off x="9047714" y="3445286"/>
            <a:ext cx="43562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E7403E31-2956-AA65-41E1-FD3FF5EC5552}"/>
              </a:ext>
            </a:extLst>
          </p:cNvPr>
          <p:cNvSpPr txBox="1"/>
          <p:nvPr/>
        </p:nvSpPr>
        <p:spPr>
          <a:xfrm>
            <a:off x="9662104" y="3275111"/>
            <a:ext cx="107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99"/>
                </a:solidFill>
                <a:effectLst/>
                <a:latin typeface="Arial" pitchFamily="34" charset="0"/>
                <a:cs typeface="Arial" pitchFamily="34" charset="0"/>
              </a:rPr>
              <a:t>Response</a:t>
            </a:r>
            <a:endParaRPr lang="en-IN" sz="1400" dirty="0">
              <a:solidFill>
                <a:srgbClr val="000099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08224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FB8B93-E89A-16BF-D170-7A76409DD3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5AABAD-513B-C487-DF55-58A00D805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01150" y="6518583"/>
            <a:ext cx="2743200" cy="365125"/>
          </a:xfrm>
        </p:spPr>
        <p:txBody>
          <a:bodyPr/>
          <a:lstStyle/>
          <a:p>
            <a:fld id="{C5E635EA-281D-47C8-A0EC-B8A06226CB83}" type="slidenum">
              <a:rPr lang="en-IN" smtClean="0"/>
              <a:t>34</a:t>
            </a:fld>
            <a:endParaRPr lang="en-IN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3B31FFD-AC06-8DDB-1947-543FA33F2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4433"/>
            <a:ext cx="10515600" cy="315910"/>
          </a:xfrm>
        </p:spPr>
        <p:txBody>
          <a:bodyPr/>
          <a:lstStyle/>
          <a:p>
            <a:r>
              <a:rPr lang="en-US" dirty="0"/>
              <a:t>Test Verification</a:t>
            </a:r>
            <a:endParaRPr lang="en-IN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50FDBB3-E49F-5F55-2BBD-16D5A51682AC}"/>
              </a:ext>
            </a:extLst>
          </p:cNvPr>
          <p:cNvSpPr txBox="1"/>
          <p:nvPr/>
        </p:nvSpPr>
        <p:spPr>
          <a:xfrm>
            <a:off x="1117333" y="869430"/>
            <a:ext cx="6677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VCU – Write Key Fob Secret Key into EMS: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17A6BEB-83BE-EBA4-70A4-1E4EE7EDAC6A}"/>
              </a:ext>
            </a:extLst>
          </p:cNvPr>
          <p:cNvSpPr txBox="1"/>
          <p:nvPr/>
        </p:nvSpPr>
        <p:spPr>
          <a:xfrm>
            <a:off x="1117333" y="2471251"/>
            <a:ext cx="20156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 File: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C74FAA5-9006-D2D1-7DEB-4457D49CA1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1002" y="1295134"/>
            <a:ext cx="7466469" cy="76758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74645D4-E09F-C156-E7CB-205ACB7B6C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1002" y="2932932"/>
            <a:ext cx="9196498" cy="69276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D11AC5F-A8FB-AAAF-8842-5DFA3A958639}"/>
              </a:ext>
            </a:extLst>
          </p:cNvPr>
          <p:cNvSpPr txBox="1"/>
          <p:nvPr/>
        </p:nvSpPr>
        <p:spPr>
          <a:xfrm>
            <a:off x="1117333" y="3917692"/>
            <a:ext cx="20156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EOL API Data: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6BF94A5C-0D66-C200-A7FA-3E824573DA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1002" y="4397301"/>
            <a:ext cx="4372200" cy="1771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136854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AD9D6A-E3F4-7A6D-10E8-C57152C1AC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81D100-364D-047B-20F5-67E176170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01150" y="6518583"/>
            <a:ext cx="2743200" cy="365125"/>
          </a:xfrm>
        </p:spPr>
        <p:txBody>
          <a:bodyPr/>
          <a:lstStyle/>
          <a:p>
            <a:fld id="{C5E635EA-281D-47C8-A0EC-B8A06226CB83}" type="slidenum">
              <a:rPr lang="en-IN" smtClean="0"/>
              <a:t>35</a:t>
            </a:fld>
            <a:endParaRPr lang="en-IN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B59241E-7837-C6F6-C745-8371E40A66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4433"/>
            <a:ext cx="10515600" cy="315910"/>
          </a:xfrm>
        </p:spPr>
        <p:txBody>
          <a:bodyPr/>
          <a:lstStyle/>
          <a:p>
            <a:r>
              <a:rPr lang="en-US" dirty="0"/>
              <a:t>Test Verification</a:t>
            </a:r>
            <a:endParaRPr lang="en-IN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DA001DE-3B2E-1953-3842-76B535DF890F}"/>
              </a:ext>
            </a:extLst>
          </p:cNvPr>
          <p:cNvSpPr txBox="1"/>
          <p:nvPr/>
        </p:nvSpPr>
        <p:spPr>
          <a:xfrm>
            <a:off x="1117333" y="869430"/>
            <a:ext cx="6677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VCU – Write Key Fob Secret Key into IPC: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25A7936-F17E-2E26-C3C9-7396ECB5EA36}"/>
              </a:ext>
            </a:extLst>
          </p:cNvPr>
          <p:cNvSpPr txBox="1"/>
          <p:nvPr/>
        </p:nvSpPr>
        <p:spPr>
          <a:xfrm>
            <a:off x="1117333" y="2471251"/>
            <a:ext cx="20156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 File: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9A0E230-A6D0-DB01-E91B-40C2CEACC9B3}"/>
              </a:ext>
            </a:extLst>
          </p:cNvPr>
          <p:cNvSpPr txBox="1"/>
          <p:nvPr/>
        </p:nvSpPr>
        <p:spPr>
          <a:xfrm>
            <a:off x="1117333" y="3917692"/>
            <a:ext cx="20156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EOL API Data: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99CD44EE-5E89-E5D4-5AD3-EC2A53725C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1002" y="4397301"/>
            <a:ext cx="4372200" cy="177174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69FF585-E990-2039-E0C0-44F69E02CA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1002" y="1341610"/>
            <a:ext cx="8274191" cy="46592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8FFEF1D-81DE-30D9-D6C0-994E832A4A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1002" y="2950860"/>
            <a:ext cx="8849894" cy="66167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95406517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741BBE-BCBF-6554-26A0-64F4CA9E72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CFF93A-B5BD-9B03-E1BD-F4856F6DB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01150" y="6518583"/>
            <a:ext cx="2743200" cy="365125"/>
          </a:xfrm>
        </p:spPr>
        <p:txBody>
          <a:bodyPr/>
          <a:lstStyle/>
          <a:p>
            <a:fld id="{C5E635EA-281D-47C8-A0EC-B8A06226CB83}" type="slidenum">
              <a:rPr lang="en-IN" smtClean="0"/>
              <a:t>36</a:t>
            </a:fld>
            <a:endParaRPr lang="en-IN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93218FF-1E51-AE97-E85A-B3B6BAE47E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4433"/>
            <a:ext cx="10515600" cy="315910"/>
          </a:xfrm>
        </p:spPr>
        <p:txBody>
          <a:bodyPr/>
          <a:lstStyle/>
          <a:p>
            <a:r>
              <a:rPr lang="en-US" dirty="0"/>
              <a:t>Test Verification</a:t>
            </a:r>
            <a:endParaRPr lang="en-IN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1E8B8DA-BE93-992D-36D7-49736BB13227}"/>
              </a:ext>
            </a:extLst>
          </p:cNvPr>
          <p:cNvSpPr txBox="1"/>
          <p:nvPr/>
        </p:nvSpPr>
        <p:spPr>
          <a:xfrm>
            <a:off x="1117333" y="869430"/>
            <a:ext cx="6677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VCU – Write Key Fob Secret Key into VCU: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EBFE144-3680-331B-27E9-8A8C50A56568}"/>
              </a:ext>
            </a:extLst>
          </p:cNvPr>
          <p:cNvSpPr txBox="1"/>
          <p:nvPr/>
        </p:nvSpPr>
        <p:spPr>
          <a:xfrm>
            <a:off x="1117333" y="2226027"/>
            <a:ext cx="20156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 File: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26CB1B9-AC67-982E-D7B5-BCB5A9C05BBD}"/>
              </a:ext>
            </a:extLst>
          </p:cNvPr>
          <p:cNvSpPr txBox="1"/>
          <p:nvPr/>
        </p:nvSpPr>
        <p:spPr>
          <a:xfrm>
            <a:off x="1117333" y="3917692"/>
            <a:ext cx="20156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EOL API Data: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68B87B9E-B6D5-5DEB-280C-C323992312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1002" y="4397301"/>
            <a:ext cx="4372200" cy="177174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3AA5091-EA2B-0F5B-36A6-5BBCFBCF78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1002" y="1291213"/>
            <a:ext cx="8275320" cy="4528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E82B581-1037-1CF7-9DC3-5028C3710D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1002" y="2678183"/>
            <a:ext cx="8210186" cy="93089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50862918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45869A-40A0-0DD2-B48D-4598054962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AA9DBA-1805-CAB4-B7A9-947C46128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01150" y="6518583"/>
            <a:ext cx="2743200" cy="365125"/>
          </a:xfrm>
        </p:spPr>
        <p:txBody>
          <a:bodyPr/>
          <a:lstStyle/>
          <a:p>
            <a:fld id="{C5E635EA-281D-47C8-A0EC-B8A06226CB83}" type="slidenum">
              <a:rPr lang="en-IN" smtClean="0"/>
              <a:t>37</a:t>
            </a:fld>
            <a:endParaRPr lang="en-IN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1F17B44-C281-A936-4956-6FF0C53BA9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4433"/>
            <a:ext cx="10515600" cy="315910"/>
          </a:xfrm>
        </p:spPr>
        <p:txBody>
          <a:bodyPr/>
          <a:lstStyle/>
          <a:p>
            <a:r>
              <a:rPr lang="en-US" dirty="0"/>
              <a:t>Test Verification</a:t>
            </a:r>
            <a:endParaRPr lang="en-IN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91B8419-AE95-FDE2-8D9A-E4F0FE31FD9E}"/>
              </a:ext>
            </a:extLst>
          </p:cNvPr>
          <p:cNvSpPr txBox="1"/>
          <p:nvPr/>
        </p:nvSpPr>
        <p:spPr>
          <a:xfrm>
            <a:off x="1117333" y="869430"/>
            <a:ext cx="6677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VCU – Clear DTC: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2B89606-57BD-5893-BCD9-B1A56DB6F5A3}"/>
              </a:ext>
            </a:extLst>
          </p:cNvPr>
          <p:cNvSpPr txBox="1"/>
          <p:nvPr/>
        </p:nvSpPr>
        <p:spPr>
          <a:xfrm>
            <a:off x="1117333" y="2226027"/>
            <a:ext cx="20156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 File: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5F1EA6F-B28F-A05E-BCFB-19CA1F3DF3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1001" y="1321586"/>
            <a:ext cx="8983965" cy="50189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08AB316-C829-CD6B-B5AF-C4B3563204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1000" y="2810749"/>
            <a:ext cx="6823901" cy="1451893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51E0F03-C8AE-22DE-3970-5BDD045D8A61}"/>
              </a:ext>
            </a:extLst>
          </p:cNvPr>
          <p:cNvCxnSpPr>
            <a:cxnSpLocks/>
          </p:cNvCxnSpPr>
          <p:nvPr/>
        </p:nvCxnSpPr>
        <p:spPr bwMode="auto">
          <a:xfrm>
            <a:off x="8213058" y="2998098"/>
            <a:ext cx="43562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882C03B2-9E24-C303-A7DD-59D4E4F1E02B}"/>
              </a:ext>
            </a:extLst>
          </p:cNvPr>
          <p:cNvSpPr txBox="1"/>
          <p:nvPr/>
        </p:nvSpPr>
        <p:spPr>
          <a:xfrm>
            <a:off x="8827448" y="2844209"/>
            <a:ext cx="107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Request</a:t>
            </a:r>
            <a:endParaRPr lang="en-IN" sz="1400" dirty="0">
              <a:solidFill>
                <a:srgbClr val="000099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9DC6C33-8D2A-CBAB-C2FC-4C47C7667A7A}"/>
              </a:ext>
            </a:extLst>
          </p:cNvPr>
          <p:cNvCxnSpPr>
            <a:cxnSpLocks/>
          </p:cNvCxnSpPr>
          <p:nvPr/>
        </p:nvCxnSpPr>
        <p:spPr bwMode="auto">
          <a:xfrm>
            <a:off x="8213058" y="4035109"/>
            <a:ext cx="43562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E5D163B6-3D62-6B3A-C75E-C3C3F32B4BA7}"/>
              </a:ext>
            </a:extLst>
          </p:cNvPr>
          <p:cNvSpPr txBox="1"/>
          <p:nvPr/>
        </p:nvSpPr>
        <p:spPr>
          <a:xfrm>
            <a:off x="8827448" y="3864934"/>
            <a:ext cx="107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99"/>
                </a:solidFill>
                <a:effectLst/>
                <a:latin typeface="Arial" pitchFamily="34" charset="0"/>
                <a:cs typeface="Arial" pitchFamily="34" charset="0"/>
              </a:rPr>
              <a:t>Response</a:t>
            </a:r>
            <a:endParaRPr lang="en-IN" sz="1400" dirty="0">
              <a:solidFill>
                <a:srgbClr val="000099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763570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35ED31-2E9B-28C9-EBE2-68BE12C227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2D614E-7855-DDF4-E410-0B40CB243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635EA-281D-47C8-A0EC-B8A06226CB83}" type="slidenum">
              <a:rPr lang="en-IN" smtClean="0"/>
              <a:t>38</a:t>
            </a:fld>
            <a:endParaRPr lang="en-IN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30B728C-37C5-3023-20C1-B060D7052D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13089"/>
            <a:ext cx="10515600" cy="1159107"/>
          </a:xfrm>
        </p:spPr>
        <p:txBody>
          <a:bodyPr/>
          <a:lstStyle/>
          <a:p>
            <a:r>
              <a:rPr lang="en-US" sz="4400" dirty="0"/>
              <a:t>PCM FLASHING</a:t>
            </a:r>
            <a:endParaRPr lang="en-IN" sz="4400" dirty="0"/>
          </a:p>
        </p:txBody>
      </p:sp>
    </p:spTree>
    <p:extLst>
      <p:ext uri="{BB962C8B-B14F-4D97-AF65-F5344CB8AC3E}">
        <p14:creationId xmlns:p14="http://schemas.microsoft.com/office/powerpoint/2010/main" val="39106059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285BAF-66BA-AFFC-4FC1-F002E626C2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71D2E4-6E52-FA0B-915D-EAFF1B91DC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PCM Flashing Sequence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26D6D7-9EF8-F069-24FC-0A6F9A501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635EA-281D-47C8-A0EC-B8A06226CB83}" type="slidenum">
              <a:rPr lang="en-IN" smtClean="0"/>
              <a:t>39</a:t>
            </a:fld>
            <a:endParaRPr lang="en-IN"/>
          </a:p>
        </p:txBody>
      </p:sp>
      <p:sp>
        <p:nvSpPr>
          <p:cNvPr id="23" name="Flowchart: Alternate Process 22">
            <a:extLst>
              <a:ext uri="{FF2B5EF4-FFF2-40B4-BE49-F238E27FC236}">
                <a16:creationId xmlns:a16="http://schemas.microsoft.com/office/drawing/2014/main" id="{A6099455-9E1A-7ED3-0AEE-EB1F0C03B0CB}"/>
              </a:ext>
            </a:extLst>
          </p:cNvPr>
          <p:cNvSpPr/>
          <p:nvPr/>
        </p:nvSpPr>
        <p:spPr>
          <a:xfrm>
            <a:off x="2643324" y="1423601"/>
            <a:ext cx="1271016" cy="457200"/>
          </a:xfrm>
          <a:prstGeom prst="flowChartAlternateProcess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>
                <a:solidFill>
                  <a:srgbClr val="003399"/>
                </a:solidFill>
                <a:cs typeface="Arial" panose="020B0604020202020204" pitchFamily="34" charset="0"/>
              </a:rPr>
              <a:t>Connect Cable </a:t>
            </a:r>
          </a:p>
        </p:txBody>
      </p:sp>
      <p:sp>
        <p:nvSpPr>
          <p:cNvPr id="24" name="Flowchart: Alternate Process 23">
            <a:extLst>
              <a:ext uri="{FF2B5EF4-FFF2-40B4-BE49-F238E27FC236}">
                <a16:creationId xmlns:a16="http://schemas.microsoft.com/office/drawing/2014/main" id="{3C504A32-9020-AE6D-CF75-C7F96C6F6900}"/>
              </a:ext>
            </a:extLst>
          </p:cNvPr>
          <p:cNvSpPr/>
          <p:nvPr/>
        </p:nvSpPr>
        <p:spPr>
          <a:xfrm>
            <a:off x="6224119" y="1417640"/>
            <a:ext cx="1271016" cy="457200"/>
          </a:xfrm>
          <a:prstGeom prst="flowChartAlternateProcess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>
                <a:solidFill>
                  <a:srgbClr val="003399"/>
                </a:solidFill>
                <a:cs typeface="Arial" panose="020B0604020202020204" pitchFamily="34" charset="0"/>
              </a:rPr>
              <a:t>Scan VIN number</a:t>
            </a:r>
          </a:p>
        </p:txBody>
      </p:sp>
      <p:sp>
        <p:nvSpPr>
          <p:cNvPr id="25" name="Flowchart: Alternate Process 24">
            <a:extLst>
              <a:ext uri="{FF2B5EF4-FFF2-40B4-BE49-F238E27FC236}">
                <a16:creationId xmlns:a16="http://schemas.microsoft.com/office/drawing/2014/main" id="{6F6D7DF4-E229-E1B9-4E77-F51624BB96EE}"/>
              </a:ext>
            </a:extLst>
          </p:cNvPr>
          <p:cNvSpPr/>
          <p:nvPr/>
        </p:nvSpPr>
        <p:spPr>
          <a:xfrm>
            <a:off x="8071928" y="1420626"/>
            <a:ext cx="1271016" cy="457200"/>
          </a:xfrm>
          <a:prstGeom prst="flowChartAlternateProcess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rgbClr val="003399"/>
                </a:solidFill>
                <a:cs typeface="Arial" panose="020B0604020202020204" pitchFamily="34" charset="0"/>
              </a:rPr>
              <a:t>Set PCM Station = Null</a:t>
            </a:r>
          </a:p>
        </p:txBody>
      </p:sp>
      <p:sp>
        <p:nvSpPr>
          <p:cNvPr id="29" name="Flowchart: Alternate Process 28">
            <a:extLst>
              <a:ext uri="{FF2B5EF4-FFF2-40B4-BE49-F238E27FC236}">
                <a16:creationId xmlns:a16="http://schemas.microsoft.com/office/drawing/2014/main" id="{B5F9D434-469B-6E33-C4BF-E34E9DE80D6B}"/>
              </a:ext>
            </a:extLst>
          </p:cNvPr>
          <p:cNvSpPr/>
          <p:nvPr/>
        </p:nvSpPr>
        <p:spPr>
          <a:xfrm>
            <a:off x="4399260" y="1420626"/>
            <a:ext cx="1271016" cy="457200"/>
          </a:xfrm>
          <a:prstGeom prst="flowChartAlternateProcess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>
                <a:solidFill>
                  <a:srgbClr val="003399"/>
                </a:solidFill>
                <a:cs typeface="Arial" panose="020B0604020202020204" pitchFamily="34" charset="0"/>
              </a:rPr>
              <a:t>Ignition ON</a:t>
            </a:r>
          </a:p>
        </p:txBody>
      </p:sp>
      <p:sp>
        <p:nvSpPr>
          <p:cNvPr id="30" name="Flowchart: Alternate Process 29">
            <a:extLst>
              <a:ext uri="{FF2B5EF4-FFF2-40B4-BE49-F238E27FC236}">
                <a16:creationId xmlns:a16="http://schemas.microsoft.com/office/drawing/2014/main" id="{4467E1D3-2150-BE2B-4FF0-7D4537AFEE39}"/>
              </a:ext>
            </a:extLst>
          </p:cNvPr>
          <p:cNvSpPr/>
          <p:nvPr/>
        </p:nvSpPr>
        <p:spPr>
          <a:xfrm>
            <a:off x="9921462" y="1420626"/>
            <a:ext cx="1271016" cy="457200"/>
          </a:xfrm>
          <a:prstGeom prst="flowChartAlternateProcess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100" dirty="0">
                <a:solidFill>
                  <a:srgbClr val="003399"/>
                </a:solidFill>
                <a:cs typeface="Arial" panose="020B0604020202020204" pitchFamily="34" charset="0"/>
              </a:rPr>
              <a:t>Check ABS &amp; VCU Flashing = OK</a:t>
            </a:r>
          </a:p>
        </p:txBody>
      </p:sp>
      <p:sp>
        <p:nvSpPr>
          <p:cNvPr id="31" name="Flowchart: Alternate Process 30">
            <a:extLst>
              <a:ext uri="{FF2B5EF4-FFF2-40B4-BE49-F238E27FC236}">
                <a16:creationId xmlns:a16="http://schemas.microsoft.com/office/drawing/2014/main" id="{0631A2C2-38DE-042F-87C5-06003E5615F4}"/>
              </a:ext>
            </a:extLst>
          </p:cNvPr>
          <p:cNvSpPr/>
          <p:nvPr/>
        </p:nvSpPr>
        <p:spPr>
          <a:xfrm>
            <a:off x="9921462" y="2202795"/>
            <a:ext cx="1271016" cy="457200"/>
          </a:xfrm>
          <a:prstGeom prst="flowChartAlternateProcess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rgbClr val="003399"/>
                </a:solidFill>
                <a:cs typeface="Arial" panose="020B0604020202020204" pitchFamily="34" charset="0"/>
              </a:rPr>
              <a:t>Start Comm.</a:t>
            </a:r>
          </a:p>
        </p:txBody>
      </p:sp>
      <p:sp>
        <p:nvSpPr>
          <p:cNvPr id="49" name="Flowchart: Alternate Process 48">
            <a:extLst>
              <a:ext uri="{FF2B5EF4-FFF2-40B4-BE49-F238E27FC236}">
                <a16:creationId xmlns:a16="http://schemas.microsoft.com/office/drawing/2014/main" id="{0C1E1020-387B-3F39-8F67-37FB096233EC}"/>
              </a:ext>
            </a:extLst>
          </p:cNvPr>
          <p:cNvSpPr/>
          <p:nvPr/>
        </p:nvSpPr>
        <p:spPr>
          <a:xfrm>
            <a:off x="6222394" y="2204069"/>
            <a:ext cx="1271016" cy="457200"/>
          </a:xfrm>
          <a:prstGeom prst="flowChartAlternateProcess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>
                <a:solidFill>
                  <a:srgbClr val="003399"/>
                </a:solidFill>
                <a:cs typeface="Arial" panose="020B0604020202020204" pitchFamily="34" charset="0"/>
              </a:rPr>
              <a:t>Get PCM </a:t>
            </a:r>
            <a:r>
              <a:rPr lang="en-IN" sz="1200" dirty="0">
                <a:solidFill>
                  <a:srgbClr val="003399"/>
                </a:solidFill>
                <a:cs typeface="Arial" panose="020B0604020202020204" pitchFamily="34" charset="0"/>
              </a:rPr>
              <a:t>Flash</a:t>
            </a:r>
          </a:p>
          <a:p>
            <a:pPr algn="ctr"/>
            <a:r>
              <a:rPr lang="en-IN" sz="1200" dirty="0">
                <a:solidFill>
                  <a:srgbClr val="003399"/>
                </a:solidFill>
                <a:cs typeface="Arial" panose="020B0604020202020204" pitchFamily="34" charset="0"/>
              </a:rPr>
              <a:t>File details</a:t>
            </a:r>
          </a:p>
        </p:txBody>
      </p:sp>
      <p:sp>
        <p:nvSpPr>
          <p:cNvPr id="51" name="Flowchart: Alternate Process 50">
            <a:extLst>
              <a:ext uri="{FF2B5EF4-FFF2-40B4-BE49-F238E27FC236}">
                <a16:creationId xmlns:a16="http://schemas.microsoft.com/office/drawing/2014/main" id="{5C33BC53-1C11-F207-B821-121168B11312}"/>
              </a:ext>
            </a:extLst>
          </p:cNvPr>
          <p:cNvSpPr/>
          <p:nvPr/>
        </p:nvSpPr>
        <p:spPr>
          <a:xfrm>
            <a:off x="4399260" y="2205666"/>
            <a:ext cx="1271016" cy="457200"/>
          </a:xfrm>
          <a:prstGeom prst="flowChartAlternateProcess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rgbClr val="003399"/>
                </a:solidFill>
                <a:cs typeface="Arial" panose="020B0604020202020204" pitchFamily="34" charset="0"/>
              </a:rPr>
              <a:t>Diagnostic Session control</a:t>
            </a:r>
          </a:p>
        </p:txBody>
      </p:sp>
      <p:sp>
        <p:nvSpPr>
          <p:cNvPr id="53" name="Flowchart: Alternate Process 52">
            <a:extLst>
              <a:ext uri="{FF2B5EF4-FFF2-40B4-BE49-F238E27FC236}">
                <a16:creationId xmlns:a16="http://schemas.microsoft.com/office/drawing/2014/main" id="{98E88D8C-47DC-1B1B-FBA3-1649431B7230}"/>
              </a:ext>
            </a:extLst>
          </p:cNvPr>
          <p:cNvSpPr/>
          <p:nvPr/>
        </p:nvSpPr>
        <p:spPr>
          <a:xfrm>
            <a:off x="2678677" y="2214247"/>
            <a:ext cx="1271016" cy="457200"/>
          </a:xfrm>
          <a:prstGeom prst="flowChartAlternateProcess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rgbClr val="003399"/>
                </a:solidFill>
                <a:cs typeface="Arial" panose="020B0604020202020204" pitchFamily="34" charset="0"/>
              </a:rPr>
              <a:t>Communication Control</a:t>
            </a:r>
          </a:p>
        </p:txBody>
      </p:sp>
      <p:sp>
        <p:nvSpPr>
          <p:cNvPr id="55" name="Flowchart: Alternate Process 54">
            <a:extLst>
              <a:ext uri="{FF2B5EF4-FFF2-40B4-BE49-F238E27FC236}">
                <a16:creationId xmlns:a16="http://schemas.microsoft.com/office/drawing/2014/main" id="{ACA09BDD-FE4F-5E54-6CA9-909628421D78}"/>
              </a:ext>
            </a:extLst>
          </p:cNvPr>
          <p:cNvSpPr/>
          <p:nvPr/>
        </p:nvSpPr>
        <p:spPr>
          <a:xfrm>
            <a:off x="966849" y="2220569"/>
            <a:ext cx="1271016" cy="457200"/>
          </a:xfrm>
          <a:prstGeom prst="flowChartAlternateProcess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rgbClr val="003399"/>
                </a:solidFill>
                <a:cs typeface="Arial" panose="020B0604020202020204" pitchFamily="34" charset="0"/>
              </a:rPr>
              <a:t>Control DTC</a:t>
            </a:r>
          </a:p>
          <a:p>
            <a:pPr algn="ctr"/>
            <a:r>
              <a:rPr lang="en-IN" sz="1200" dirty="0">
                <a:solidFill>
                  <a:srgbClr val="003399"/>
                </a:solidFill>
                <a:cs typeface="Arial" panose="020B0604020202020204" pitchFamily="34" charset="0"/>
              </a:rPr>
              <a:t>Settings</a:t>
            </a:r>
          </a:p>
        </p:txBody>
      </p:sp>
      <p:sp>
        <p:nvSpPr>
          <p:cNvPr id="57" name="Flowchart: Alternate Process 56">
            <a:extLst>
              <a:ext uri="{FF2B5EF4-FFF2-40B4-BE49-F238E27FC236}">
                <a16:creationId xmlns:a16="http://schemas.microsoft.com/office/drawing/2014/main" id="{900D3874-4205-087F-8E00-E0EF168AD2E9}"/>
              </a:ext>
            </a:extLst>
          </p:cNvPr>
          <p:cNvSpPr/>
          <p:nvPr/>
        </p:nvSpPr>
        <p:spPr>
          <a:xfrm>
            <a:off x="966849" y="3020207"/>
            <a:ext cx="1271016" cy="457200"/>
          </a:xfrm>
          <a:prstGeom prst="flowChartAlternateProcess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rgbClr val="003399"/>
                </a:solidFill>
                <a:cs typeface="Arial" panose="020B0604020202020204" pitchFamily="34" charset="0"/>
              </a:rPr>
              <a:t>PCM Flashing</a:t>
            </a:r>
          </a:p>
        </p:txBody>
      </p:sp>
      <p:sp>
        <p:nvSpPr>
          <p:cNvPr id="59" name="Flowchart: Alternate Process 58">
            <a:extLst>
              <a:ext uri="{FF2B5EF4-FFF2-40B4-BE49-F238E27FC236}">
                <a16:creationId xmlns:a16="http://schemas.microsoft.com/office/drawing/2014/main" id="{D3AB47D8-1B22-0808-B7FD-E6E0DB2C5A26}"/>
              </a:ext>
            </a:extLst>
          </p:cNvPr>
          <p:cNvSpPr/>
          <p:nvPr/>
        </p:nvSpPr>
        <p:spPr>
          <a:xfrm>
            <a:off x="2678677" y="3025059"/>
            <a:ext cx="1271016" cy="457200"/>
          </a:xfrm>
          <a:prstGeom prst="flowChartAlternateProcess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rgbClr val="003399"/>
                </a:solidFill>
                <a:cs typeface="Arial" panose="020B0604020202020204" pitchFamily="34" charset="0"/>
              </a:rPr>
              <a:t>PCM Extended</a:t>
            </a:r>
          </a:p>
          <a:p>
            <a:pPr algn="ctr"/>
            <a:r>
              <a:rPr lang="en-IN" sz="1200" dirty="0" err="1">
                <a:solidFill>
                  <a:srgbClr val="003399"/>
                </a:solidFill>
                <a:cs typeface="Arial" panose="020B0604020202020204" pitchFamily="34" charset="0"/>
              </a:rPr>
              <a:t>Diag</a:t>
            </a:r>
            <a:r>
              <a:rPr lang="en-IN" sz="1200" dirty="0">
                <a:solidFill>
                  <a:srgbClr val="003399"/>
                </a:solidFill>
                <a:cs typeface="Arial" panose="020B0604020202020204" pitchFamily="34" charset="0"/>
              </a:rPr>
              <a:t> Session</a:t>
            </a:r>
          </a:p>
        </p:txBody>
      </p:sp>
      <p:sp>
        <p:nvSpPr>
          <p:cNvPr id="61" name="Flowchart: Alternate Process 60">
            <a:extLst>
              <a:ext uri="{FF2B5EF4-FFF2-40B4-BE49-F238E27FC236}">
                <a16:creationId xmlns:a16="http://schemas.microsoft.com/office/drawing/2014/main" id="{050D1BA3-74CD-EFFE-E1F5-68F1E3E6BCB4}"/>
              </a:ext>
            </a:extLst>
          </p:cNvPr>
          <p:cNvSpPr/>
          <p:nvPr/>
        </p:nvSpPr>
        <p:spPr>
          <a:xfrm>
            <a:off x="4399260" y="3020207"/>
            <a:ext cx="1271016" cy="457200"/>
          </a:xfrm>
          <a:prstGeom prst="flowChartAlternateProcess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rgbClr val="003399"/>
                </a:solidFill>
                <a:cs typeface="Arial" panose="020B0604020202020204" pitchFamily="34" charset="0"/>
              </a:rPr>
              <a:t>Cluster Software version check</a:t>
            </a:r>
            <a:endParaRPr lang="en-IN" sz="1200" dirty="0">
              <a:solidFill>
                <a:srgbClr val="003399"/>
              </a:solidFill>
              <a:cs typeface="Arial" panose="020B0604020202020204" pitchFamily="34" charset="0"/>
            </a:endParaRPr>
          </a:p>
        </p:txBody>
      </p:sp>
      <p:sp>
        <p:nvSpPr>
          <p:cNvPr id="63" name="Flowchart: Alternate Process 62">
            <a:extLst>
              <a:ext uri="{FF2B5EF4-FFF2-40B4-BE49-F238E27FC236}">
                <a16:creationId xmlns:a16="http://schemas.microsoft.com/office/drawing/2014/main" id="{D1C92018-461A-C604-2A7E-242D82B4466F}"/>
              </a:ext>
            </a:extLst>
          </p:cNvPr>
          <p:cNvSpPr/>
          <p:nvPr/>
        </p:nvSpPr>
        <p:spPr>
          <a:xfrm>
            <a:off x="6222394" y="3020207"/>
            <a:ext cx="1271016" cy="457200"/>
          </a:xfrm>
          <a:prstGeom prst="flowChartAlternateProcess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rgbClr val="003399"/>
                </a:solidFill>
                <a:cs typeface="Arial" panose="020B0604020202020204" pitchFamily="34" charset="0"/>
              </a:rPr>
              <a:t>Read Hardware version</a:t>
            </a:r>
          </a:p>
        </p:txBody>
      </p:sp>
      <p:sp>
        <p:nvSpPr>
          <p:cNvPr id="65" name="Flowchart: Alternate Process 64">
            <a:extLst>
              <a:ext uri="{FF2B5EF4-FFF2-40B4-BE49-F238E27FC236}">
                <a16:creationId xmlns:a16="http://schemas.microsoft.com/office/drawing/2014/main" id="{0C7EE449-E321-E320-CFA1-062B2E1715BF}"/>
              </a:ext>
            </a:extLst>
          </p:cNvPr>
          <p:cNvSpPr/>
          <p:nvPr/>
        </p:nvSpPr>
        <p:spPr>
          <a:xfrm>
            <a:off x="8109090" y="3020207"/>
            <a:ext cx="1271016" cy="457200"/>
          </a:xfrm>
          <a:prstGeom prst="flowChartAlternateProcess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rgbClr val="003399"/>
                </a:solidFill>
                <a:cs typeface="Arial" panose="020B0604020202020204" pitchFamily="34" charset="0"/>
              </a:rPr>
              <a:t>Read &amp; Compare CAL ID</a:t>
            </a:r>
          </a:p>
        </p:txBody>
      </p:sp>
      <p:sp>
        <p:nvSpPr>
          <p:cNvPr id="69" name="Flowchart: Alternate Process 68">
            <a:extLst>
              <a:ext uri="{FF2B5EF4-FFF2-40B4-BE49-F238E27FC236}">
                <a16:creationId xmlns:a16="http://schemas.microsoft.com/office/drawing/2014/main" id="{F46837D3-F00C-FBB5-5A27-4E4FB1F00B46}"/>
              </a:ext>
            </a:extLst>
          </p:cNvPr>
          <p:cNvSpPr/>
          <p:nvPr/>
        </p:nvSpPr>
        <p:spPr>
          <a:xfrm>
            <a:off x="4399260" y="3921858"/>
            <a:ext cx="1271016" cy="457200"/>
          </a:xfrm>
          <a:prstGeom prst="flowChartAlternateProcess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rgbClr val="003399"/>
                </a:solidFill>
                <a:cs typeface="Arial" panose="020B0604020202020204" pitchFamily="34" charset="0"/>
              </a:rPr>
              <a:t>QS Enable</a:t>
            </a:r>
          </a:p>
        </p:txBody>
      </p:sp>
      <p:sp>
        <p:nvSpPr>
          <p:cNvPr id="79" name="Flowchart: Alternate Process 78">
            <a:extLst>
              <a:ext uri="{FF2B5EF4-FFF2-40B4-BE49-F238E27FC236}">
                <a16:creationId xmlns:a16="http://schemas.microsoft.com/office/drawing/2014/main" id="{EAC7AE2C-E109-4C22-4CE2-40B1EA019AE3}"/>
              </a:ext>
            </a:extLst>
          </p:cNvPr>
          <p:cNvSpPr/>
          <p:nvPr/>
        </p:nvSpPr>
        <p:spPr>
          <a:xfrm>
            <a:off x="2678677" y="3923560"/>
            <a:ext cx="1271016" cy="457200"/>
          </a:xfrm>
          <a:prstGeom prst="flowChartAlternateProcess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rgbClr val="003399"/>
                </a:solidFill>
                <a:cs typeface="Arial" panose="020B0604020202020204" pitchFamily="34" charset="0"/>
              </a:rPr>
              <a:t>IMMO Enable</a:t>
            </a:r>
          </a:p>
        </p:txBody>
      </p:sp>
      <p:sp>
        <p:nvSpPr>
          <p:cNvPr id="80" name="Flowchart: Alternate Process 79">
            <a:extLst>
              <a:ext uri="{FF2B5EF4-FFF2-40B4-BE49-F238E27FC236}">
                <a16:creationId xmlns:a16="http://schemas.microsoft.com/office/drawing/2014/main" id="{2D0353A3-11CE-F8C6-93D8-6AE657F8D769}"/>
              </a:ext>
            </a:extLst>
          </p:cNvPr>
          <p:cNvSpPr/>
          <p:nvPr/>
        </p:nvSpPr>
        <p:spPr>
          <a:xfrm>
            <a:off x="966849" y="3921858"/>
            <a:ext cx="1271016" cy="457200"/>
          </a:xfrm>
          <a:prstGeom prst="flowChartAlternateProcess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rgbClr val="003399"/>
                </a:solidFill>
                <a:cs typeface="Arial" panose="020B0604020202020204" pitchFamily="34" charset="0"/>
              </a:rPr>
              <a:t>Clear DTC</a:t>
            </a:r>
          </a:p>
        </p:txBody>
      </p:sp>
      <p:sp>
        <p:nvSpPr>
          <p:cNvPr id="99" name="Flowchart: Alternate Process 98">
            <a:extLst>
              <a:ext uri="{FF2B5EF4-FFF2-40B4-BE49-F238E27FC236}">
                <a16:creationId xmlns:a16="http://schemas.microsoft.com/office/drawing/2014/main" id="{6BEDCAF1-F824-6A7A-C626-53C90075CD23}"/>
              </a:ext>
            </a:extLst>
          </p:cNvPr>
          <p:cNvSpPr/>
          <p:nvPr/>
        </p:nvSpPr>
        <p:spPr>
          <a:xfrm>
            <a:off x="9921462" y="3020207"/>
            <a:ext cx="1271016" cy="457200"/>
          </a:xfrm>
          <a:prstGeom prst="flowChartAlternateProcess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rgbClr val="003399"/>
                </a:solidFill>
                <a:cs typeface="Arial" panose="020B0604020202020204" pitchFamily="34" charset="0"/>
              </a:rPr>
              <a:t>Write VIN</a:t>
            </a:r>
          </a:p>
        </p:txBody>
      </p:sp>
      <p:sp>
        <p:nvSpPr>
          <p:cNvPr id="101" name="Flowchart: Alternate Process 100">
            <a:extLst>
              <a:ext uri="{FF2B5EF4-FFF2-40B4-BE49-F238E27FC236}">
                <a16:creationId xmlns:a16="http://schemas.microsoft.com/office/drawing/2014/main" id="{F7C4CE41-8171-3B09-DF82-2B09B81A3A1B}"/>
              </a:ext>
            </a:extLst>
          </p:cNvPr>
          <p:cNvSpPr/>
          <p:nvPr/>
        </p:nvSpPr>
        <p:spPr>
          <a:xfrm>
            <a:off x="9921462" y="3923560"/>
            <a:ext cx="1271016" cy="457200"/>
          </a:xfrm>
          <a:prstGeom prst="flowChartAlternateProcess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rgbClr val="003399"/>
                </a:solidFill>
                <a:cs typeface="Arial" panose="020B0604020202020204" pitchFamily="34" charset="0"/>
              </a:rPr>
              <a:t>Read VIN</a:t>
            </a:r>
          </a:p>
        </p:txBody>
      </p:sp>
      <p:sp>
        <p:nvSpPr>
          <p:cNvPr id="103" name="Flowchart: Alternate Process 102">
            <a:extLst>
              <a:ext uri="{FF2B5EF4-FFF2-40B4-BE49-F238E27FC236}">
                <a16:creationId xmlns:a16="http://schemas.microsoft.com/office/drawing/2014/main" id="{C70E3633-E8A3-66F9-2E56-7B6BA472188C}"/>
              </a:ext>
            </a:extLst>
          </p:cNvPr>
          <p:cNvSpPr/>
          <p:nvPr/>
        </p:nvSpPr>
        <p:spPr>
          <a:xfrm>
            <a:off x="8112064" y="3916793"/>
            <a:ext cx="1271016" cy="457200"/>
          </a:xfrm>
          <a:prstGeom prst="flowChartAlternateProcess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rgbClr val="003399"/>
                </a:solidFill>
                <a:cs typeface="Arial" panose="020B0604020202020204" pitchFamily="34" charset="0"/>
              </a:rPr>
              <a:t>Write PCM Test Stamp</a:t>
            </a:r>
          </a:p>
        </p:txBody>
      </p:sp>
      <p:sp>
        <p:nvSpPr>
          <p:cNvPr id="105" name="Flowchart: Alternate Process 104">
            <a:extLst>
              <a:ext uri="{FF2B5EF4-FFF2-40B4-BE49-F238E27FC236}">
                <a16:creationId xmlns:a16="http://schemas.microsoft.com/office/drawing/2014/main" id="{55FC7653-D0AB-B5CE-22C8-E9DA0211DEFA}"/>
              </a:ext>
            </a:extLst>
          </p:cNvPr>
          <p:cNvSpPr/>
          <p:nvPr/>
        </p:nvSpPr>
        <p:spPr>
          <a:xfrm>
            <a:off x="6220124" y="3923560"/>
            <a:ext cx="1271016" cy="457200"/>
          </a:xfrm>
          <a:prstGeom prst="flowChartAlternateProcess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rgbClr val="003399"/>
                </a:solidFill>
                <a:cs typeface="Arial" panose="020B0604020202020204" pitchFamily="34" charset="0"/>
              </a:rPr>
              <a:t>Read PCM Test Stamp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A7EC555B-9FC6-F19F-E064-FC91EA29D8D1}"/>
              </a:ext>
            </a:extLst>
          </p:cNvPr>
          <p:cNvSpPr txBox="1"/>
          <p:nvPr/>
        </p:nvSpPr>
        <p:spPr>
          <a:xfrm>
            <a:off x="955394" y="814959"/>
            <a:ext cx="109237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Expected Cycle Time: 4.5 to 5min </a:t>
            </a:r>
          </a:p>
        </p:txBody>
      </p:sp>
      <p:sp>
        <p:nvSpPr>
          <p:cNvPr id="5" name="Flowchart: Alternate Process 4">
            <a:extLst>
              <a:ext uri="{FF2B5EF4-FFF2-40B4-BE49-F238E27FC236}">
                <a16:creationId xmlns:a16="http://schemas.microsoft.com/office/drawing/2014/main" id="{EFC12A5C-1CF6-140F-1CB7-9F53B40EBB02}"/>
              </a:ext>
            </a:extLst>
          </p:cNvPr>
          <p:cNvSpPr/>
          <p:nvPr/>
        </p:nvSpPr>
        <p:spPr>
          <a:xfrm>
            <a:off x="966849" y="4850578"/>
            <a:ext cx="1271016" cy="457200"/>
          </a:xfrm>
          <a:prstGeom prst="flowChartAlternateProcess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rgbClr val="003399"/>
                </a:solidFill>
                <a:cs typeface="Arial" panose="020B0604020202020204" pitchFamily="34" charset="0"/>
              </a:rPr>
              <a:t>Read &amp; Compare CVN</a:t>
            </a:r>
            <a:endParaRPr lang="en-IN" sz="1200" dirty="0">
              <a:solidFill>
                <a:srgbClr val="003399"/>
              </a:solidFill>
              <a:cs typeface="Arial" panose="020B0604020202020204" pitchFamily="34" charset="0"/>
            </a:endParaRPr>
          </a:p>
        </p:txBody>
      </p:sp>
      <p:sp>
        <p:nvSpPr>
          <p:cNvPr id="7" name="Flowchart: Alternate Process 6">
            <a:extLst>
              <a:ext uri="{FF2B5EF4-FFF2-40B4-BE49-F238E27FC236}">
                <a16:creationId xmlns:a16="http://schemas.microsoft.com/office/drawing/2014/main" id="{0B2D1BCE-05CD-CAAD-40EB-A6350BB2D4B5}"/>
              </a:ext>
            </a:extLst>
          </p:cNvPr>
          <p:cNvSpPr/>
          <p:nvPr/>
        </p:nvSpPr>
        <p:spPr>
          <a:xfrm>
            <a:off x="2677195" y="4842184"/>
            <a:ext cx="1271016" cy="457200"/>
          </a:xfrm>
          <a:prstGeom prst="flowChartAlternateProcess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rgbClr val="003399"/>
                </a:solidFill>
                <a:cs typeface="Arial" panose="020B0604020202020204" pitchFamily="34" charset="0"/>
              </a:rPr>
              <a:t>Log result</a:t>
            </a:r>
          </a:p>
        </p:txBody>
      </p:sp>
      <p:sp>
        <p:nvSpPr>
          <p:cNvPr id="9" name="Flowchart: Alternate Process 8">
            <a:extLst>
              <a:ext uri="{FF2B5EF4-FFF2-40B4-BE49-F238E27FC236}">
                <a16:creationId xmlns:a16="http://schemas.microsoft.com/office/drawing/2014/main" id="{22ADEF97-06F2-5ACD-5095-D9127B78EAAB}"/>
              </a:ext>
            </a:extLst>
          </p:cNvPr>
          <p:cNvSpPr/>
          <p:nvPr/>
        </p:nvSpPr>
        <p:spPr>
          <a:xfrm>
            <a:off x="4399260" y="4838546"/>
            <a:ext cx="1271016" cy="457200"/>
          </a:xfrm>
          <a:prstGeom prst="flowChartAlternateProcess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rgbClr val="003399"/>
                </a:solidFill>
                <a:cs typeface="Arial" panose="020B0604020202020204" pitchFamily="34" charset="0"/>
              </a:rPr>
              <a:t>Send Result thru API </a:t>
            </a:r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9D9E5AAF-29B4-E1EC-9169-9F4D70DEE617}"/>
              </a:ext>
            </a:extLst>
          </p:cNvPr>
          <p:cNvSpPr/>
          <p:nvPr/>
        </p:nvSpPr>
        <p:spPr>
          <a:xfrm>
            <a:off x="1089937" y="1427824"/>
            <a:ext cx="1024840" cy="444224"/>
          </a:xfrm>
          <a:prstGeom prst="ellipse">
            <a:avLst/>
          </a:prstGeom>
          <a:solidFill>
            <a:schemeClr val="accent2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dirty="0">
                <a:solidFill>
                  <a:schemeClr val="bg1"/>
                </a:solidFill>
                <a:cs typeface="Arial" panose="020B0604020202020204" pitchFamily="34" charset="0"/>
              </a:rPr>
              <a:t>Start</a:t>
            </a:r>
          </a:p>
        </p:txBody>
      </p:sp>
      <p:sp>
        <p:nvSpPr>
          <p:cNvPr id="77" name="Flowchart: Alternate Process 76">
            <a:extLst>
              <a:ext uri="{FF2B5EF4-FFF2-40B4-BE49-F238E27FC236}">
                <a16:creationId xmlns:a16="http://schemas.microsoft.com/office/drawing/2014/main" id="{636865DE-7AF1-C244-CCE8-6F84829586F4}"/>
              </a:ext>
            </a:extLst>
          </p:cNvPr>
          <p:cNvSpPr/>
          <p:nvPr/>
        </p:nvSpPr>
        <p:spPr>
          <a:xfrm>
            <a:off x="8071928" y="2196505"/>
            <a:ext cx="1271016" cy="457200"/>
          </a:xfrm>
          <a:prstGeom prst="flowChartAlternateProcess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rgbClr val="003399"/>
                </a:solidFill>
                <a:cs typeface="Arial" panose="020B0604020202020204" pitchFamily="34" charset="0"/>
              </a:rPr>
              <a:t>Get Vehicle Data thru API</a:t>
            </a:r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114D9001-DF5B-D01A-8B99-A6BE865718AA}"/>
              </a:ext>
            </a:extLst>
          </p:cNvPr>
          <p:cNvSpPr/>
          <p:nvPr/>
        </p:nvSpPr>
        <p:spPr>
          <a:xfrm>
            <a:off x="6220124" y="4825211"/>
            <a:ext cx="1024840" cy="448056"/>
          </a:xfrm>
          <a:prstGeom prst="ellipse">
            <a:avLst/>
          </a:prstGeom>
          <a:solidFill>
            <a:schemeClr val="accent2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dirty="0">
                <a:solidFill>
                  <a:schemeClr val="bg1"/>
                </a:solidFill>
                <a:cs typeface="Arial" panose="020B0604020202020204" pitchFamily="34" charset="0"/>
              </a:rPr>
              <a:t>Stop</a:t>
            </a:r>
          </a:p>
        </p:txBody>
      </p: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8195D73D-3E61-975D-2A75-945A87A8B088}"/>
              </a:ext>
            </a:extLst>
          </p:cNvPr>
          <p:cNvCxnSpPr>
            <a:stCxn id="75" idx="6"/>
            <a:endCxn id="23" idx="1"/>
          </p:cNvCxnSpPr>
          <p:nvPr/>
        </p:nvCxnSpPr>
        <p:spPr>
          <a:xfrm>
            <a:off x="2114777" y="1649936"/>
            <a:ext cx="528547" cy="22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8D5C1F04-9E3B-D04D-C82F-C467813CB94E}"/>
              </a:ext>
            </a:extLst>
          </p:cNvPr>
          <p:cNvCxnSpPr>
            <a:stCxn id="23" idx="3"/>
            <a:endCxn id="29" idx="1"/>
          </p:cNvCxnSpPr>
          <p:nvPr/>
        </p:nvCxnSpPr>
        <p:spPr>
          <a:xfrm flipV="1">
            <a:off x="3914340" y="1649226"/>
            <a:ext cx="484920" cy="29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F34429B3-045C-7EE0-23FE-AEF001ACD144}"/>
              </a:ext>
            </a:extLst>
          </p:cNvPr>
          <p:cNvCxnSpPr>
            <a:stCxn id="29" idx="3"/>
            <a:endCxn id="24" idx="1"/>
          </p:cNvCxnSpPr>
          <p:nvPr/>
        </p:nvCxnSpPr>
        <p:spPr>
          <a:xfrm flipV="1">
            <a:off x="5670276" y="1646240"/>
            <a:ext cx="553843" cy="29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820BF2EE-4640-127E-D129-10BE09C00BDF}"/>
              </a:ext>
            </a:extLst>
          </p:cNvPr>
          <p:cNvCxnSpPr>
            <a:stCxn id="24" idx="3"/>
            <a:endCxn id="25" idx="1"/>
          </p:cNvCxnSpPr>
          <p:nvPr/>
        </p:nvCxnSpPr>
        <p:spPr>
          <a:xfrm>
            <a:off x="7495135" y="1646240"/>
            <a:ext cx="576793" cy="29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B5254996-1E31-9187-7E65-9AD699D4E799}"/>
              </a:ext>
            </a:extLst>
          </p:cNvPr>
          <p:cNvCxnSpPr>
            <a:stCxn id="25" idx="3"/>
            <a:endCxn id="30" idx="1"/>
          </p:cNvCxnSpPr>
          <p:nvPr/>
        </p:nvCxnSpPr>
        <p:spPr>
          <a:xfrm>
            <a:off x="9342944" y="1649226"/>
            <a:ext cx="57851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1CA179F4-798B-315E-6DF5-9FEC0B6C8396}"/>
              </a:ext>
            </a:extLst>
          </p:cNvPr>
          <p:cNvCxnSpPr>
            <a:stCxn id="30" idx="2"/>
            <a:endCxn id="31" idx="0"/>
          </p:cNvCxnSpPr>
          <p:nvPr/>
        </p:nvCxnSpPr>
        <p:spPr>
          <a:xfrm>
            <a:off x="10556970" y="1877826"/>
            <a:ext cx="0" cy="3249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056476EB-B222-B267-FF67-91E7CB9EF93B}"/>
              </a:ext>
            </a:extLst>
          </p:cNvPr>
          <p:cNvCxnSpPr>
            <a:stCxn id="31" idx="1"/>
            <a:endCxn id="77" idx="3"/>
          </p:cNvCxnSpPr>
          <p:nvPr/>
        </p:nvCxnSpPr>
        <p:spPr>
          <a:xfrm flipH="1" flipV="1">
            <a:off x="9342944" y="2425105"/>
            <a:ext cx="578518" cy="62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E997D983-58D0-3E6B-0E4B-A78C51FF04A2}"/>
              </a:ext>
            </a:extLst>
          </p:cNvPr>
          <p:cNvCxnSpPr>
            <a:stCxn id="77" idx="1"/>
            <a:endCxn id="49" idx="3"/>
          </p:cNvCxnSpPr>
          <p:nvPr/>
        </p:nvCxnSpPr>
        <p:spPr>
          <a:xfrm flipH="1">
            <a:off x="7493410" y="2425105"/>
            <a:ext cx="578518" cy="75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Arrow Connector 121">
            <a:extLst>
              <a:ext uri="{FF2B5EF4-FFF2-40B4-BE49-F238E27FC236}">
                <a16:creationId xmlns:a16="http://schemas.microsoft.com/office/drawing/2014/main" id="{66066A97-6200-98DA-F3A3-407E79B56E63}"/>
              </a:ext>
            </a:extLst>
          </p:cNvPr>
          <p:cNvCxnSpPr>
            <a:stCxn id="49" idx="1"/>
            <a:endCxn id="51" idx="3"/>
          </p:cNvCxnSpPr>
          <p:nvPr/>
        </p:nvCxnSpPr>
        <p:spPr>
          <a:xfrm flipH="1">
            <a:off x="5670276" y="2432669"/>
            <a:ext cx="552118" cy="15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Arrow Connector 123">
            <a:extLst>
              <a:ext uri="{FF2B5EF4-FFF2-40B4-BE49-F238E27FC236}">
                <a16:creationId xmlns:a16="http://schemas.microsoft.com/office/drawing/2014/main" id="{433317AF-A0E8-12AF-5A92-BCC5BC5EA1BF}"/>
              </a:ext>
            </a:extLst>
          </p:cNvPr>
          <p:cNvCxnSpPr>
            <a:stCxn id="51" idx="1"/>
            <a:endCxn id="53" idx="3"/>
          </p:cNvCxnSpPr>
          <p:nvPr/>
        </p:nvCxnSpPr>
        <p:spPr>
          <a:xfrm flipH="1">
            <a:off x="3949693" y="2434266"/>
            <a:ext cx="449567" cy="85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Arrow Connector 125">
            <a:extLst>
              <a:ext uri="{FF2B5EF4-FFF2-40B4-BE49-F238E27FC236}">
                <a16:creationId xmlns:a16="http://schemas.microsoft.com/office/drawing/2014/main" id="{97F471DE-CE0A-EABF-F1CC-5ABC2EC9A199}"/>
              </a:ext>
            </a:extLst>
          </p:cNvPr>
          <p:cNvCxnSpPr>
            <a:stCxn id="53" idx="1"/>
            <a:endCxn id="55" idx="3"/>
          </p:cNvCxnSpPr>
          <p:nvPr/>
        </p:nvCxnSpPr>
        <p:spPr>
          <a:xfrm flipH="1">
            <a:off x="2237865" y="2442847"/>
            <a:ext cx="440812" cy="63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Arrow Connector 127">
            <a:extLst>
              <a:ext uri="{FF2B5EF4-FFF2-40B4-BE49-F238E27FC236}">
                <a16:creationId xmlns:a16="http://schemas.microsoft.com/office/drawing/2014/main" id="{F34AB6E2-6204-CBAE-1C23-5630F00CC053}"/>
              </a:ext>
            </a:extLst>
          </p:cNvPr>
          <p:cNvCxnSpPr>
            <a:stCxn id="55" idx="2"/>
            <a:endCxn id="57" idx="0"/>
          </p:cNvCxnSpPr>
          <p:nvPr/>
        </p:nvCxnSpPr>
        <p:spPr>
          <a:xfrm>
            <a:off x="1602357" y="2677769"/>
            <a:ext cx="0" cy="3424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0" name="Straight Arrow Connector 129">
            <a:extLst>
              <a:ext uri="{FF2B5EF4-FFF2-40B4-BE49-F238E27FC236}">
                <a16:creationId xmlns:a16="http://schemas.microsoft.com/office/drawing/2014/main" id="{6EE8794F-910B-2A8E-634B-43CB111FDE79}"/>
              </a:ext>
            </a:extLst>
          </p:cNvPr>
          <p:cNvCxnSpPr>
            <a:stCxn id="57" idx="3"/>
            <a:endCxn id="59" idx="1"/>
          </p:cNvCxnSpPr>
          <p:nvPr/>
        </p:nvCxnSpPr>
        <p:spPr>
          <a:xfrm>
            <a:off x="2237865" y="3248807"/>
            <a:ext cx="440812" cy="48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Arrow Connector 131">
            <a:extLst>
              <a:ext uri="{FF2B5EF4-FFF2-40B4-BE49-F238E27FC236}">
                <a16:creationId xmlns:a16="http://schemas.microsoft.com/office/drawing/2014/main" id="{528E298B-050F-D356-A201-F3878E5A062C}"/>
              </a:ext>
            </a:extLst>
          </p:cNvPr>
          <p:cNvCxnSpPr>
            <a:stCxn id="59" idx="3"/>
            <a:endCxn id="61" idx="1"/>
          </p:cNvCxnSpPr>
          <p:nvPr/>
        </p:nvCxnSpPr>
        <p:spPr>
          <a:xfrm flipV="1">
            <a:off x="3949693" y="3248807"/>
            <a:ext cx="449567" cy="48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Arrow Connector 133">
            <a:extLst>
              <a:ext uri="{FF2B5EF4-FFF2-40B4-BE49-F238E27FC236}">
                <a16:creationId xmlns:a16="http://schemas.microsoft.com/office/drawing/2014/main" id="{9A672E79-05F0-DC4A-C2C2-F27870723694}"/>
              </a:ext>
            </a:extLst>
          </p:cNvPr>
          <p:cNvCxnSpPr>
            <a:stCxn id="61" idx="3"/>
            <a:endCxn id="63" idx="1"/>
          </p:cNvCxnSpPr>
          <p:nvPr/>
        </p:nvCxnSpPr>
        <p:spPr>
          <a:xfrm>
            <a:off x="5670276" y="3248807"/>
            <a:ext cx="55211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Arrow Connector 135">
            <a:extLst>
              <a:ext uri="{FF2B5EF4-FFF2-40B4-BE49-F238E27FC236}">
                <a16:creationId xmlns:a16="http://schemas.microsoft.com/office/drawing/2014/main" id="{0C53567B-6A56-A247-0A46-261E188CE76C}"/>
              </a:ext>
            </a:extLst>
          </p:cNvPr>
          <p:cNvCxnSpPr>
            <a:stCxn id="63" idx="3"/>
            <a:endCxn id="65" idx="1"/>
          </p:cNvCxnSpPr>
          <p:nvPr/>
        </p:nvCxnSpPr>
        <p:spPr>
          <a:xfrm>
            <a:off x="7493410" y="3248807"/>
            <a:ext cx="61568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Arrow Connector 137">
            <a:extLst>
              <a:ext uri="{FF2B5EF4-FFF2-40B4-BE49-F238E27FC236}">
                <a16:creationId xmlns:a16="http://schemas.microsoft.com/office/drawing/2014/main" id="{B81C4B07-B453-C4D9-F79B-895053B68342}"/>
              </a:ext>
            </a:extLst>
          </p:cNvPr>
          <p:cNvCxnSpPr>
            <a:stCxn id="65" idx="3"/>
            <a:endCxn id="99" idx="1"/>
          </p:cNvCxnSpPr>
          <p:nvPr/>
        </p:nvCxnSpPr>
        <p:spPr>
          <a:xfrm>
            <a:off x="9380106" y="3248807"/>
            <a:ext cx="54135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Arrow Connector 139">
            <a:extLst>
              <a:ext uri="{FF2B5EF4-FFF2-40B4-BE49-F238E27FC236}">
                <a16:creationId xmlns:a16="http://schemas.microsoft.com/office/drawing/2014/main" id="{F9D328E7-E692-274B-DF7A-8D2AC85AD31D}"/>
              </a:ext>
            </a:extLst>
          </p:cNvPr>
          <p:cNvCxnSpPr>
            <a:stCxn id="99" idx="2"/>
            <a:endCxn id="101" idx="0"/>
          </p:cNvCxnSpPr>
          <p:nvPr/>
        </p:nvCxnSpPr>
        <p:spPr>
          <a:xfrm>
            <a:off x="10556970" y="3477407"/>
            <a:ext cx="0" cy="4461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2" name="Straight Arrow Connector 141">
            <a:extLst>
              <a:ext uri="{FF2B5EF4-FFF2-40B4-BE49-F238E27FC236}">
                <a16:creationId xmlns:a16="http://schemas.microsoft.com/office/drawing/2014/main" id="{5A84DC4D-BB6F-50B4-9628-4E810F9BA18F}"/>
              </a:ext>
            </a:extLst>
          </p:cNvPr>
          <p:cNvCxnSpPr>
            <a:stCxn id="101" idx="1"/>
            <a:endCxn id="103" idx="3"/>
          </p:cNvCxnSpPr>
          <p:nvPr/>
        </p:nvCxnSpPr>
        <p:spPr>
          <a:xfrm flipH="1" flipV="1">
            <a:off x="9383080" y="4145393"/>
            <a:ext cx="538382" cy="67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Arrow Connector 143">
            <a:extLst>
              <a:ext uri="{FF2B5EF4-FFF2-40B4-BE49-F238E27FC236}">
                <a16:creationId xmlns:a16="http://schemas.microsoft.com/office/drawing/2014/main" id="{D3AB0DF7-A7A2-0485-56D7-E8222EFAB6FA}"/>
              </a:ext>
            </a:extLst>
          </p:cNvPr>
          <p:cNvCxnSpPr>
            <a:stCxn id="103" idx="1"/>
            <a:endCxn id="105" idx="3"/>
          </p:cNvCxnSpPr>
          <p:nvPr/>
        </p:nvCxnSpPr>
        <p:spPr>
          <a:xfrm flipH="1">
            <a:off x="7491140" y="4145393"/>
            <a:ext cx="620924" cy="67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Straight Arrow Connector 145">
            <a:extLst>
              <a:ext uri="{FF2B5EF4-FFF2-40B4-BE49-F238E27FC236}">
                <a16:creationId xmlns:a16="http://schemas.microsoft.com/office/drawing/2014/main" id="{900BBAD5-2EC5-FE30-1644-875DBC27BA46}"/>
              </a:ext>
            </a:extLst>
          </p:cNvPr>
          <p:cNvCxnSpPr>
            <a:stCxn id="105" idx="1"/>
            <a:endCxn id="69" idx="3"/>
          </p:cNvCxnSpPr>
          <p:nvPr/>
        </p:nvCxnSpPr>
        <p:spPr>
          <a:xfrm flipH="1" flipV="1">
            <a:off x="5670276" y="4150458"/>
            <a:ext cx="549848" cy="17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Straight Arrow Connector 147">
            <a:extLst>
              <a:ext uri="{FF2B5EF4-FFF2-40B4-BE49-F238E27FC236}">
                <a16:creationId xmlns:a16="http://schemas.microsoft.com/office/drawing/2014/main" id="{32122349-EA16-4B6D-256F-E0E411ACF3BB}"/>
              </a:ext>
            </a:extLst>
          </p:cNvPr>
          <p:cNvCxnSpPr>
            <a:stCxn id="69" idx="1"/>
            <a:endCxn id="79" idx="3"/>
          </p:cNvCxnSpPr>
          <p:nvPr/>
        </p:nvCxnSpPr>
        <p:spPr>
          <a:xfrm flipH="1">
            <a:off x="3949693" y="4150458"/>
            <a:ext cx="449567" cy="17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Arrow Connector 149">
            <a:extLst>
              <a:ext uri="{FF2B5EF4-FFF2-40B4-BE49-F238E27FC236}">
                <a16:creationId xmlns:a16="http://schemas.microsoft.com/office/drawing/2014/main" id="{3F830A3B-D66E-33C3-CCA7-0EF7594FA689}"/>
              </a:ext>
            </a:extLst>
          </p:cNvPr>
          <p:cNvCxnSpPr>
            <a:stCxn id="79" idx="1"/>
            <a:endCxn id="80" idx="3"/>
          </p:cNvCxnSpPr>
          <p:nvPr/>
        </p:nvCxnSpPr>
        <p:spPr>
          <a:xfrm flipH="1" flipV="1">
            <a:off x="2237865" y="4150458"/>
            <a:ext cx="440812" cy="17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Straight Arrow Connector 151">
            <a:extLst>
              <a:ext uri="{FF2B5EF4-FFF2-40B4-BE49-F238E27FC236}">
                <a16:creationId xmlns:a16="http://schemas.microsoft.com/office/drawing/2014/main" id="{3263ED0A-0127-8724-375E-AF7EC13AF5FE}"/>
              </a:ext>
            </a:extLst>
          </p:cNvPr>
          <p:cNvCxnSpPr>
            <a:stCxn id="80" idx="2"/>
            <a:endCxn id="5" idx="0"/>
          </p:cNvCxnSpPr>
          <p:nvPr/>
        </p:nvCxnSpPr>
        <p:spPr>
          <a:xfrm>
            <a:off x="1602357" y="4379058"/>
            <a:ext cx="0" cy="4715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4" name="Straight Arrow Connector 153">
            <a:extLst>
              <a:ext uri="{FF2B5EF4-FFF2-40B4-BE49-F238E27FC236}">
                <a16:creationId xmlns:a16="http://schemas.microsoft.com/office/drawing/2014/main" id="{0FFCEA5D-4B3F-ECFC-10F7-B72E7DB902CA}"/>
              </a:ext>
            </a:extLst>
          </p:cNvPr>
          <p:cNvCxnSpPr>
            <a:stCxn id="5" idx="3"/>
            <a:endCxn id="7" idx="1"/>
          </p:cNvCxnSpPr>
          <p:nvPr/>
        </p:nvCxnSpPr>
        <p:spPr>
          <a:xfrm flipV="1">
            <a:off x="2237865" y="5070784"/>
            <a:ext cx="439330" cy="83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Straight Arrow Connector 155">
            <a:extLst>
              <a:ext uri="{FF2B5EF4-FFF2-40B4-BE49-F238E27FC236}">
                <a16:creationId xmlns:a16="http://schemas.microsoft.com/office/drawing/2014/main" id="{81E1CBE9-BCD8-19CB-19B1-E89A5DD2AA64}"/>
              </a:ext>
            </a:extLst>
          </p:cNvPr>
          <p:cNvCxnSpPr>
            <a:stCxn id="7" idx="3"/>
            <a:endCxn id="9" idx="1"/>
          </p:cNvCxnSpPr>
          <p:nvPr/>
        </p:nvCxnSpPr>
        <p:spPr>
          <a:xfrm flipV="1">
            <a:off x="3948211" y="5067146"/>
            <a:ext cx="451049" cy="36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Straight Arrow Connector 157">
            <a:extLst>
              <a:ext uri="{FF2B5EF4-FFF2-40B4-BE49-F238E27FC236}">
                <a16:creationId xmlns:a16="http://schemas.microsoft.com/office/drawing/2014/main" id="{62CC4F91-92F1-3F99-4D6A-4E3343D00DCE}"/>
              </a:ext>
            </a:extLst>
          </p:cNvPr>
          <p:cNvCxnSpPr>
            <a:cxnSpLocks/>
            <a:stCxn id="9" idx="3"/>
          </p:cNvCxnSpPr>
          <p:nvPr/>
        </p:nvCxnSpPr>
        <p:spPr>
          <a:xfrm>
            <a:off x="5670276" y="5067146"/>
            <a:ext cx="54984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290394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B123C5-7CF0-675C-A210-18547E2B02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Verification - Phases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57B0D5-AF5F-C1C8-DFEC-7F4EE61CEE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635EA-281D-47C8-A0EC-B8A06226CB83}" type="slidenum">
              <a:rPr lang="en-IN" smtClean="0"/>
              <a:t>40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E67AA15-27C6-7CE1-32F0-B0C9466861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1996" y="755356"/>
            <a:ext cx="3143412" cy="573434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70AA9DB-2D8E-4D78-0419-BFCB81618B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8582" y="755356"/>
            <a:ext cx="3114835" cy="573434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A35A117-6504-4699-4E1B-F851D7DDB6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6591" y="755356"/>
            <a:ext cx="3143412" cy="5534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254458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FA96E0-4CC2-FF8A-B0A4-E6D6E5D0E4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91EE25-4A27-2F41-2216-A7562EABE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01150" y="6518583"/>
            <a:ext cx="2743200" cy="365125"/>
          </a:xfrm>
        </p:spPr>
        <p:txBody>
          <a:bodyPr/>
          <a:lstStyle/>
          <a:p>
            <a:fld id="{C5E635EA-281D-47C8-A0EC-B8A06226CB83}" type="slidenum">
              <a:rPr lang="en-IN" smtClean="0"/>
              <a:t>41</a:t>
            </a:fld>
            <a:endParaRPr lang="en-IN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C78E20E-D386-D57E-0189-8C94C9EF90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4433"/>
            <a:ext cx="10515600" cy="315910"/>
          </a:xfrm>
        </p:spPr>
        <p:txBody>
          <a:bodyPr/>
          <a:lstStyle/>
          <a:p>
            <a:r>
              <a:rPr lang="en-US" dirty="0"/>
              <a:t>Test Verification</a:t>
            </a:r>
            <a:endParaRPr lang="en-IN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23B3A8D-9646-DF75-F829-0FD441896C81}"/>
              </a:ext>
            </a:extLst>
          </p:cNvPr>
          <p:cNvSpPr txBox="1"/>
          <p:nvPr/>
        </p:nvSpPr>
        <p:spPr>
          <a:xfrm>
            <a:off x="1117333" y="869430"/>
            <a:ext cx="6677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PCM – Seed &amp; Key tests: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D1040B3-7D5F-B977-E48C-E7A2989B324C}"/>
              </a:ext>
            </a:extLst>
          </p:cNvPr>
          <p:cNvSpPr txBox="1"/>
          <p:nvPr/>
        </p:nvSpPr>
        <p:spPr>
          <a:xfrm>
            <a:off x="1117333" y="1446150"/>
            <a:ext cx="20156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 File: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2250280-9141-1D98-70EC-1F519C132D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3764" y="2022870"/>
            <a:ext cx="3773566" cy="3086074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CDD8588-8268-9B2E-54D4-1E6CEFE24D79}"/>
              </a:ext>
            </a:extLst>
          </p:cNvPr>
          <p:cNvCxnSpPr/>
          <p:nvPr/>
        </p:nvCxnSpPr>
        <p:spPr>
          <a:xfrm>
            <a:off x="5422605" y="2163726"/>
            <a:ext cx="72833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B3D218E-A917-ED71-FBD3-494D7404B46C}"/>
              </a:ext>
            </a:extLst>
          </p:cNvPr>
          <p:cNvCxnSpPr/>
          <p:nvPr/>
        </p:nvCxnSpPr>
        <p:spPr>
          <a:xfrm>
            <a:off x="5422605" y="2613838"/>
            <a:ext cx="72833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1E1E9B6-152A-E0C5-87FA-EE8776AD2809}"/>
              </a:ext>
            </a:extLst>
          </p:cNvPr>
          <p:cNvCxnSpPr/>
          <p:nvPr/>
        </p:nvCxnSpPr>
        <p:spPr>
          <a:xfrm>
            <a:off x="5422605" y="3765699"/>
            <a:ext cx="72833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A463B2E1-4763-F924-3F6A-5AF9AFAA19B8}"/>
              </a:ext>
            </a:extLst>
          </p:cNvPr>
          <p:cNvCxnSpPr/>
          <p:nvPr/>
        </p:nvCxnSpPr>
        <p:spPr>
          <a:xfrm>
            <a:off x="5422605" y="4906927"/>
            <a:ext cx="72833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6F1731D7-962F-14B6-C4EC-7FE7ACF6D0F8}"/>
              </a:ext>
            </a:extLst>
          </p:cNvPr>
          <p:cNvSpPr txBox="1"/>
          <p:nvPr/>
        </p:nvSpPr>
        <p:spPr>
          <a:xfrm>
            <a:off x="6256210" y="2009837"/>
            <a:ext cx="13769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400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Request</a:t>
            </a:r>
            <a:endParaRPr lang="en-IN" sz="1400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4602508-2A5B-D407-2352-7BAF2E3F2C9C}"/>
              </a:ext>
            </a:extLst>
          </p:cNvPr>
          <p:cNvSpPr txBox="1"/>
          <p:nvPr/>
        </p:nvSpPr>
        <p:spPr>
          <a:xfrm>
            <a:off x="6256210" y="2459949"/>
            <a:ext cx="13769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400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Response</a:t>
            </a:r>
            <a:endParaRPr lang="en-IN" sz="1400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6CCA0B0-8D05-85F5-5B6B-405602C82660}"/>
              </a:ext>
            </a:extLst>
          </p:cNvPr>
          <p:cNvSpPr txBox="1"/>
          <p:nvPr/>
        </p:nvSpPr>
        <p:spPr>
          <a:xfrm>
            <a:off x="6256210" y="4753038"/>
            <a:ext cx="13769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400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Response</a:t>
            </a:r>
            <a:endParaRPr lang="en-IN" sz="1400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B6A339B-513E-CFAB-21A9-E8B66A0C0D91}"/>
              </a:ext>
            </a:extLst>
          </p:cNvPr>
          <p:cNvSpPr txBox="1"/>
          <p:nvPr/>
        </p:nvSpPr>
        <p:spPr>
          <a:xfrm>
            <a:off x="6256210" y="3611810"/>
            <a:ext cx="13769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400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Request</a:t>
            </a:r>
            <a:endParaRPr lang="en-IN" sz="1400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47359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E9770B-A821-3FE4-56B0-056F1BC5B7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A41067-6272-1B82-4CB5-986E2BD0AA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01150" y="6518583"/>
            <a:ext cx="2743200" cy="365125"/>
          </a:xfrm>
        </p:spPr>
        <p:txBody>
          <a:bodyPr/>
          <a:lstStyle/>
          <a:p>
            <a:fld id="{C5E635EA-281D-47C8-A0EC-B8A06226CB83}" type="slidenum">
              <a:rPr lang="en-IN" smtClean="0"/>
              <a:t>42</a:t>
            </a:fld>
            <a:endParaRPr lang="en-IN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7BE7DBF-0B29-D861-CF4D-9F767F5B7E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4433"/>
            <a:ext cx="10515600" cy="315910"/>
          </a:xfrm>
        </p:spPr>
        <p:txBody>
          <a:bodyPr/>
          <a:lstStyle/>
          <a:p>
            <a:r>
              <a:rPr lang="en-US" dirty="0"/>
              <a:t>Test Verification</a:t>
            </a:r>
            <a:endParaRPr lang="en-IN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B758853-7BB1-E5B9-DD90-900E31666C18}"/>
              </a:ext>
            </a:extLst>
          </p:cNvPr>
          <p:cNvSpPr txBox="1"/>
          <p:nvPr/>
        </p:nvSpPr>
        <p:spPr>
          <a:xfrm>
            <a:off x="1117333" y="869430"/>
            <a:ext cx="6677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PCM – Read Cluster Software version: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B65F0DA-FFE9-9EBF-5E94-B86F1C06759E}"/>
              </a:ext>
            </a:extLst>
          </p:cNvPr>
          <p:cNvSpPr txBox="1"/>
          <p:nvPr/>
        </p:nvSpPr>
        <p:spPr>
          <a:xfrm>
            <a:off x="1117333" y="4394097"/>
            <a:ext cx="6677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Report Logiq: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270DBF6-0B55-141B-FFCA-D9551A0E5612}"/>
              </a:ext>
            </a:extLst>
          </p:cNvPr>
          <p:cNvSpPr txBox="1"/>
          <p:nvPr/>
        </p:nvSpPr>
        <p:spPr>
          <a:xfrm>
            <a:off x="1117333" y="2471251"/>
            <a:ext cx="20156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 File: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C0B584F-57C4-AD5D-6DAA-29C5E310C0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1002" y="1243193"/>
            <a:ext cx="8712970" cy="78787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4687E91-FB4D-1125-5250-0CAC506FD4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1002" y="2929962"/>
            <a:ext cx="4532242" cy="99807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3F4B3D5-C871-36D9-FE2E-703F0621E9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1002" y="4977858"/>
            <a:ext cx="9834798" cy="365124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08E8443-2AC9-2FD7-FECC-D49B25E99676}"/>
              </a:ext>
            </a:extLst>
          </p:cNvPr>
          <p:cNvCxnSpPr>
            <a:cxnSpLocks/>
          </p:cNvCxnSpPr>
          <p:nvPr/>
        </p:nvCxnSpPr>
        <p:spPr bwMode="auto">
          <a:xfrm>
            <a:off x="5873896" y="3132181"/>
            <a:ext cx="43562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5F8E1F5A-54B9-1056-C37B-D406D133E21B}"/>
              </a:ext>
            </a:extLst>
          </p:cNvPr>
          <p:cNvSpPr txBox="1"/>
          <p:nvPr/>
        </p:nvSpPr>
        <p:spPr>
          <a:xfrm>
            <a:off x="6488286" y="2978292"/>
            <a:ext cx="107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Request</a:t>
            </a:r>
            <a:endParaRPr lang="en-IN" sz="1400" dirty="0">
              <a:solidFill>
                <a:srgbClr val="000099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AFDD9B3-A743-5955-2D1D-6BFCAE12A4AB}"/>
              </a:ext>
            </a:extLst>
          </p:cNvPr>
          <p:cNvCxnSpPr>
            <a:cxnSpLocks/>
          </p:cNvCxnSpPr>
          <p:nvPr/>
        </p:nvCxnSpPr>
        <p:spPr bwMode="auto">
          <a:xfrm>
            <a:off x="5873896" y="3811007"/>
            <a:ext cx="43562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B5B0A54A-EB16-5D2A-A17F-53F5731AD94F}"/>
              </a:ext>
            </a:extLst>
          </p:cNvPr>
          <p:cNvSpPr txBox="1"/>
          <p:nvPr/>
        </p:nvSpPr>
        <p:spPr>
          <a:xfrm>
            <a:off x="6488286" y="3640832"/>
            <a:ext cx="107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99"/>
                </a:solidFill>
                <a:effectLst/>
                <a:latin typeface="Arial" pitchFamily="34" charset="0"/>
                <a:cs typeface="Arial" pitchFamily="34" charset="0"/>
              </a:rPr>
              <a:t>Response</a:t>
            </a:r>
            <a:endParaRPr lang="en-IN" sz="1400" dirty="0">
              <a:solidFill>
                <a:srgbClr val="000099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237779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F43569-7166-482F-A484-AF58E8D57F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670FA1-D462-6CD3-9A39-232612038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01150" y="6518583"/>
            <a:ext cx="2743200" cy="365125"/>
          </a:xfrm>
        </p:spPr>
        <p:txBody>
          <a:bodyPr/>
          <a:lstStyle/>
          <a:p>
            <a:fld id="{C5E635EA-281D-47C8-A0EC-B8A06226CB83}" type="slidenum">
              <a:rPr lang="en-IN" smtClean="0"/>
              <a:t>43</a:t>
            </a:fld>
            <a:endParaRPr lang="en-IN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6794CBD-5B0F-C59F-4EF3-78610AAC55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4433"/>
            <a:ext cx="10515600" cy="315910"/>
          </a:xfrm>
        </p:spPr>
        <p:txBody>
          <a:bodyPr/>
          <a:lstStyle/>
          <a:p>
            <a:r>
              <a:rPr lang="en-US" dirty="0"/>
              <a:t>Test Verification</a:t>
            </a:r>
            <a:endParaRPr lang="en-IN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7E3FF75-0299-7363-FB8E-78B1E0F29FBF}"/>
              </a:ext>
            </a:extLst>
          </p:cNvPr>
          <p:cNvSpPr txBox="1"/>
          <p:nvPr/>
        </p:nvSpPr>
        <p:spPr>
          <a:xfrm>
            <a:off x="1117333" y="869430"/>
            <a:ext cx="6677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PCM – Read Hardware version: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4A50278-6F43-3B28-8513-DB2AFE417718}"/>
              </a:ext>
            </a:extLst>
          </p:cNvPr>
          <p:cNvSpPr txBox="1"/>
          <p:nvPr/>
        </p:nvSpPr>
        <p:spPr>
          <a:xfrm>
            <a:off x="1117333" y="4394097"/>
            <a:ext cx="6677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Report Logiq: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AC7B43A-FB7B-05AC-94E9-F9E148562865}"/>
              </a:ext>
            </a:extLst>
          </p:cNvPr>
          <p:cNvSpPr txBox="1"/>
          <p:nvPr/>
        </p:nvSpPr>
        <p:spPr>
          <a:xfrm>
            <a:off x="1117333" y="2471251"/>
            <a:ext cx="20156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 File: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5D2F2E0-59B2-B8C1-BF7B-39C6503403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1002" y="1295650"/>
            <a:ext cx="7992376" cy="70954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8CFB09B-94C4-74EB-0085-C145266642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1001" y="2923407"/>
            <a:ext cx="6487013" cy="96279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8D49DD2-21F8-95A0-D7B8-801CEF6E8C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1000" y="4856089"/>
            <a:ext cx="9775933" cy="365125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6B748FE-DCB8-6C08-0F51-E4FCECDADA7D}"/>
              </a:ext>
            </a:extLst>
          </p:cNvPr>
          <p:cNvCxnSpPr>
            <a:cxnSpLocks/>
          </p:cNvCxnSpPr>
          <p:nvPr/>
        </p:nvCxnSpPr>
        <p:spPr bwMode="auto">
          <a:xfrm>
            <a:off x="7862183" y="3077296"/>
            <a:ext cx="43562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5D336BBB-CB57-7DE8-D7C4-613E5767DE27}"/>
              </a:ext>
            </a:extLst>
          </p:cNvPr>
          <p:cNvSpPr txBox="1"/>
          <p:nvPr/>
        </p:nvSpPr>
        <p:spPr>
          <a:xfrm>
            <a:off x="8476573" y="2923407"/>
            <a:ext cx="107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Request</a:t>
            </a:r>
            <a:endParaRPr lang="en-IN" sz="1400" dirty="0">
              <a:solidFill>
                <a:srgbClr val="000099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82CE0E5-7C2C-F5F3-1C54-CB58006B2C31}"/>
              </a:ext>
            </a:extLst>
          </p:cNvPr>
          <p:cNvCxnSpPr>
            <a:cxnSpLocks/>
          </p:cNvCxnSpPr>
          <p:nvPr/>
        </p:nvCxnSpPr>
        <p:spPr bwMode="auto">
          <a:xfrm>
            <a:off x="7862183" y="3728895"/>
            <a:ext cx="43562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26D052F3-FF44-469A-6A2F-5100E2B40641}"/>
              </a:ext>
            </a:extLst>
          </p:cNvPr>
          <p:cNvSpPr txBox="1"/>
          <p:nvPr/>
        </p:nvSpPr>
        <p:spPr>
          <a:xfrm>
            <a:off x="8476573" y="3558720"/>
            <a:ext cx="107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99"/>
                </a:solidFill>
                <a:effectLst/>
                <a:latin typeface="Arial" pitchFamily="34" charset="0"/>
                <a:cs typeface="Arial" pitchFamily="34" charset="0"/>
              </a:rPr>
              <a:t>Response</a:t>
            </a:r>
            <a:endParaRPr lang="en-IN" sz="1400" dirty="0">
              <a:solidFill>
                <a:srgbClr val="000099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658133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B46D8C-D76F-1607-4C52-DC1BDBE13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21504F-305F-27E6-5314-786CC5CAD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01150" y="6518583"/>
            <a:ext cx="2743200" cy="365125"/>
          </a:xfrm>
        </p:spPr>
        <p:txBody>
          <a:bodyPr/>
          <a:lstStyle/>
          <a:p>
            <a:fld id="{C5E635EA-281D-47C8-A0EC-B8A06226CB83}" type="slidenum">
              <a:rPr lang="en-IN" smtClean="0"/>
              <a:t>44</a:t>
            </a:fld>
            <a:endParaRPr lang="en-IN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6F3C40C-24C9-07E6-6D74-3623D4FC34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4433"/>
            <a:ext cx="10515600" cy="315910"/>
          </a:xfrm>
        </p:spPr>
        <p:txBody>
          <a:bodyPr/>
          <a:lstStyle/>
          <a:p>
            <a:r>
              <a:rPr lang="en-US" dirty="0"/>
              <a:t>Test Verification</a:t>
            </a:r>
            <a:endParaRPr lang="en-IN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FCA4059-BFC0-AE19-057B-318007774E15}"/>
              </a:ext>
            </a:extLst>
          </p:cNvPr>
          <p:cNvSpPr txBox="1"/>
          <p:nvPr/>
        </p:nvSpPr>
        <p:spPr>
          <a:xfrm>
            <a:off x="1117333" y="869430"/>
            <a:ext cx="6677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PCM – Read &amp; Compare CAL ID: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27A2708-D561-E360-78CF-A32BDA1B6319}"/>
              </a:ext>
            </a:extLst>
          </p:cNvPr>
          <p:cNvSpPr txBox="1"/>
          <p:nvPr/>
        </p:nvSpPr>
        <p:spPr>
          <a:xfrm>
            <a:off x="1117333" y="4102827"/>
            <a:ext cx="6677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Report Logiq: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CE97810-A932-8F08-080B-9DA4B14B3E46}"/>
              </a:ext>
            </a:extLst>
          </p:cNvPr>
          <p:cNvSpPr txBox="1"/>
          <p:nvPr/>
        </p:nvSpPr>
        <p:spPr>
          <a:xfrm>
            <a:off x="1117333" y="2471251"/>
            <a:ext cx="20156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 File: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497797F-3E2B-A7DF-E852-AE20BE8879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9126" y="1238762"/>
            <a:ext cx="7194169" cy="72459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82B8AD0-AEC4-8DE2-A59F-D4ABB9B80E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9126" y="2918645"/>
            <a:ext cx="7747719" cy="59822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7B35A80-C180-A6CF-9AAE-8D2C59A28F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9126" y="4516371"/>
            <a:ext cx="9632891" cy="916866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FB4A5DE-DC17-4ECA-EB17-5D3A6A2A7D9D}"/>
              </a:ext>
            </a:extLst>
          </p:cNvPr>
          <p:cNvCxnSpPr>
            <a:cxnSpLocks/>
          </p:cNvCxnSpPr>
          <p:nvPr/>
        </p:nvCxnSpPr>
        <p:spPr bwMode="auto">
          <a:xfrm>
            <a:off x="9058347" y="3072534"/>
            <a:ext cx="43562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36581F61-06D3-B55E-8667-C6291D07319A}"/>
              </a:ext>
            </a:extLst>
          </p:cNvPr>
          <p:cNvSpPr txBox="1"/>
          <p:nvPr/>
        </p:nvSpPr>
        <p:spPr>
          <a:xfrm>
            <a:off x="9672737" y="2918645"/>
            <a:ext cx="107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Request</a:t>
            </a:r>
            <a:endParaRPr lang="en-IN" sz="1400" dirty="0">
              <a:solidFill>
                <a:srgbClr val="000099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1870AE4-687A-07AE-921F-774B1291FF1F}"/>
              </a:ext>
            </a:extLst>
          </p:cNvPr>
          <p:cNvCxnSpPr>
            <a:cxnSpLocks/>
          </p:cNvCxnSpPr>
          <p:nvPr/>
        </p:nvCxnSpPr>
        <p:spPr bwMode="auto">
          <a:xfrm>
            <a:off x="9058347" y="3396597"/>
            <a:ext cx="43562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F830DFCA-5DBE-B93A-4250-118326EE2AD6}"/>
              </a:ext>
            </a:extLst>
          </p:cNvPr>
          <p:cNvSpPr txBox="1"/>
          <p:nvPr/>
        </p:nvSpPr>
        <p:spPr>
          <a:xfrm>
            <a:off x="9672737" y="3226422"/>
            <a:ext cx="107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99"/>
                </a:solidFill>
                <a:effectLst/>
                <a:latin typeface="Arial" pitchFamily="34" charset="0"/>
                <a:cs typeface="Arial" pitchFamily="34" charset="0"/>
              </a:rPr>
              <a:t>Response</a:t>
            </a:r>
            <a:endParaRPr lang="en-IN" sz="1400" dirty="0">
              <a:solidFill>
                <a:srgbClr val="000099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440574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96D266-81D0-2802-729C-E97035D2A6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A9DE30-22BF-532C-A1DE-35E384B1FA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01150" y="6518583"/>
            <a:ext cx="2743200" cy="365125"/>
          </a:xfrm>
        </p:spPr>
        <p:txBody>
          <a:bodyPr/>
          <a:lstStyle/>
          <a:p>
            <a:fld id="{C5E635EA-281D-47C8-A0EC-B8A06226CB83}" type="slidenum">
              <a:rPr lang="en-IN" smtClean="0"/>
              <a:t>45</a:t>
            </a:fld>
            <a:endParaRPr lang="en-IN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18B8C83-FAF2-4D07-46B1-8CC71C7978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4433"/>
            <a:ext cx="10515600" cy="315910"/>
          </a:xfrm>
        </p:spPr>
        <p:txBody>
          <a:bodyPr/>
          <a:lstStyle/>
          <a:p>
            <a:r>
              <a:rPr lang="en-US" dirty="0"/>
              <a:t>Test Verification</a:t>
            </a:r>
            <a:endParaRPr lang="en-IN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C36A34E-8E61-5EA7-67AC-04158AD770DF}"/>
              </a:ext>
            </a:extLst>
          </p:cNvPr>
          <p:cNvSpPr txBox="1"/>
          <p:nvPr/>
        </p:nvSpPr>
        <p:spPr>
          <a:xfrm>
            <a:off x="1117333" y="869430"/>
            <a:ext cx="6677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PCM – Write VIN: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8D27CA0-82FE-F3A0-E362-C455AF70F983}"/>
              </a:ext>
            </a:extLst>
          </p:cNvPr>
          <p:cNvSpPr txBox="1"/>
          <p:nvPr/>
        </p:nvSpPr>
        <p:spPr>
          <a:xfrm>
            <a:off x="1117333" y="4102827"/>
            <a:ext cx="6677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Report Logiq: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9BB0F3D-D101-ECEB-ED0E-CC1A7CAB0BDB}"/>
              </a:ext>
            </a:extLst>
          </p:cNvPr>
          <p:cNvSpPr txBox="1"/>
          <p:nvPr/>
        </p:nvSpPr>
        <p:spPr>
          <a:xfrm>
            <a:off x="1117333" y="2471251"/>
            <a:ext cx="20156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 File: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5214AC4-C4A6-A96F-33B5-6D8B5D465B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9126" y="1245131"/>
            <a:ext cx="7445123" cy="74165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781A665-91B2-8B57-3952-4D43B1E730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9126" y="2919910"/>
            <a:ext cx="8459082" cy="59873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DF80B2B-F00E-8DE7-AF29-A327F98D59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9126" y="4641468"/>
            <a:ext cx="9343897" cy="733290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5BE4CEF-1801-5BC3-634E-3400BEB9B62E}"/>
              </a:ext>
            </a:extLst>
          </p:cNvPr>
          <p:cNvCxnSpPr>
            <a:cxnSpLocks/>
          </p:cNvCxnSpPr>
          <p:nvPr/>
        </p:nvCxnSpPr>
        <p:spPr bwMode="auto">
          <a:xfrm>
            <a:off x="9770728" y="3068742"/>
            <a:ext cx="43562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3996C316-B52A-01D2-68B3-638398974CC2}"/>
              </a:ext>
            </a:extLst>
          </p:cNvPr>
          <p:cNvSpPr txBox="1"/>
          <p:nvPr/>
        </p:nvSpPr>
        <p:spPr>
          <a:xfrm>
            <a:off x="10385118" y="2914853"/>
            <a:ext cx="107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Request</a:t>
            </a:r>
            <a:endParaRPr lang="en-IN" sz="1400" dirty="0">
              <a:solidFill>
                <a:srgbClr val="000099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E70BF9A-6971-AD50-1461-2774DABACD1C}"/>
              </a:ext>
            </a:extLst>
          </p:cNvPr>
          <p:cNvCxnSpPr>
            <a:cxnSpLocks/>
          </p:cNvCxnSpPr>
          <p:nvPr/>
        </p:nvCxnSpPr>
        <p:spPr bwMode="auto">
          <a:xfrm>
            <a:off x="9770728" y="3408225"/>
            <a:ext cx="43562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35FA38E3-12FF-58DE-9BD3-DD0F785A66D3}"/>
              </a:ext>
            </a:extLst>
          </p:cNvPr>
          <p:cNvSpPr txBox="1"/>
          <p:nvPr/>
        </p:nvSpPr>
        <p:spPr>
          <a:xfrm>
            <a:off x="10385118" y="3238050"/>
            <a:ext cx="107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99"/>
                </a:solidFill>
                <a:effectLst/>
                <a:latin typeface="Arial" pitchFamily="34" charset="0"/>
                <a:cs typeface="Arial" pitchFamily="34" charset="0"/>
              </a:rPr>
              <a:t>Response</a:t>
            </a:r>
            <a:endParaRPr lang="en-IN" sz="1400" dirty="0">
              <a:solidFill>
                <a:srgbClr val="000099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34400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09FEA6-E045-5C6C-67B2-ABB85B05DB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E8036E-301F-FC31-9613-2A380D40E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01150" y="6518583"/>
            <a:ext cx="2743200" cy="365125"/>
          </a:xfrm>
        </p:spPr>
        <p:txBody>
          <a:bodyPr/>
          <a:lstStyle/>
          <a:p>
            <a:fld id="{C5E635EA-281D-47C8-A0EC-B8A06226CB83}" type="slidenum">
              <a:rPr lang="en-IN" smtClean="0"/>
              <a:t>46</a:t>
            </a:fld>
            <a:endParaRPr lang="en-IN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D0BAF15-CA88-CCC8-47B5-76A8526B0A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4433"/>
            <a:ext cx="10515600" cy="315910"/>
          </a:xfrm>
        </p:spPr>
        <p:txBody>
          <a:bodyPr/>
          <a:lstStyle/>
          <a:p>
            <a:r>
              <a:rPr lang="en-US" dirty="0"/>
              <a:t>Test Verification</a:t>
            </a:r>
            <a:endParaRPr lang="en-IN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914985E-7426-4A12-0AC8-1E01B874C7CF}"/>
              </a:ext>
            </a:extLst>
          </p:cNvPr>
          <p:cNvSpPr txBox="1"/>
          <p:nvPr/>
        </p:nvSpPr>
        <p:spPr>
          <a:xfrm>
            <a:off x="1117333" y="869430"/>
            <a:ext cx="6677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PCM – Read VIN: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FA2DC0C-BC84-F444-BA92-E913B261B396}"/>
              </a:ext>
            </a:extLst>
          </p:cNvPr>
          <p:cNvSpPr txBox="1"/>
          <p:nvPr/>
        </p:nvSpPr>
        <p:spPr>
          <a:xfrm>
            <a:off x="1117333" y="4287493"/>
            <a:ext cx="6677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Report Logiq: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422E3A5-9387-EE8A-A408-B7B9D0026428}"/>
              </a:ext>
            </a:extLst>
          </p:cNvPr>
          <p:cNvSpPr txBox="1"/>
          <p:nvPr/>
        </p:nvSpPr>
        <p:spPr>
          <a:xfrm>
            <a:off x="1117333" y="2471251"/>
            <a:ext cx="20156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 File: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00EAB34-6E29-D50F-924F-07ACF79315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9126" y="1238762"/>
            <a:ext cx="7724166" cy="93272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82350A3-9225-3127-0C1D-61CA8A8B48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9125" y="2919910"/>
            <a:ext cx="7226891" cy="101360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26A60AF-B009-1E60-441F-845F221F1F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9125" y="4828621"/>
            <a:ext cx="10209338" cy="1013607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5F3E878-CE70-AAB3-8FD2-C2BFAE151E5F}"/>
              </a:ext>
            </a:extLst>
          </p:cNvPr>
          <p:cNvCxnSpPr>
            <a:cxnSpLocks/>
          </p:cNvCxnSpPr>
          <p:nvPr/>
        </p:nvCxnSpPr>
        <p:spPr bwMode="auto">
          <a:xfrm>
            <a:off x="8500137" y="3073799"/>
            <a:ext cx="43562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FF28FBA7-FBD7-5204-B6BC-D041E062B843}"/>
              </a:ext>
            </a:extLst>
          </p:cNvPr>
          <p:cNvSpPr txBox="1"/>
          <p:nvPr/>
        </p:nvSpPr>
        <p:spPr>
          <a:xfrm>
            <a:off x="9114527" y="2919910"/>
            <a:ext cx="107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Request</a:t>
            </a:r>
            <a:endParaRPr lang="en-IN" sz="1400" dirty="0">
              <a:solidFill>
                <a:srgbClr val="000099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48D8363-8A19-845E-8D81-3E2DDE45DFA5}"/>
              </a:ext>
            </a:extLst>
          </p:cNvPr>
          <p:cNvCxnSpPr>
            <a:cxnSpLocks/>
          </p:cNvCxnSpPr>
          <p:nvPr/>
        </p:nvCxnSpPr>
        <p:spPr bwMode="auto">
          <a:xfrm>
            <a:off x="8500137" y="3569658"/>
            <a:ext cx="43562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969F6EB7-0793-0534-BFDE-C20AFEF423F0}"/>
              </a:ext>
            </a:extLst>
          </p:cNvPr>
          <p:cNvSpPr txBox="1"/>
          <p:nvPr/>
        </p:nvSpPr>
        <p:spPr>
          <a:xfrm>
            <a:off x="9114527" y="3399483"/>
            <a:ext cx="107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99"/>
                </a:solidFill>
                <a:effectLst/>
                <a:latin typeface="Arial" pitchFamily="34" charset="0"/>
                <a:cs typeface="Arial" pitchFamily="34" charset="0"/>
              </a:rPr>
              <a:t>Response</a:t>
            </a:r>
            <a:endParaRPr lang="en-IN" sz="1400" dirty="0">
              <a:solidFill>
                <a:srgbClr val="000099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907651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F7D47D-DC89-E1E6-B25A-C71460D084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1E4FE1-D9FC-C9AF-F9E1-1C32D6970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01150" y="6518583"/>
            <a:ext cx="2743200" cy="365125"/>
          </a:xfrm>
        </p:spPr>
        <p:txBody>
          <a:bodyPr/>
          <a:lstStyle/>
          <a:p>
            <a:fld id="{C5E635EA-281D-47C8-A0EC-B8A06226CB83}" type="slidenum">
              <a:rPr lang="en-IN" smtClean="0"/>
              <a:t>47</a:t>
            </a:fld>
            <a:endParaRPr lang="en-IN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BC31760-6C6F-D10C-4A87-CEAF60439D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4433"/>
            <a:ext cx="10515600" cy="315910"/>
          </a:xfrm>
        </p:spPr>
        <p:txBody>
          <a:bodyPr/>
          <a:lstStyle/>
          <a:p>
            <a:r>
              <a:rPr lang="en-US" dirty="0"/>
              <a:t>Test Verification</a:t>
            </a:r>
            <a:endParaRPr lang="en-IN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C391503-258D-CCE9-EBF1-5D71CEFE7DD1}"/>
              </a:ext>
            </a:extLst>
          </p:cNvPr>
          <p:cNvSpPr txBox="1"/>
          <p:nvPr/>
        </p:nvSpPr>
        <p:spPr>
          <a:xfrm>
            <a:off x="1117333" y="869430"/>
            <a:ext cx="6677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PCM – Write &amp; Read test stamp: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A1C965E-ED16-1154-F865-C8793D613391}"/>
              </a:ext>
            </a:extLst>
          </p:cNvPr>
          <p:cNvSpPr txBox="1"/>
          <p:nvPr/>
        </p:nvSpPr>
        <p:spPr>
          <a:xfrm>
            <a:off x="1117333" y="4287493"/>
            <a:ext cx="6677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Report Logiq: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D468A9B-3A0C-88CA-47A6-62E2608F0185}"/>
              </a:ext>
            </a:extLst>
          </p:cNvPr>
          <p:cNvSpPr txBox="1"/>
          <p:nvPr/>
        </p:nvSpPr>
        <p:spPr>
          <a:xfrm>
            <a:off x="1117333" y="2471251"/>
            <a:ext cx="20156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 File: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976AB06-9ED5-F996-D637-FF1282CEDA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9125" y="1238762"/>
            <a:ext cx="7120382" cy="100479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3E0219B-BC91-870A-B02E-198EDADACA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9125" y="2890494"/>
            <a:ext cx="4543144" cy="131468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9D6658D-7845-DD58-0548-F934B9EA51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9125" y="4739140"/>
            <a:ext cx="9855146" cy="752575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4172AEA-D3D7-65EC-09B3-F78706173F0D}"/>
              </a:ext>
            </a:extLst>
          </p:cNvPr>
          <p:cNvCxnSpPr>
            <a:cxnSpLocks/>
          </p:cNvCxnSpPr>
          <p:nvPr/>
        </p:nvCxnSpPr>
        <p:spPr bwMode="auto">
          <a:xfrm>
            <a:off x="5783518" y="3018272"/>
            <a:ext cx="43562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5F749E70-F867-688E-608D-F28F3059AA21}"/>
              </a:ext>
            </a:extLst>
          </p:cNvPr>
          <p:cNvSpPr txBox="1"/>
          <p:nvPr/>
        </p:nvSpPr>
        <p:spPr>
          <a:xfrm>
            <a:off x="6397908" y="2864383"/>
            <a:ext cx="107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Request</a:t>
            </a:r>
            <a:endParaRPr lang="en-IN" sz="1400" dirty="0">
              <a:solidFill>
                <a:srgbClr val="000099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5B49FCA-911F-093D-145C-C24CBE3160E2}"/>
              </a:ext>
            </a:extLst>
          </p:cNvPr>
          <p:cNvCxnSpPr>
            <a:cxnSpLocks/>
          </p:cNvCxnSpPr>
          <p:nvPr/>
        </p:nvCxnSpPr>
        <p:spPr bwMode="auto">
          <a:xfrm>
            <a:off x="5783518" y="3394103"/>
            <a:ext cx="43562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58F16763-23FD-3F72-0608-BFEC3E604DED}"/>
              </a:ext>
            </a:extLst>
          </p:cNvPr>
          <p:cNvSpPr txBox="1"/>
          <p:nvPr/>
        </p:nvSpPr>
        <p:spPr>
          <a:xfrm>
            <a:off x="6397908" y="3223928"/>
            <a:ext cx="107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99"/>
                </a:solidFill>
                <a:effectLst/>
                <a:latin typeface="Arial" pitchFamily="34" charset="0"/>
                <a:cs typeface="Arial" pitchFamily="34" charset="0"/>
              </a:rPr>
              <a:t>Response</a:t>
            </a:r>
            <a:endParaRPr lang="en-IN" sz="1400" dirty="0">
              <a:solidFill>
                <a:srgbClr val="000099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322200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86518A-43CC-EB7E-938C-15F67E3C24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455F0F-D9C1-70DB-456F-9C92601BB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01150" y="6518583"/>
            <a:ext cx="2743200" cy="365125"/>
          </a:xfrm>
        </p:spPr>
        <p:txBody>
          <a:bodyPr/>
          <a:lstStyle/>
          <a:p>
            <a:fld id="{C5E635EA-281D-47C8-A0EC-B8A06226CB83}" type="slidenum">
              <a:rPr lang="en-IN" smtClean="0"/>
              <a:t>48</a:t>
            </a:fld>
            <a:endParaRPr lang="en-IN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529548B-044F-ED42-71D3-04130C51C4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4433"/>
            <a:ext cx="10515600" cy="315910"/>
          </a:xfrm>
        </p:spPr>
        <p:txBody>
          <a:bodyPr/>
          <a:lstStyle/>
          <a:p>
            <a:r>
              <a:rPr lang="en-US" dirty="0"/>
              <a:t>Test Verification</a:t>
            </a:r>
            <a:endParaRPr lang="en-IN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7E5A00A-F3B3-2EEA-B5CD-17226EFDDD8B}"/>
              </a:ext>
            </a:extLst>
          </p:cNvPr>
          <p:cNvSpPr txBox="1"/>
          <p:nvPr/>
        </p:nvSpPr>
        <p:spPr>
          <a:xfrm>
            <a:off x="1117333" y="869430"/>
            <a:ext cx="6677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PCM – Quick Shift Enabling: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644CCE-1D8A-C349-D81D-839FA89179A0}"/>
              </a:ext>
            </a:extLst>
          </p:cNvPr>
          <p:cNvSpPr txBox="1"/>
          <p:nvPr/>
        </p:nvSpPr>
        <p:spPr>
          <a:xfrm>
            <a:off x="1117333" y="4287493"/>
            <a:ext cx="6677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Report Logiq: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17B7448-C954-45D1-436E-680D8F17BDB6}"/>
              </a:ext>
            </a:extLst>
          </p:cNvPr>
          <p:cNvSpPr txBox="1"/>
          <p:nvPr/>
        </p:nvSpPr>
        <p:spPr>
          <a:xfrm>
            <a:off x="1117333" y="2471251"/>
            <a:ext cx="20156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 File: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27807D8-E8CE-3387-2FFB-C716C38F1E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9124" y="1291512"/>
            <a:ext cx="6826955" cy="79778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ABCDA20-12C6-5BA9-36F8-2FDD9C8048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9123" y="2927616"/>
            <a:ext cx="5296415" cy="78465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228EAEF-0955-EE0C-7709-AC1083436F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9123" y="4768703"/>
            <a:ext cx="10082140" cy="365124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E80CC9F-368F-B816-F8DD-F03FA766C804}"/>
              </a:ext>
            </a:extLst>
          </p:cNvPr>
          <p:cNvCxnSpPr>
            <a:cxnSpLocks/>
          </p:cNvCxnSpPr>
          <p:nvPr/>
        </p:nvCxnSpPr>
        <p:spPr bwMode="auto">
          <a:xfrm>
            <a:off x="6591593" y="3125480"/>
            <a:ext cx="43562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CA7C83D0-E410-4CA0-ED11-29E3889EAA8B}"/>
              </a:ext>
            </a:extLst>
          </p:cNvPr>
          <p:cNvSpPr txBox="1"/>
          <p:nvPr/>
        </p:nvSpPr>
        <p:spPr>
          <a:xfrm>
            <a:off x="7205983" y="2971591"/>
            <a:ext cx="107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Request</a:t>
            </a:r>
            <a:endParaRPr lang="en-IN" sz="1400" dirty="0">
              <a:solidFill>
                <a:srgbClr val="000099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DBD5CDA-0C1C-7BF6-01AF-312C4F6A7AFB}"/>
              </a:ext>
            </a:extLst>
          </p:cNvPr>
          <p:cNvCxnSpPr>
            <a:cxnSpLocks/>
          </p:cNvCxnSpPr>
          <p:nvPr/>
        </p:nvCxnSpPr>
        <p:spPr bwMode="auto">
          <a:xfrm>
            <a:off x="6591593" y="3520749"/>
            <a:ext cx="43562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89E1E86F-72DC-AEAE-5B98-88F267A5C3D1}"/>
              </a:ext>
            </a:extLst>
          </p:cNvPr>
          <p:cNvSpPr txBox="1"/>
          <p:nvPr/>
        </p:nvSpPr>
        <p:spPr>
          <a:xfrm>
            <a:off x="7205983" y="3350574"/>
            <a:ext cx="107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99"/>
                </a:solidFill>
                <a:effectLst/>
                <a:latin typeface="Arial" pitchFamily="34" charset="0"/>
                <a:cs typeface="Arial" pitchFamily="34" charset="0"/>
              </a:rPr>
              <a:t>Response</a:t>
            </a:r>
            <a:endParaRPr lang="en-IN" sz="1400" dirty="0">
              <a:solidFill>
                <a:srgbClr val="000099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091633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8EC22C-F476-24E6-04AD-4C9EF40E11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3DBFCA-B7EE-B468-F888-1965691E4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01150" y="6518583"/>
            <a:ext cx="2743200" cy="365125"/>
          </a:xfrm>
        </p:spPr>
        <p:txBody>
          <a:bodyPr/>
          <a:lstStyle/>
          <a:p>
            <a:fld id="{C5E635EA-281D-47C8-A0EC-B8A06226CB83}" type="slidenum">
              <a:rPr lang="en-IN" smtClean="0"/>
              <a:t>49</a:t>
            </a:fld>
            <a:endParaRPr lang="en-IN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06EC097-848F-835F-3A7D-D755436DC5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4433"/>
            <a:ext cx="10515600" cy="315910"/>
          </a:xfrm>
        </p:spPr>
        <p:txBody>
          <a:bodyPr/>
          <a:lstStyle/>
          <a:p>
            <a:r>
              <a:rPr lang="en-US" dirty="0"/>
              <a:t>Test Verification</a:t>
            </a:r>
            <a:endParaRPr lang="en-IN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4F378C2-22D4-DE2E-733E-D59CF218D090}"/>
              </a:ext>
            </a:extLst>
          </p:cNvPr>
          <p:cNvSpPr txBox="1"/>
          <p:nvPr/>
        </p:nvSpPr>
        <p:spPr>
          <a:xfrm>
            <a:off x="1117333" y="869430"/>
            <a:ext cx="6677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PCM – IMMO Enable: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F6AA918-A05B-3A93-8F48-A81636C4490A}"/>
              </a:ext>
            </a:extLst>
          </p:cNvPr>
          <p:cNvSpPr txBox="1"/>
          <p:nvPr/>
        </p:nvSpPr>
        <p:spPr>
          <a:xfrm>
            <a:off x="1117333" y="4287493"/>
            <a:ext cx="6677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Report Logiq: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D2FFDD7-93CB-FD92-0214-5FB6B1D364F7}"/>
              </a:ext>
            </a:extLst>
          </p:cNvPr>
          <p:cNvSpPr txBox="1"/>
          <p:nvPr/>
        </p:nvSpPr>
        <p:spPr>
          <a:xfrm>
            <a:off x="1117333" y="2471251"/>
            <a:ext cx="20156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 File: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6D650C6-2B69-3379-9C1A-DB0DA7DB31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9123" y="1238762"/>
            <a:ext cx="8593464" cy="88211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98F4280-0165-9A1C-956A-65E6D8578A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9123" y="2952461"/>
            <a:ext cx="5190777" cy="77956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4FE8774-D4D6-6538-1DAB-1FE2224EAE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3453" y="4762674"/>
            <a:ext cx="10539930" cy="365125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0E9D456-EB04-7D76-B213-722301E31ED3}"/>
              </a:ext>
            </a:extLst>
          </p:cNvPr>
          <p:cNvCxnSpPr>
            <a:cxnSpLocks/>
          </p:cNvCxnSpPr>
          <p:nvPr/>
        </p:nvCxnSpPr>
        <p:spPr bwMode="auto">
          <a:xfrm>
            <a:off x="6458686" y="3133510"/>
            <a:ext cx="43562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8A9F3CD5-A306-C7EE-5FA8-00A792202CCE}"/>
              </a:ext>
            </a:extLst>
          </p:cNvPr>
          <p:cNvSpPr txBox="1"/>
          <p:nvPr/>
        </p:nvSpPr>
        <p:spPr>
          <a:xfrm>
            <a:off x="7073076" y="2979621"/>
            <a:ext cx="107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Request</a:t>
            </a:r>
            <a:endParaRPr lang="en-IN" sz="1400" dirty="0">
              <a:solidFill>
                <a:srgbClr val="000099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1D1F5F4-E72A-C098-F19E-8AFBD9D5AC1D}"/>
              </a:ext>
            </a:extLst>
          </p:cNvPr>
          <p:cNvCxnSpPr>
            <a:cxnSpLocks/>
          </p:cNvCxnSpPr>
          <p:nvPr/>
        </p:nvCxnSpPr>
        <p:spPr bwMode="auto">
          <a:xfrm>
            <a:off x="6458686" y="3528779"/>
            <a:ext cx="43562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099E08C9-760B-8850-C4A5-82C73D9A7182}"/>
              </a:ext>
            </a:extLst>
          </p:cNvPr>
          <p:cNvSpPr txBox="1"/>
          <p:nvPr/>
        </p:nvSpPr>
        <p:spPr>
          <a:xfrm>
            <a:off x="7073076" y="3358604"/>
            <a:ext cx="107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99"/>
                </a:solidFill>
                <a:effectLst/>
                <a:latin typeface="Arial" pitchFamily="34" charset="0"/>
                <a:cs typeface="Arial" pitchFamily="34" charset="0"/>
              </a:rPr>
              <a:t>Response</a:t>
            </a:r>
            <a:endParaRPr lang="en-IN" sz="1400" dirty="0">
              <a:solidFill>
                <a:srgbClr val="000099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845725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931AED-1E67-2426-68B5-0F852E78CD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085114-55A9-858C-62EC-5957AAC4F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01150" y="6518583"/>
            <a:ext cx="2743200" cy="365125"/>
          </a:xfrm>
        </p:spPr>
        <p:txBody>
          <a:bodyPr/>
          <a:lstStyle/>
          <a:p>
            <a:fld id="{C5E635EA-281D-47C8-A0EC-B8A06226CB83}" type="slidenum">
              <a:rPr lang="en-IN" smtClean="0"/>
              <a:t>50</a:t>
            </a:fld>
            <a:endParaRPr lang="en-IN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B0E1BD2-1A8F-DEBC-FDBB-5FEE9C64D0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4433"/>
            <a:ext cx="10515600" cy="315910"/>
          </a:xfrm>
        </p:spPr>
        <p:txBody>
          <a:bodyPr/>
          <a:lstStyle/>
          <a:p>
            <a:r>
              <a:rPr lang="en-US" dirty="0"/>
              <a:t>Test Verification</a:t>
            </a:r>
            <a:endParaRPr lang="en-IN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B3D0242-61F6-9BAE-D050-5862342D7897}"/>
              </a:ext>
            </a:extLst>
          </p:cNvPr>
          <p:cNvSpPr txBox="1"/>
          <p:nvPr/>
        </p:nvSpPr>
        <p:spPr>
          <a:xfrm>
            <a:off x="1117333" y="869430"/>
            <a:ext cx="6677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PCM – Clear DTC: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C64898A-47B6-3744-4EFC-7C45A6B7E0C1}"/>
              </a:ext>
            </a:extLst>
          </p:cNvPr>
          <p:cNvSpPr txBox="1"/>
          <p:nvPr/>
        </p:nvSpPr>
        <p:spPr>
          <a:xfrm>
            <a:off x="1117333" y="2471251"/>
            <a:ext cx="20156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 File: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B3C4E6D-2AD9-63C6-C000-B924DDCBCC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3453" y="1252604"/>
            <a:ext cx="7042528" cy="77956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0B2B50C-FB5B-B43A-DE2E-A133B1B939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3453" y="3011560"/>
            <a:ext cx="5852891" cy="1225514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4867A5F-F709-292A-07CF-0CB2D600821F}"/>
              </a:ext>
            </a:extLst>
          </p:cNvPr>
          <p:cNvCxnSpPr>
            <a:cxnSpLocks/>
          </p:cNvCxnSpPr>
          <p:nvPr/>
        </p:nvCxnSpPr>
        <p:spPr bwMode="auto">
          <a:xfrm>
            <a:off x="7180495" y="3165449"/>
            <a:ext cx="43562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53BDF448-FCA1-2A42-4484-16CE79FC7717}"/>
              </a:ext>
            </a:extLst>
          </p:cNvPr>
          <p:cNvSpPr txBox="1"/>
          <p:nvPr/>
        </p:nvSpPr>
        <p:spPr>
          <a:xfrm>
            <a:off x="7794885" y="3011560"/>
            <a:ext cx="107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Request</a:t>
            </a:r>
            <a:endParaRPr lang="en-IN" sz="1400" dirty="0">
              <a:solidFill>
                <a:srgbClr val="000099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11030C9-24C0-71CA-91C2-62461005B562}"/>
              </a:ext>
            </a:extLst>
          </p:cNvPr>
          <p:cNvCxnSpPr>
            <a:cxnSpLocks/>
          </p:cNvCxnSpPr>
          <p:nvPr/>
        </p:nvCxnSpPr>
        <p:spPr bwMode="auto">
          <a:xfrm>
            <a:off x="7180495" y="4039183"/>
            <a:ext cx="43562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8C286DBE-A051-6591-A555-6ACAB79ED027}"/>
              </a:ext>
            </a:extLst>
          </p:cNvPr>
          <p:cNvSpPr txBox="1"/>
          <p:nvPr/>
        </p:nvSpPr>
        <p:spPr>
          <a:xfrm>
            <a:off x="7794885" y="3869008"/>
            <a:ext cx="107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99"/>
                </a:solidFill>
                <a:effectLst/>
                <a:latin typeface="Arial" pitchFamily="34" charset="0"/>
                <a:cs typeface="Arial" pitchFamily="34" charset="0"/>
              </a:rPr>
              <a:t>Response</a:t>
            </a:r>
            <a:endParaRPr lang="en-IN" sz="1400" dirty="0">
              <a:solidFill>
                <a:srgbClr val="000099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969095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F2FBBB-80E7-25B2-B59C-BAF0F63AA0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390783-5DD8-439E-B328-9795FEB87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01150" y="6518583"/>
            <a:ext cx="2743200" cy="365125"/>
          </a:xfrm>
        </p:spPr>
        <p:txBody>
          <a:bodyPr/>
          <a:lstStyle/>
          <a:p>
            <a:fld id="{C5E635EA-281D-47C8-A0EC-B8A06226CB83}" type="slidenum">
              <a:rPr lang="en-IN" smtClean="0"/>
              <a:t>51</a:t>
            </a:fld>
            <a:endParaRPr lang="en-IN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0D31A5D-7C6A-3F63-CC3F-860F2F9985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4433"/>
            <a:ext cx="10515600" cy="315910"/>
          </a:xfrm>
        </p:spPr>
        <p:txBody>
          <a:bodyPr/>
          <a:lstStyle/>
          <a:p>
            <a:r>
              <a:rPr lang="en-US" dirty="0"/>
              <a:t>Test Verification</a:t>
            </a:r>
            <a:endParaRPr lang="en-IN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7AE388D-83A1-6D11-F7AF-A3517F8F3D80}"/>
              </a:ext>
            </a:extLst>
          </p:cNvPr>
          <p:cNvSpPr txBox="1"/>
          <p:nvPr/>
        </p:nvSpPr>
        <p:spPr>
          <a:xfrm>
            <a:off x="1117333" y="869430"/>
            <a:ext cx="6677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PCM – Read &amp; Compare CVN: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C3B0E4A-0046-9D22-0A33-1463CFD7AC98}"/>
              </a:ext>
            </a:extLst>
          </p:cNvPr>
          <p:cNvSpPr txBox="1"/>
          <p:nvPr/>
        </p:nvSpPr>
        <p:spPr>
          <a:xfrm>
            <a:off x="1117333" y="4287493"/>
            <a:ext cx="6677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Report Logiq: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3AF7BF9-F043-820B-C2FA-6B4A156A6A7D}"/>
              </a:ext>
            </a:extLst>
          </p:cNvPr>
          <p:cNvSpPr txBox="1"/>
          <p:nvPr/>
        </p:nvSpPr>
        <p:spPr>
          <a:xfrm>
            <a:off x="1117333" y="2471251"/>
            <a:ext cx="20156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 File: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08D8FEE-85B1-1DAB-9E26-72090B62F0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3452" y="1238761"/>
            <a:ext cx="7442125" cy="77079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19F7838-2D8D-547D-629D-39CE15A72E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3452" y="2896709"/>
            <a:ext cx="5628974" cy="85658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81B5C1D-808D-2B53-51E8-5373E8B1AB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3452" y="4805242"/>
            <a:ext cx="9843828" cy="946972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121834F-51EB-D84B-FE21-EE68A4D4C655}"/>
              </a:ext>
            </a:extLst>
          </p:cNvPr>
          <p:cNvCxnSpPr>
            <a:cxnSpLocks/>
          </p:cNvCxnSpPr>
          <p:nvPr/>
        </p:nvCxnSpPr>
        <p:spPr bwMode="auto">
          <a:xfrm>
            <a:off x="6979709" y="3144142"/>
            <a:ext cx="43562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2B1AEAB5-DC65-89C4-ED46-DE1631FEF5FD}"/>
              </a:ext>
            </a:extLst>
          </p:cNvPr>
          <p:cNvSpPr txBox="1"/>
          <p:nvPr/>
        </p:nvSpPr>
        <p:spPr>
          <a:xfrm>
            <a:off x="7594099" y="2990253"/>
            <a:ext cx="107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Request</a:t>
            </a:r>
            <a:endParaRPr lang="en-IN" sz="1400" dirty="0">
              <a:solidFill>
                <a:srgbClr val="000099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0951A5A-80DC-BD14-718A-F212956C4999}"/>
              </a:ext>
            </a:extLst>
          </p:cNvPr>
          <p:cNvCxnSpPr>
            <a:cxnSpLocks/>
          </p:cNvCxnSpPr>
          <p:nvPr/>
        </p:nvCxnSpPr>
        <p:spPr bwMode="auto">
          <a:xfrm>
            <a:off x="6979709" y="3539411"/>
            <a:ext cx="43562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5FDDA142-57C0-1916-198F-D489E6E9E06F}"/>
              </a:ext>
            </a:extLst>
          </p:cNvPr>
          <p:cNvSpPr txBox="1"/>
          <p:nvPr/>
        </p:nvSpPr>
        <p:spPr>
          <a:xfrm>
            <a:off x="7594099" y="3369236"/>
            <a:ext cx="107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99"/>
                </a:solidFill>
                <a:effectLst/>
                <a:latin typeface="Arial" pitchFamily="34" charset="0"/>
                <a:cs typeface="Arial" pitchFamily="34" charset="0"/>
              </a:rPr>
              <a:t>Response</a:t>
            </a:r>
            <a:endParaRPr lang="en-IN" sz="1400" dirty="0">
              <a:solidFill>
                <a:srgbClr val="000099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054413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2A1032-DF86-57FA-355B-15F1C86D87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156073-ACF7-1874-E4A7-5950A03130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635EA-281D-47C8-A0EC-B8A06226CB83}" type="slidenum">
              <a:rPr lang="en-IN" smtClean="0"/>
              <a:t>52</a:t>
            </a:fld>
            <a:endParaRPr lang="en-IN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9E66669-BF08-39B5-B401-BABD126BB2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13089"/>
            <a:ext cx="10515600" cy="1159107"/>
          </a:xfrm>
        </p:spPr>
        <p:txBody>
          <a:bodyPr/>
          <a:lstStyle/>
          <a:p>
            <a:r>
              <a:rPr lang="en-US" sz="4400" dirty="0"/>
              <a:t>STATIC SEQUENCE</a:t>
            </a:r>
            <a:endParaRPr lang="en-IN" sz="4400" dirty="0"/>
          </a:p>
        </p:txBody>
      </p:sp>
    </p:spTree>
    <p:extLst>
      <p:ext uri="{BB962C8B-B14F-4D97-AF65-F5344CB8AC3E}">
        <p14:creationId xmlns:p14="http://schemas.microsoft.com/office/powerpoint/2010/main" val="257419362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2F3AA4-7157-C1CB-E128-6086046B2E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36D370-38C8-1E7F-0790-67D18BCFD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Static Sequence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530720-2E0D-7BF0-D42D-3BE1BDB06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635EA-281D-47C8-A0EC-B8A06226CB83}" type="slidenum">
              <a:rPr lang="en-IN" smtClean="0"/>
              <a:t>53</a:t>
            </a:fld>
            <a:endParaRPr lang="en-IN"/>
          </a:p>
        </p:txBody>
      </p:sp>
      <p:sp>
        <p:nvSpPr>
          <p:cNvPr id="23" name="Flowchart: Alternate Process 22">
            <a:extLst>
              <a:ext uri="{FF2B5EF4-FFF2-40B4-BE49-F238E27FC236}">
                <a16:creationId xmlns:a16="http://schemas.microsoft.com/office/drawing/2014/main" id="{50883A64-0C89-3A2B-A03A-B92AFBFAA481}"/>
              </a:ext>
            </a:extLst>
          </p:cNvPr>
          <p:cNvSpPr/>
          <p:nvPr/>
        </p:nvSpPr>
        <p:spPr>
          <a:xfrm>
            <a:off x="2643324" y="1423601"/>
            <a:ext cx="1271016" cy="457200"/>
          </a:xfrm>
          <a:prstGeom prst="flowChartAlternateProcess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>
                <a:solidFill>
                  <a:srgbClr val="003399"/>
                </a:solidFill>
                <a:cs typeface="Arial" panose="020B0604020202020204" pitchFamily="34" charset="0"/>
              </a:rPr>
              <a:t>Connect Cable </a:t>
            </a:r>
          </a:p>
        </p:txBody>
      </p:sp>
      <p:sp>
        <p:nvSpPr>
          <p:cNvPr id="24" name="Flowchart: Alternate Process 23">
            <a:extLst>
              <a:ext uri="{FF2B5EF4-FFF2-40B4-BE49-F238E27FC236}">
                <a16:creationId xmlns:a16="http://schemas.microsoft.com/office/drawing/2014/main" id="{823C4424-F8C9-FCB2-720A-DD6E448C404F}"/>
              </a:ext>
            </a:extLst>
          </p:cNvPr>
          <p:cNvSpPr/>
          <p:nvPr/>
        </p:nvSpPr>
        <p:spPr>
          <a:xfrm>
            <a:off x="6224119" y="1417640"/>
            <a:ext cx="1271016" cy="457200"/>
          </a:xfrm>
          <a:prstGeom prst="flowChartAlternateProcess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>
                <a:solidFill>
                  <a:srgbClr val="003399"/>
                </a:solidFill>
                <a:cs typeface="Arial" panose="020B0604020202020204" pitchFamily="34" charset="0"/>
              </a:rPr>
              <a:t>Scan VIN number</a:t>
            </a:r>
          </a:p>
        </p:txBody>
      </p:sp>
      <p:sp>
        <p:nvSpPr>
          <p:cNvPr id="25" name="Flowchart: Alternate Process 24">
            <a:extLst>
              <a:ext uri="{FF2B5EF4-FFF2-40B4-BE49-F238E27FC236}">
                <a16:creationId xmlns:a16="http://schemas.microsoft.com/office/drawing/2014/main" id="{AFD1D52F-FE2A-E51F-F2A0-1BC9A1DDE2E1}"/>
              </a:ext>
            </a:extLst>
          </p:cNvPr>
          <p:cNvSpPr/>
          <p:nvPr/>
        </p:nvSpPr>
        <p:spPr>
          <a:xfrm>
            <a:off x="8071928" y="1420626"/>
            <a:ext cx="1271016" cy="457200"/>
          </a:xfrm>
          <a:prstGeom prst="flowChartAlternateProcess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rgbClr val="003399"/>
                </a:solidFill>
                <a:cs typeface="Arial" panose="020B0604020202020204" pitchFamily="34" charset="0"/>
              </a:rPr>
              <a:t>Set Static Station = Null</a:t>
            </a:r>
          </a:p>
        </p:txBody>
      </p:sp>
      <p:sp>
        <p:nvSpPr>
          <p:cNvPr id="29" name="Flowchart: Alternate Process 28">
            <a:extLst>
              <a:ext uri="{FF2B5EF4-FFF2-40B4-BE49-F238E27FC236}">
                <a16:creationId xmlns:a16="http://schemas.microsoft.com/office/drawing/2014/main" id="{ED7D79B5-75CA-7FB0-DCD4-BF2C29322A49}"/>
              </a:ext>
            </a:extLst>
          </p:cNvPr>
          <p:cNvSpPr/>
          <p:nvPr/>
        </p:nvSpPr>
        <p:spPr>
          <a:xfrm>
            <a:off x="4399260" y="1420626"/>
            <a:ext cx="1271016" cy="457200"/>
          </a:xfrm>
          <a:prstGeom prst="flowChartAlternateProcess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>
                <a:solidFill>
                  <a:srgbClr val="003399"/>
                </a:solidFill>
                <a:cs typeface="Arial" panose="020B0604020202020204" pitchFamily="34" charset="0"/>
              </a:rPr>
              <a:t>Ignition ON</a:t>
            </a:r>
          </a:p>
        </p:txBody>
      </p:sp>
      <p:sp>
        <p:nvSpPr>
          <p:cNvPr id="30" name="Flowchart: Alternate Process 29">
            <a:extLst>
              <a:ext uri="{FF2B5EF4-FFF2-40B4-BE49-F238E27FC236}">
                <a16:creationId xmlns:a16="http://schemas.microsoft.com/office/drawing/2014/main" id="{A09662F9-3378-101B-2C71-6143EF5BCD0A}"/>
              </a:ext>
            </a:extLst>
          </p:cNvPr>
          <p:cNvSpPr/>
          <p:nvPr/>
        </p:nvSpPr>
        <p:spPr>
          <a:xfrm>
            <a:off x="9921462" y="1420626"/>
            <a:ext cx="1271016" cy="457200"/>
          </a:xfrm>
          <a:prstGeom prst="flowChartAlternateProcess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100" dirty="0">
                <a:solidFill>
                  <a:srgbClr val="003399"/>
                </a:solidFill>
                <a:cs typeface="Arial" panose="020B0604020202020204" pitchFamily="34" charset="0"/>
              </a:rPr>
              <a:t>Check Flashing = OK</a:t>
            </a:r>
          </a:p>
        </p:txBody>
      </p:sp>
      <p:sp>
        <p:nvSpPr>
          <p:cNvPr id="31" name="Flowchart: Alternate Process 30">
            <a:extLst>
              <a:ext uri="{FF2B5EF4-FFF2-40B4-BE49-F238E27FC236}">
                <a16:creationId xmlns:a16="http://schemas.microsoft.com/office/drawing/2014/main" id="{425DEDBB-A1F5-D852-8EE3-9C6A80DA872E}"/>
              </a:ext>
            </a:extLst>
          </p:cNvPr>
          <p:cNvSpPr/>
          <p:nvPr/>
        </p:nvSpPr>
        <p:spPr>
          <a:xfrm>
            <a:off x="9921462" y="2202795"/>
            <a:ext cx="1271016" cy="457200"/>
          </a:xfrm>
          <a:prstGeom prst="flowChartAlternateProcess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rgbClr val="003399"/>
                </a:solidFill>
                <a:cs typeface="Arial" panose="020B0604020202020204" pitchFamily="34" charset="0"/>
              </a:rPr>
              <a:t>Start Comm.</a:t>
            </a:r>
          </a:p>
        </p:txBody>
      </p:sp>
      <p:sp>
        <p:nvSpPr>
          <p:cNvPr id="49" name="Flowchart: Alternate Process 48">
            <a:extLst>
              <a:ext uri="{FF2B5EF4-FFF2-40B4-BE49-F238E27FC236}">
                <a16:creationId xmlns:a16="http://schemas.microsoft.com/office/drawing/2014/main" id="{57965AA3-BFFD-1A71-7D4C-79AD0C0D38D6}"/>
              </a:ext>
            </a:extLst>
          </p:cNvPr>
          <p:cNvSpPr/>
          <p:nvPr/>
        </p:nvSpPr>
        <p:spPr>
          <a:xfrm>
            <a:off x="6222394" y="2204069"/>
            <a:ext cx="1271016" cy="457200"/>
          </a:xfrm>
          <a:prstGeom prst="flowChartAlternateProcess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rgbClr val="003399"/>
                </a:solidFill>
                <a:cs typeface="Arial" panose="020B0604020202020204" pitchFamily="34" charset="0"/>
              </a:rPr>
              <a:t>Write Running mode</a:t>
            </a:r>
          </a:p>
        </p:txBody>
      </p:sp>
      <p:sp>
        <p:nvSpPr>
          <p:cNvPr id="51" name="Flowchart: Alternate Process 50">
            <a:extLst>
              <a:ext uri="{FF2B5EF4-FFF2-40B4-BE49-F238E27FC236}">
                <a16:creationId xmlns:a16="http://schemas.microsoft.com/office/drawing/2014/main" id="{91141576-19AC-7805-A3E8-BAFBFD386A1D}"/>
              </a:ext>
            </a:extLst>
          </p:cNvPr>
          <p:cNvSpPr/>
          <p:nvPr/>
        </p:nvSpPr>
        <p:spPr>
          <a:xfrm>
            <a:off x="4399260" y="2205666"/>
            <a:ext cx="1271016" cy="457200"/>
          </a:xfrm>
          <a:prstGeom prst="flowChartAlternateProcess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rgbClr val="003399"/>
                </a:solidFill>
                <a:cs typeface="Arial" panose="020B0604020202020204" pitchFamily="34" charset="0"/>
              </a:rPr>
              <a:t>Read Running mode</a:t>
            </a:r>
          </a:p>
        </p:txBody>
      </p:sp>
      <p:sp>
        <p:nvSpPr>
          <p:cNvPr id="53" name="Flowchart: Alternate Process 52">
            <a:extLst>
              <a:ext uri="{FF2B5EF4-FFF2-40B4-BE49-F238E27FC236}">
                <a16:creationId xmlns:a16="http://schemas.microsoft.com/office/drawing/2014/main" id="{B3CAB156-98D2-21A7-8767-99BF76C9B578}"/>
              </a:ext>
            </a:extLst>
          </p:cNvPr>
          <p:cNvSpPr/>
          <p:nvPr/>
        </p:nvSpPr>
        <p:spPr>
          <a:xfrm>
            <a:off x="2678677" y="2214247"/>
            <a:ext cx="1271016" cy="457200"/>
          </a:xfrm>
          <a:prstGeom prst="flowChartAlternateProcess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rgbClr val="003399"/>
                </a:solidFill>
                <a:cs typeface="Arial" panose="020B0604020202020204" pitchFamily="34" charset="0"/>
              </a:rPr>
              <a:t>Ride mode enable</a:t>
            </a:r>
          </a:p>
        </p:txBody>
      </p:sp>
      <p:sp>
        <p:nvSpPr>
          <p:cNvPr id="55" name="Flowchart: Alternate Process 54">
            <a:extLst>
              <a:ext uri="{FF2B5EF4-FFF2-40B4-BE49-F238E27FC236}">
                <a16:creationId xmlns:a16="http://schemas.microsoft.com/office/drawing/2014/main" id="{D3BE7A30-6E85-0B2F-9D3C-501002DCC486}"/>
              </a:ext>
            </a:extLst>
          </p:cNvPr>
          <p:cNvSpPr/>
          <p:nvPr/>
        </p:nvSpPr>
        <p:spPr>
          <a:xfrm>
            <a:off x="966849" y="2220569"/>
            <a:ext cx="1271016" cy="457200"/>
          </a:xfrm>
          <a:prstGeom prst="flowChartAlternateProcess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rgbClr val="003399"/>
                </a:solidFill>
                <a:cs typeface="Arial" panose="020B0604020202020204" pitchFamily="34" charset="0"/>
              </a:rPr>
              <a:t>Activate Urban mode</a:t>
            </a:r>
          </a:p>
        </p:txBody>
      </p:sp>
      <p:sp>
        <p:nvSpPr>
          <p:cNvPr id="57" name="Flowchart: Alternate Process 56">
            <a:extLst>
              <a:ext uri="{FF2B5EF4-FFF2-40B4-BE49-F238E27FC236}">
                <a16:creationId xmlns:a16="http://schemas.microsoft.com/office/drawing/2014/main" id="{4E87B1A9-9C7A-D23D-2500-ADB2E45E5C58}"/>
              </a:ext>
            </a:extLst>
          </p:cNvPr>
          <p:cNvSpPr/>
          <p:nvPr/>
        </p:nvSpPr>
        <p:spPr>
          <a:xfrm>
            <a:off x="966849" y="3020207"/>
            <a:ext cx="1271016" cy="457200"/>
          </a:xfrm>
          <a:prstGeom prst="flowChartAlternateProcess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rgbClr val="003399"/>
                </a:solidFill>
                <a:cs typeface="Arial" panose="020B0604020202020204" pitchFamily="34" charset="0"/>
              </a:rPr>
              <a:t>Activate Rain mode</a:t>
            </a:r>
          </a:p>
        </p:txBody>
      </p:sp>
      <p:sp>
        <p:nvSpPr>
          <p:cNvPr id="59" name="Flowchart: Alternate Process 58">
            <a:extLst>
              <a:ext uri="{FF2B5EF4-FFF2-40B4-BE49-F238E27FC236}">
                <a16:creationId xmlns:a16="http://schemas.microsoft.com/office/drawing/2014/main" id="{9F40E43E-BEBA-6C91-4B21-E316B49F74D0}"/>
              </a:ext>
            </a:extLst>
          </p:cNvPr>
          <p:cNvSpPr/>
          <p:nvPr/>
        </p:nvSpPr>
        <p:spPr>
          <a:xfrm>
            <a:off x="2678677" y="3025059"/>
            <a:ext cx="1271016" cy="457200"/>
          </a:xfrm>
          <a:prstGeom prst="flowChartAlternateProcess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rgbClr val="003399"/>
                </a:solidFill>
                <a:cs typeface="Arial" panose="020B0604020202020204" pitchFamily="34" charset="0"/>
              </a:rPr>
              <a:t>Activate Tour mode</a:t>
            </a:r>
          </a:p>
        </p:txBody>
      </p:sp>
      <p:sp>
        <p:nvSpPr>
          <p:cNvPr id="61" name="Flowchart: Alternate Process 60">
            <a:extLst>
              <a:ext uri="{FF2B5EF4-FFF2-40B4-BE49-F238E27FC236}">
                <a16:creationId xmlns:a16="http://schemas.microsoft.com/office/drawing/2014/main" id="{D8B59E59-ACCF-B265-7C0C-823E781C2FE5}"/>
              </a:ext>
            </a:extLst>
          </p:cNvPr>
          <p:cNvSpPr/>
          <p:nvPr/>
        </p:nvSpPr>
        <p:spPr>
          <a:xfrm>
            <a:off x="4399260" y="3020207"/>
            <a:ext cx="1271016" cy="457200"/>
          </a:xfrm>
          <a:prstGeom prst="flowChartAlternateProcess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rgbClr val="003399"/>
                </a:solidFill>
                <a:cs typeface="Arial" panose="020B0604020202020204" pitchFamily="34" charset="0"/>
              </a:rPr>
              <a:t>Activate Sport mode</a:t>
            </a:r>
          </a:p>
        </p:txBody>
      </p:sp>
      <p:sp>
        <p:nvSpPr>
          <p:cNvPr id="63" name="Flowchart: Alternate Process 62">
            <a:extLst>
              <a:ext uri="{FF2B5EF4-FFF2-40B4-BE49-F238E27FC236}">
                <a16:creationId xmlns:a16="http://schemas.microsoft.com/office/drawing/2014/main" id="{37F127C3-839B-A1EC-E351-BF2CE6B3B0E9}"/>
              </a:ext>
            </a:extLst>
          </p:cNvPr>
          <p:cNvSpPr/>
          <p:nvPr/>
        </p:nvSpPr>
        <p:spPr>
          <a:xfrm>
            <a:off x="6222394" y="3020207"/>
            <a:ext cx="1271016" cy="457200"/>
          </a:xfrm>
          <a:prstGeom prst="flowChartAlternateProcess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rgbClr val="003399"/>
                </a:solidFill>
                <a:cs typeface="Arial" panose="020B0604020202020204" pitchFamily="34" charset="0"/>
              </a:rPr>
              <a:t>Activate Enduro mode</a:t>
            </a:r>
          </a:p>
        </p:txBody>
      </p:sp>
      <p:sp>
        <p:nvSpPr>
          <p:cNvPr id="65" name="Flowchart: Alternate Process 64">
            <a:extLst>
              <a:ext uri="{FF2B5EF4-FFF2-40B4-BE49-F238E27FC236}">
                <a16:creationId xmlns:a16="http://schemas.microsoft.com/office/drawing/2014/main" id="{69CE2DD3-7FD0-7A67-2329-A5B69B2948E6}"/>
              </a:ext>
            </a:extLst>
          </p:cNvPr>
          <p:cNvSpPr/>
          <p:nvPr/>
        </p:nvSpPr>
        <p:spPr>
          <a:xfrm>
            <a:off x="8109090" y="3020207"/>
            <a:ext cx="1271016" cy="457200"/>
          </a:xfrm>
          <a:prstGeom prst="flowChartAlternateProcess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rgbClr val="003399"/>
                </a:solidFill>
                <a:cs typeface="Arial" panose="020B0604020202020204" pitchFamily="34" charset="0"/>
              </a:rPr>
              <a:t>Activate Urban mode</a:t>
            </a:r>
          </a:p>
        </p:txBody>
      </p:sp>
      <p:sp>
        <p:nvSpPr>
          <p:cNvPr id="69" name="Flowchart: Alternate Process 68">
            <a:extLst>
              <a:ext uri="{FF2B5EF4-FFF2-40B4-BE49-F238E27FC236}">
                <a16:creationId xmlns:a16="http://schemas.microsoft.com/office/drawing/2014/main" id="{DB785765-E0AF-EA3F-3F20-98DB93331A3D}"/>
              </a:ext>
            </a:extLst>
          </p:cNvPr>
          <p:cNvSpPr/>
          <p:nvPr/>
        </p:nvSpPr>
        <p:spPr>
          <a:xfrm>
            <a:off x="4399260" y="3921858"/>
            <a:ext cx="1271016" cy="457200"/>
          </a:xfrm>
          <a:prstGeom prst="flowChartAlternateProcess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rgbClr val="003399"/>
                </a:solidFill>
                <a:cs typeface="Arial" panose="020B0604020202020204" pitchFamily="34" charset="0"/>
              </a:rPr>
              <a:t>Read SKU from Cluster</a:t>
            </a:r>
          </a:p>
        </p:txBody>
      </p:sp>
      <p:sp>
        <p:nvSpPr>
          <p:cNvPr id="79" name="Flowchart: Alternate Process 78">
            <a:extLst>
              <a:ext uri="{FF2B5EF4-FFF2-40B4-BE49-F238E27FC236}">
                <a16:creationId xmlns:a16="http://schemas.microsoft.com/office/drawing/2014/main" id="{60BC0D91-24A9-27A0-8D86-CA0F7E085675}"/>
              </a:ext>
            </a:extLst>
          </p:cNvPr>
          <p:cNvSpPr/>
          <p:nvPr/>
        </p:nvSpPr>
        <p:spPr>
          <a:xfrm>
            <a:off x="2678677" y="3923560"/>
            <a:ext cx="1271016" cy="457200"/>
          </a:xfrm>
          <a:prstGeom prst="flowChartAlternateProcess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rgbClr val="003399"/>
                </a:solidFill>
                <a:cs typeface="Arial" panose="020B0604020202020204" pitchFamily="34" charset="0"/>
              </a:rPr>
              <a:t>Read e SIM status</a:t>
            </a:r>
          </a:p>
        </p:txBody>
      </p:sp>
      <p:sp>
        <p:nvSpPr>
          <p:cNvPr id="80" name="Flowchart: Alternate Process 79">
            <a:extLst>
              <a:ext uri="{FF2B5EF4-FFF2-40B4-BE49-F238E27FC236}">
                <a16:creationId xmlns:a16="http://schemas.microsoft.com/office/drawing/2014/main" id="{36168DD1-BD45-A07A-10CD-8AD493E5225E}"/>
              </a:ext>
            </a:extLst>
          </p:cNvPr>
          <p:cNvSpPr/>
          <p:nvPr/>
        </p:nvSpPr>
        <p:spPr>
          <a:xfrm>
            <a:off x="966849" y="3921858"/>
            <a:ext cx="1271016" cy="457200"/>
          </a:xfrm>
          <a:prstGeom prst="flowChartAlternateProcess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rgbClr val="003399"/>
                </a:solidFill>
                <a:cs typeface="Arial" panose="020B0604020202020204" pitchFamily="34" charset="0"/>
              </a:rPr>
              <a:t>Read VIN</a:t>
            </a:r>
            <a:endParaRPr lang="en-IN" sz="1200" dirty="0">
              <a:solidFill>
                <a:srgbClr val="003399"/>
              </a:solidFill>
              <a:cs typeface="Arial" panose="020B0604020202020204" pitchFamily="34" charset="0"/>
            </a:endParaRPr>
          </a:p>
        </p:txBody>
      </p:sp>
      <p:sp>
        <p:nvSpPr>
          <p:cNvPr id="99" name="Flowchart: Alternate Process 98">
            <a:extLst>
              <a:ext uri="{FF2B5EF4-FFF2-40B4-BE49-F238E27FC236}">
                <a16:creationId xmlns:a16="http://schemas.microsoft.com/office/drawing/2014/main" id="{B6810D22-E90C-2391-853D-319A5D044D0D}"/>
              </a:ext>
            </a:extLst>
          </p:cNvPr>
          <p:cNvSpPr/>
          <p:nvPr/>
        </p:nvSpPr>
        <p:spPr>
          <a:xfrm>
            <a:off x="9921462" y="3020207"/>
            <a:ext cx="1271016" cy="457200"/>
          </a:xfrm>
          <a:prstGeom prst="flowChartAlternateProcess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rgbClr val="003399"/>
                </a:solidFill>
                <a:cs typeface="Arial" panose="020B0604020202020204" pitchFamily="34" charset="0"/>
              </a:rPr>
              <a:t>Read QS Enable status</a:t>
            </a:r>
          </a:p>
        </p:txBody>
      </p:sp>
      <p:sp>
        <p:nvSpPr>
          <p:cNvPr id="101" name="Flowchart: Alternate Process 100">
            <a:extLst>
              <a:ext uri="{FF2B5EF4-FFF2-40B4-BE49-F238E27FC236}">
                <a16:creationId xmlns:a16="http://schemas.microsoft.com/office/drawing/2014/main" id="{FEBCD92B-2B5E-EBA9-E253-571A4F24F5E8}"/>
              </a:ext>
            </a:extLst>
          </p:cNvPr>
          <p:cNvSpPr/>
          <p:nvPr/>
        </p:nvSpPr>
        <p:spPr>
          <a:xfrm>
            <a:off x="9921462" y="3923560"/>
            <a:ext cx="1271016" cy="457200"/>
          </a:xfrm>
          <a:prstGeom prst="flowChartAlternateProcess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rgbClr val="003399"/>
                </a:solidFill>
                <a:cs typeface="Arial" panose="020B0604020202020204" pitchFamily="34" charset="0"/>
              </a:rPr>
              <a:t>Write Variant data (Base Only)</a:t>
            </a:r>
          </a:p>
        </p:txBody>
      </p:sp>
      <p:sp>
        <p:nvSpPr>
          <p:cNvPr id="103" name="Flowchart: Alternate Process 102">
            <a:extLst>
              <a:ext uri="{FF2B5EF4-FFF2-40B4-BE49-F238E27FC236}">
                <a16:creationId xmlns:a16="http://schemas.microsoft.com/office/drawing/2014/main" id="{8310EE1A-95F4-8150-685C-62BABF636335}"/>
              </a:ext>
            </a:extLst>
          </p:cNvPr>
          <p:cNvSpPr/>
          <p:nvPr/>
        </p:nvSpPr>
        <p:spPr>
          <a:xfrm>
            <a:off x="8112064" y="3916793"/>
            <a:ext cx="1271016" cy="457200"/>
          </a:xfrm>
          <a:prstGeom prst="flowChartAlternateProcess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rgbClr val="003399"/>
                </a:solidFill>
                <a:cs typeface="Arial" panose="020B0604020202020204" pitchFamily="34" charset="0"/>
              </a:rPr>
              <a:t>Read Variant data (Base Only)</a:t>
            </a:r>
          </a:p>
        </p:txBody>
      </p:sp>
      <p:sp>
        <p:nvSpPr>
          <p:cNvPr id="105" name="Flowchart: Alternate Process 104">
            <a:extLst>
              <a:ext uri="{FF2B5EF4-FFF2-40B4-BE49-F238E27FC236}">
                <a16:creationId xmlns:a16="http://schemas.microsoft.com/office/drawing/2014/main" id="{2979C370-1AAF-A83A-28B3-F290A6479684}"/>
              </a:ext>
            </a:extLst>
          </p:cNvPr>
          <p:cNvSpPr/>
          <p:nvPr/>
        </p:nvSpPr>
        <p:spPr>
          <a:xfrm>
            <a:off x="6220124" y="3923560"/>
            <a:ext cx="1271016" cy="457200"/>
          </a:xfrm>
          <a:prstGeom prst="flowChartAlternateProcess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rgbClr val="003399"/>
                </a:solidFill>
                <a:cs typeface="Arial" panose="020B0604020202020204" pitchFamily="34" charset="0"/>
              </a:rPr>
              <a:t>Write SKU into Cluster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53F45F9E-BAA6-955A-8231-47F0ABBD12A3}"/>
              </a:ext>
            </a:extLst>
          </p:cNvPr>
          <p:cNvSpPr txBox="1"/>
          <p:nvPr/>
        </p:nvSpPr>
        <p:spPr>
          <a:xfrm>
            <a:off x="955394" y="814959"/>
            <a:ext cx="109237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Expected Cycle Time: 4.5 to 5min </a:t>
            </a:r>
          </a:p>
        </p:txBody>
      </p:sp>
      <p:sp>
        <p:nvSpPr>
          <p:cNvPr id="5" name="Flowchart: Alternate Process 4">
            <a:extLst>
              <a:ext uri="{FF2B5EF4-FFF2-40B4-BE49-F238E27FC236}">
                <a16:creationId xmlns:a16="http://schemas.microsoft.com/office/drawing/2014/main" id="{01AF32CC-5DF3-CA3F-AC24-E7AA8D6B740E}"/>
              </a:ext>
            </a:extLst>
          </p:cNvPr>
          <p:cNvSpPr/>
          <p:nvPr/>
        </p:nvSpPr>
        <p:spPr>
          <a:xfrm>
            <a:off x="966849" y="4850578"/>
            <a:ext cx="1271016" cy="457200"/>
          </a:xfrm>
          <a:prstGeom prst="flowChartAlternateProcess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rgbClr val="003399"/>
                </a:solidFill>
                <a:cs typeface="Arial" panose="020B0604020202020204" pitchFamily="34" charset="0"/>
              </a:rPr>
              <a:t>Clear DTC</a:t>
            </a:r>
            <a:endParaRPr lang="en-IN" sz="1200" dirty="0">
              <a:solidFill>
                <a:srgbClr val="003399"/>
              </a:solidFill>
              <a:cs typeface="Arial" panose="020B0604020202020204" pitchFamily="34" charset="0"/>
            </a:endParaRPr>
          </a:p>
        </p:txBody>
      </p:sp>
      <p:sp>
        <p:nvSpPr>
          <p:cNvPr id="7" name="Flowchart: Alternate Process 6">
            <a:extLst>
              <a:ext uri="{FF2B5EF4-FFF2-40B4-BE49-F238E27FC236}">
                <a16:creationId xmlns:a16="http://schemas.microsoft.com/office/drawing/2014/main" id="{DB1EE354-DC4A-F1B0-0005-4E3D12ED07A9}"/>
              </a:ext>
            </a:extLst>
          </p:cNvPr>
          <p:cNvSpPr/>
          <p:nvPr/>
        </p:nvSpPr>
        <p:spPr>
          <a:xfrm>
            <a:off x="2677195" y="4842184"/>
            <a:ext cx="1271016" cy="457200"/>
          </a:xfrm>
          <a:prstGeom prst="flowChartAlternateProcess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rgbClr val="003399"/>
                </a:solidFill>
                <a:cs typeface="Arial" panose="020B0604020202020204" pitchFamily="34" charset="0"/>
              </a:rPr>
              <a:t>Write ABS variant in IPC</a:t>
            </a:r>
            <a:endParaRPr lang="en-IN" sz="1200" dirty="0">
              <a:solidFill>
                <a:srgbClr val="003399"/>
              </a:solidFill>
              <a:cs typeface="Arial" panose="020B0604020202020204" pitchFamily="34" charset="0"/>
            </a:endParaRPr>
          </a:p>
        </p:txBody>
      </p:sp>
      <p:sp>
        <p:nvSpPr>
          <p:cNvPr id="9" name="Flowchart: Alternate Process 8">
            <a:extLst>
              <a:ext uri="{FF2B5EF4-FFF2-40B4-BE49-F238E27FC236}">
                <a16:creationId xmlns:a16="http://schemas.microsoft.com/office/drawing/2014/main" id="{076935F7-3DC0-1A13-5FF9-AF4A62B9A58B}"/>
              </a:ext>
            </a:extLst>
          </p:cNvPr>
          <p:cNvSpPr/>
          <p:nvPr/>
        </p:nvSpPr>
        <p:spPr>
          <a:xfrm>
            <a:off x="4399260" y="4838546"/>
            <a:ext cx="1271016" cy="457200"/>
          </a:xfrm>
          <a:prstGeom prst="flowChartAlternateProcess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rgbClr val="003399"/>
                </a:solidFill>
                <a:cs typeface="Arial" panose="020B0604020202020204" pitchFamily="34" charset="0"/>
              </a:rPr>
              <a:t>Read IPC BT firmware</a:t>
            </a:r>
          </a:p>
        </p:txBody>
      </p:sp>
      <p:sp>
        <p:nvSpPr>
          <p:cNvPr id="11" name="Flowchart: Alternate Process 10">
            <a:extLst>
              <a:ext uri="{FF2B5EF4-FFF2-40B4-BE49-F238E27FC236}">
                <a16:creationId xmlns:a16="http://schemas.microsoft.com/office/drawing/2014/main" id="{F7F49B67-F5D7-C00B-16AB-A52A429C7710}"/>
              </a:ext>
            </a:extLst>
          </p:cNvPr>
          <p:cNvSpPr/>
          <p:nvPr/>
        </p:nvSpPr>
        <p:spPr>
          <a:xfrm>
            <a:off x="6220124" y="4838546"/>
            <a:ext cx="1271016" cy="457200"/>
          </a:xfrm>
          <a:prstGeom prst="flowChartAlternateProcess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rgbClr val="003399"/>
                </a:solidFill>
                <a:cs typeface="Arial" panose="020B0604020202020204" pitchFamily="34" charset="0"/>
              </a:rPr>
              <a:t>Read IPC BT MAC ID</a:t>
            </a:r>
          </a:p>
        </p:txBody>
      </p:sp>
      <p:sp>
        <p:nvSpPr>
          <p:cNvPr id="12" name="Flowchart: Alternate Process 11">
            <a:extLst>
              <a:ext uri="{FF2B5EF4-FFF2-40B4-BE49-F238E27FC236}">
                <a16:creationId xmlns:a16="http://schemas.microsoft.com/office/drawing/2014/main" id="{C2E989F4-BB96-54F8-7182-3EB59086791C}"/>
              </a:ext>
            </a:extLst>
          </p:cNvPr>
          <p:cNvSpPr/>
          <p:nvPr/>
        </p:nvSpPr>
        <p:spPr>
          <a:xfrm>
            <a:off x="2677195" y="5701404"/>
            <a:ext cx="1271016" cy="457200"/>
          </a:xfrm>
          <a:prstGeom prst="flowChartAlternateProcess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rgbClr val="003399"/>
                </a:solidFill>
                <a:cs typeface="Arial" panose="020B0604020202020204" pitchFamily="34" charset="0"/>
              </a:rPr>
              <a:t>Read Cruise ON/OFF status</a:t>
            </a:r>
            <a:endParaRPr lang="en-IN" sz="1200" dirty="0">
              <a:solidFill>
                <a:srgbClr val="003399"/>
              </a:solidFill>
              <a:cs typeface="Arial" panose="020B0604020202020204" pitchFamily="34" charset="0"/>
            </a:endParaRPr>
          </a:p>
        </p:txBody>
      </p:sp>
      <p:sp>
        <p:nvSpPr>
          <p:cNvPr id="13" name="Flowchart: Alternate Process 12">
            <a:extLst>
              <a:ext uri="{FF2B5EF4-FFF2-40B4-BE49-F238E27FC236}">
                <a16:creationId xmlns:a16="http://schemas.microsoft.com/office/drawing/2014/main" id="{03324760-5A4A-E9E5-AA48-17C6E3442DDB}"/>
              </a:ext>
            </a:extLst>
          </p:cNvPr>
          <p:cNvSpPr/>
          <p:nvPr/>
        </p:nvSpPr>
        <p:spPr>
          <a:xfrm>
            <a:off x="4399260" y="5708929"/>
            <a:ext cx="1271016" cy="457200"/>
          </a:xfrm>
          <a:prstGeom prst="flowChartAlternateProcess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rgbClr val="003399"/>
                </a:solidFill>
                <a:cs typeface="Arial" panose="020B0604020202020204" pitchFamily="34" charset="0"/>
              </a:rPr>
              <a:t>Read Cruise RESET status</a:t>
            </a:r>
            <a:endParaRPr lang="en-IN" sz="1200" dirty="0">
              <a:solidFill>
                <a:srgbClr val="003399"/>
              </a:solidFill>
              <a:cs typeface="Arial" panose="020B0604020202020204" pitchFamily="34" charset="0"/>
            </a:endParaRPr>
          </a:p>
        </p:txBody>
      </p:sp>
      <p:sp>
        <p:nvSpPr>
          <p:cNvPr id="14" name="Flowchart: Alternate Process 13">
            <a:extLst>
              <a:ext uri="{FF2B5EF4-FFF2-40B4-BE49-F238E27FC236}">
                <a16:creationId xmlns:a16="http://schemas.microsoft.com/office/drawing/2014/main" id="{A9794F13-CF1D-93B2-5268-0B6E7126B9B4}"/>
              </a:ext>
            </a:extLst>
          </p:cNvPr>
          <p:cNvSpPr/>
          <p:nvPr/>
        </p:nvSpPr>
        <p:spPr>
          <a:xfrm>
            <a:off x="6220124" y="5708929"/>
            <a:ext cx="1271016" cy="457200"/>
          </a:xfrm>
          <a:prstGeom prst="flowChartAlternateProcess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rgbClr val="003399"/>
                </a:solidFill>
                <a:cs typeface="Arial" panose="020B0604020202020204" pitchFamily="34" charset="0"/>
              </a:rPr>
              <a:t>Read Cruise SET status</a:t>
            </a:r>
            <a:endParaRPr lang="en-IN" sz="1200" dirty="0">
              <a:solidFill>
                <a:srgbClr val="003399"/>
              </a:solidFill>
              <a:cs typeface="Arial" panose="020B0604020202020204" pitchFamily="34" charset="0"/>
            </a:endParaRPr>
          </a:p>
        </p:txBody>
      </p:sp>
      <p:sp>
        <p:nvSpPr>
          <p:cNvPr id="18" name="Flowchart: Alternate Process 17">
            <a:extLst>
              <a:ext uri="{FF2B5EF4-FFF2-40B4-BE49-F238E27FC236}">
                <a16:creationId xmlns:a16="http://schemas.microsoft.com/office/drawing/2014/main" id="{E3E376B7-A77E-E5A0-91FB-9BDA5C9571AB}"/>
              </a:ext>
            </a:extLst>
          </p:cNvPr>
          <p:cNvSpPr/>
          <p:nvPr/>
        </p:nvSpPr>
        <p:spPr>
          <a:xfrm>
            <a:off x="8071928" y="5708929"/>
            <a:ext cx="1271016" cy="457200"/>
          </a:xfrm>
          <a:prstGeom prst="flowChartAlternateProcess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rgbClr val="003399"/>
                </a:solidFill>
                <a:cs typeface="Arial" panose="020B0604020202020204" pitchFamily="34" charset="0"/>
              </a:rPr>
              <a:t>Activate DOWN button</a:t>
            </a:r>
          </a:p>
        </p:txBody>
      </p:sp>
      <p:sp>
        <p:nvSpPr>
          <p:cNvPr id="19" name="Flowchart: Alternate Process 18">
            <a:extLst>
              <a:ext uri="{FF2B5EF4-FFF2-40B4-BE49-F238E27FC236}">
                <a16:creationId xmlns:a16="http://schemas.microsoft.com/office/drawing/2014/main" id="{3050EF2B-99CB-1EC1-7A6C-8CCEDB4CC0CC}"/>
              </a:ext>
            </a:extLst>
          </p:cNvPr>
          <p:cNvSpPr/>
          <p:nvPr/>
        </p:nvSpPr>
        <p:spPr>
          <a:xfrm>
            <a:off x="9921462" y="5701404"/>
            <a:ext cx="1271016" cy="457200"/>
          </a:xfrm>
          <a:prstGeom prst="flowChartAlternateProcess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rgbClr val="003399"/>
                </a:solidFill>
                <a:cs typeface="Arial" panose="020B0604020202020204" pitchFamily="34" charset="0"/>
              </a:rPr>
              <a:t>Activate UP button</a:t>
            </a:r>
          </a:p>
        </p:txBody>
      </p:sp>
      <p:sp>
        <p:nvSpPr>
          <p:cNvPr id="20" name="Flowchart: Alternate Process 19">
            <a:extLst>
              <a:ext uri="{FF2B5EF4-FFF2-40B4-BE49-F238E27FC236}">
                <a16:creationId xmlns:a16="http://schemas.microsoft.com/office/drawing/2014/main" id="{299DF8E8-4325-AA9B-0CDC-C6DE5C5096DC}"/>
              </a:ext>
            </a:extLst>
          </p:cNvPr>
          <p:cNvSpPr/>
          <p:nvPr/>
        </p:nvSpPr>
        <p:spPr>
          <a:xfrm>
            <a:off x="9921462" y="4842184"/>
            <a:ext cx="1271016" cy="457200"/>
          </a:xfrm>
          <a:prstGeom prst="flowChartAlternateProcess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rgbClr val="003399"/>
                </a:solidFill>
                <a:cs typeface="Arial" panose="020B0604020202020204" pitchFamily="34" charset="0"/>
              </a:rPr>
              <a:t>Activate BACK button</a:t>
            </a:r>
          </a:p>
        </p:txBody>
      </p:sp>
      <p:sp>
        <p:nvSpPr>
          <p:cNvPr id="22" name="Flowchart: Alternate Process 21">
            <a:extLst>
              <a:ext uri="{FF2B5EF4-FFF2-40B4-BE49-F238E27FC236}">
                <a16:creationId xmlns:a16="http://schemas.microsoft.com/office/drawing/2014/main" id="{66B5B487-1347-88C2-CB24-7440B10E4AD8}"/>
              </a:ext>
            </a:extLst>
          </p:cNvPr>
          <p:cNvSpPr/>
          <p:nvPr/>
        </p:nvSpPr>
        <p:spPr>
          <a:xfrm>
            <a:off x="8109090" y="4842184"/>
            <a:ext cx="1271016" cy="457200"/>
          </a:xfrm>
          <a:prstGeom prst="flowChartAlternateProcess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rgbClr val="003399"/>
                </a:solidFill>
                <a:cs typeface="Arial" panose="020B0604020202020204" pitchFamily="34" charset="0"/>
              </a:rPr>
              <a:t>Activate SET button</a:t>
            </a:r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675ED5BB-D679-1E08-E066-CC7E4EB20BD2}"/>
              </a:ext>
            </a:extLst>
          </p:cNvPr>
          <p:cNvSpPr/>
          <p:nvPr/>
        </p:nvSpPr>
        <p:spPr>
          <a:xfrm>
            <a:off x="1089937" y="1427824"/>
            <a:ext cx="1024840" cy="444224"/>
          </a:xfrm>
          <a:prstGeom prst="ellipse">
            <a:avLst/>
          </a:prstGeom>
          <a:solidFill>
            <a:schemeClr val="accent2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dirty="0">
                <a:solidFill>
                  <a:schemeClr val="bg1"/>
                </a:solidFill>
                <a:cs typeface="Arial" panose="020B0604020202020204" pitchFamily="34" charset="0"/>
              </a:rPr>
              <a:t>Start</a:t>
            </a:r>
          </a:p>
        </p:txBody>
      </p:sp>
      <p:sp>
        <p:nvSpPr>
          <p:cNvPr id="77" name="Flowchart: Alternate Process 76">
            <a:extLst>
              <a:ext uri="{FF2B5EF4-FFF2-40B4-BE49-F238E27FC236}">
                <a16:creationId xmlns:a16="http://schemas.microsoft.com/office/drawing/2014/main" id="{B51B3EDF-5EE1-7A1C-791E-19F8733AA54F}"/>
              </a:ext>
            </a:extLst>
          </p:cNvPr>
          <p:cNvSpPr/>
          <p:nvPr/>
        </p:nvSpPr>
        <p:spPr>
          <a:xfrm>
            <a:off x="8071928" y="2196505"/>
            <a:ext cx="1271016" cy="457200"/>
          </a:xfrm>
          <a:prstGeom prst="flowChartAlternateProcess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rgbClr val="003399"/>
                </a:solidFill>
                <a:cs typeface="Arial" panose="020B0604020202020204" pitchFamily="34" charset="0"/>
              </a:rPr>
              <a:t>Read EMS test stamp</a:t>
            </a:r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07CFFCB8-3D75-ACB0-BB9F-8D26B57ED6BF}"/>
              </a:ext>
            </a:extLst>
          </p:cNvPr>
          <p:cNvSpPr/>
          <p:nvPr/>
        </p:nvSpPr>
        <p:spPr>
          <a:xfrm>
            <a:off x="1071567" y="5708929"/>
            <a:ext cx="1024840" cy="448056"/>
          </a:xfrm>
          <a:prstGeom prst="ellipse">
            <a:avLst/>
          </a:prstGeom>
          <a:solidFill>
            <a:schemeClr val="accent2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dirty="0">
                <a:solidFill>
                  <a:schemeClr val="bg1"/>
                </a:solidFill>
                <a:cs typeface="Arial" panose="020B0604020202020204" pitchFamily="34" charset="0"/>
              </a:rPr>
              <a:t>A</a:t>
            </a:r>
          </a:p>
        </p:txBody>
      </p: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43AD22C1-4477-2DED-A345-B272BCAB40B4}"/>
              </a:ext>
            </a:extLst>
          </p:cNvPr>
          <p:cNvCxnSpPr>
            <a:stCxn id="75" idx="6"/>
            <a:endCxn id="23" idx="1"/>
          </p:cNvCxnSpPr>
          <p:nvPr/>
        </p:nvCxnSpPr>
        <p:spPr>
          <a:xfrm>
            <a:off x="2114777" y="1649936"/>
            <a:ext cx="528547" cy="22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B7F7A7C1-57E5-7AD0-7AE3-DE28A91341BC}"/>
              </a:ext>
            </a:extLst>
          </p:cNvPr>
          <p:cNvCxnSpPr>
            <a:stCxn id="23" idx="3"/>
            <a:endCxn id="29" idx="1"/>
          </p:cNvCxnSpPr>
          <p:nvPr/>
        </p:nvCxnSpPr>
        <p:spPr>
          <a:xfrm flipV="1">
            <a:off x="3914340" y="1649226"/>
            <a:ext cx="484920" cy="29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6A366C2C-9961-B023-A7EC-924E4E24E02A}"/>
              </a:ext>
            </a:extLst>
          </p:cNvPr>
          <p:cNvCxnSpPr>
            <a:stCxn id="29" idx="3"/>
            <a:endCxn id="24" idx="1"/>
          </p:cNvCxnSpPr>
          <p:nvPr/>
        </p:nvCxnSpPr>
        <p:spPr>
          <a:xfrm flipV="1">
            <a:off x="5670276" y="1646240"/>
            <a:ext cx="553843" cy="29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10E4CDC4-8617-B1A1-3708-A4ADB7E227BA}"/>
              </a:ext>
            </a:extLst>
          </p:cNvPr>
          <p:cNvCxnSpPr>
            <a:stCxn id="24" idx="3"/>
            <a:endCxn id="25" idx="1"/>
          </p:cNvCxnSpPr>
          <p:nvPr/>
        </p:nvCxnSpPr>
        <p:spPr>
          <a:xfrm>
            <a:off x="7495135" y="1646240"/>
            <a:ext cx="576793" cy="29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DA4EF35B-696E-8001-657E-E42257C29B99}"/>
              </a:ext>
            </a:extLst>
          </p:cNvPr>
          <p:cNvCxnSpPr>
            <a:stCxn id="25" idx="3"/>
            <a:endCxn id="30" idx="1"/>
          </p:cNvCxnSpPr>
          <p:nvPr/>
        </p:nvCxnSpPr>
        <p:spPr>
          <a:xfrm>
            <a:off x="9342944" y="1649226"/>
            <a:ext cx="57851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4728DA40-593A-5975-1BC5-1853FEF57A80}"/>
              </a:ext>
            </a:extLst>
          </p:cNvPr>
          <p:cNvCxnSpPr>
            <a:stCxn id="30" idx="2"/>
            <a:endCxn id="31" idx="0"/>
          </p:cNvCxnSpPr>
          <p:nvPr/>
        </p:nvCxnSpPr>
        <p:spPr>
          <a:xfrm>
            <a:off x="10556970" y="1877826"/>
            <a:ext cx="0" cy="3249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E9333BA8-7E35-FC84-2661-71022079CF33}"/>
              </a:ext>
            </a:extLst>
          </p:cNvPr>
          <p:cNvCxnSpPr>
            <a:stCxn id="31" idx="1"/>
            <a:endCxn id="77" idx="3"/>
          </p:cNvCxnSpPr>
          <p:nvPr/>
        </p:nvCxnSpPr>
        <p:spPr>
          <a:xfrm flipH="1" flipV="1">
            <a:off x="9342944" y="2425105"/>
            <a:ext cx="578518" cy="62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2D01DA0C-62A0-4F9C-7091-662254D8ADE2}"/>
              </a:ext>
            </a:extLst>
          </p:cNvPr>
          <p:cNvCxnSpPr>
            <a:stCxn id="77" idx="1"/>
            <a:endCxn id="49" idx="3"/>
          </p:cNvCxnSpPr>
          <p:nvPr/>
        </p:nvCxnSpPr>
        <p:spPr>
          <a:xfrm flipH="1">
            <a:off x="7493410" y="2425105"/>
            <a:ext cx="578518" cy="75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Arrow Connector 121">
            <a:extLst>
              <a:ext uri="{FF2B5EF4-FFF2-40B4-BE49-F238E27FC236}">
                <a16:creationId xmlns:a16="http://schemas.microsoft.com/office/drawing/2014/main" id="{9AEF923C-89B0-7393-466E-975A893BF486}"/>
              </a:ext>
            </a:extLst>
          </p:cNvPr>
          <p:cNvCxnSpPr>
            <a:stCxn id="49" idx="1"/>
            <a:endCxn id="51" idx="3"/>
          </p:cNvCxnSpPr>
          <p:nvPr/>
        </p:nvCxnSpPr>
        <p:spPr>
          <a:xfrm flipH="1">
            <a:off x="5670276" y="2432669"/>
            <a:ext cx="552118" cy="15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Arrow Connector 123">
            <a:extLst>
              <a:ext uri="{FF2B5EF4-FFF2-40B4-BE49-F238E27FC236}">
                <a16:creationId xmlns:a16="http://schemas.microsoft.com/office/drawing/2014/main" id="{F1CB063F-8759-1059-67D5-7C0D76F2EF76}"/>
              </a:ext>
            </a:extLst>
          </p:cNvPr>
          <p:cNvCxnSpPr>
            <a:stCxn id="51" idx="1"/>
            <a:endCxn id="53" idx="3"/>
          </p:cNvCxnSpPr>
          <p:nvPr/>
        </p:nvCxnSpPr>
        <p:spPr>
          <a:xfrm flipH="1">
            <a:off x="3949693" y="2434266"/>
            <a:ext cx="449567" cy="85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Arrow Connector 125">
            <a:extLst>
              <a:ext uri="{FF2B5EF4-FFF2-40B4-BE49-F238E27FC236}">
                <a16:creationId xmlns:a16="http://schemas.microsoft.com/office/drawing/2014/main" id="{B4FF4543-EE2B-2F25-BF85-F2A2C1BAD7AB}"/>
              </a:ext>
            </a:extLst>
          </p:cNvPr>
          <p:cNvCxnSpPr>
            <a:stCxn id="53" idx="1"/>
            <a:endCxn id="55" idx="3"/>
          </p:cNvCxnSpPr>
          <p:nvPr/>
        </p:nvCxnSpPr>
        <p:spPr>
          <a:xfrm flipH="1">
            <a:off x="2237865" y="2442847"/>
            <a:ext cx="440812" cy="63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Arrow Connector 127">
            <a:extLst>
              <a:ext uri="{FF2B5EF4-FFF2-40B4-BE49-F238E27FC236}">
                <a16:creationId xmlns:a16="http://schemas.microsoft.com/office/drawing/2014/main" id="{33C78047-7048-06AA-7DDE-8020B0817B6E}"/>
              </a:ext>
            </a:extLst>
          </p:cNvPr>
          <p:cNvCxnSpPr>
            <a:stCxn id="55" idx="2"/>
            <a:endCxn id="57" idx="0"/>
          </p:cNvCxnSpPr>
          <p:nvPr/>
        </p:nvCxnSpPr>
        <p:spPr>
          <a:xfrm>
            <a:off x="1602357" y="2677769"/>
            <a:ext cx="0" cy="3424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0" name="Straight Arrow Connector 129">
            <a:extLst>
              <a:ext uri="{FF2B5EF4-FFF2-40B4-BE49-F238E27FC236}">
                <a16:creationId xmlns:a16="http://schemas.microsoft.com/office/drawing/2014/main" id="{469FC86A-26CF-4F19-0597-8C4D8BF368C5}"/>
              </a:ext>
            </a:extLst>
          </p:cNvPr>
          <p:cNvCxnSpPr>
            <a:stCxn id="57" idx="3"/>
            <a:endCxn id="59" idx="1"/>
          </p:cNvCxnSpPr>
          <p:nvPr/>
        </p:nvCxnSpPr>
        <p:spPr>
          <a:xfrm>
            <a:off x="2237865" y="3248807"/>
            <a:ext cx="440812" cy="48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Arrow Connector 131">
            <a:extLst>
              <a:ext uri="{FF2B5EF4-FFF2-40B4-BE49-F238E27FC236}">
                <a16:creationId xmlns:a16="http://schemas.microsoft.com/office/drawing/2014/main" id="{449BACB4-9CFE-E6EB-7309-12BA52040D8F}"/>
              </a:ext>
            </a:extLst>
          </p:cNvPr>
          <p:cNvCxnSpPr>
            <a:stCxn id="59" idx="3"/>
            <a:endCxn id="61" idx="1"/>
          </p:cNvCxnSpPr>
          <p:nvPr/>
        </p:nvCxnSpPr>
        <p:spPr>
          <a:xfrm flipV="1">
            <a:off x="3949693" y="3248807"/>
            <a:ext cx="449567" cy="48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Arrow Connector 133">
            <a:extLst>
              <a:ext uri="{FF2B5EF4-FFF2-40B4-BE49-F238E27FC236}">
                <a16:creationId xmlns:a16="http://schemas.microsoft.com/office/drawing/2014/main" id="{A99DEB03-233A-38F0-E361-7A36B9C9E9F3}"/>
              </a:ext>
            </a:extLst>
          </p:cNvPr>
          <p:cNvCxnSpPr>
            <a:stCxn id="61" idx="3"/>
            <a:endCxn id="63" idx="1"/>
          </p:cNvCxnSpPr>
          <p:nvPr/>
        </p:nvCxnSpPr>
        <p:spPr>
          <a:xfrm>
            <a:off x="5670276" y="3248807"/>
            <a:ext cx="55211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Arrow Connector 135">
            <a:extLst>
              <a:ext uri="{FF2B5EF4-FFF2-40B4-BE49-F238E27FC236}">
                <a16:creationId xmlns:a16="http://schemas.microsoft.com/office/drawing/2014/main" id="{FD470D0C-160D-4EDE-18AB-BBC44E1B04EE}"/>
              </a:ext>
            </a:extLst>
          </p:cNvPr>
          <p:cNvCxnSpPr>
            <a:stCxn id="63" idx="3"/>
            <a:endCxn id="65" idx="1"/>
          </p:cNvCxnSpPr>
          <p:nvPr/>
        </p:nvCxnSpPr>
        <p:spPr>
          <a:xfrm>
            <a:off x="7493410" y="3248807"/>
            <a:ext cx="61568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Arrow Connector 137">
            <a:extLst>
              <a:ext uri="{FF2B5EF4-FFF2-40B4-BE49-F238E27FC236}">
                <a16:creationId xmlns:a16="http://schemas.microsoft.com/office/drawing/2014/main" id="{1946B9D4-D6C3-E7B1-E225-3A0BECDC0D55}"/>
              </a:ext>
            </a:extLst>
          </p:cNvPr>
          <p:cNvCxnSpPr>
            <a:stCxn id="65" idx="3"/>
            <a:endCxn id="99" idx="1"/>
          </p:cNvCxnSpPr>
          <p:nvPr/>
        </p:nvCxnSpPr>
        <p:spPr>
          <a:xfrm>
            <a:off x="9380106" y="3248807"/>
            <a:ext cx="54135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Arrow Connector 139">
            <a:extLst>
              <a:ext uri="{FF2B5EF4-FFF2-40B4-BE49-F238E27FC236}">
                <a16:creationId xmlns:a16="http://schemas.microsoft.com/office/drawing/2014/main" id="{86B353C7-9C58-4DAA-21D8-521656739EC5}"/>
              </a:ext>
            </a:extLst>
          </p:cNvPr>
          <p:cNvCxnSpPr>
            <a:stCxn id="99" idx="2"/>
            <a:endCxn id="101" idx="0"/>
          </p:cNvCxnSpPr>
          <p:nvPr/>
        </p:nvCxnSpPr>
        <p:spPr>
          <a:xfrm>
            <a:off x="10556970" y="3477407"/>
            <a:ext cx="0" cy="4461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2" name="Straight Arrow Connector 141">
            <a:extLst>
              <a:ext uri="{FF2B5EF4-FFF2-40B4-BE49-F238E27FC236}">
                <a16:creationId xmlns:a16="http://schemas.microsoft.com/office/drawing/2014/main" id="{3DB61D21-2CFA-4BF1-4CFC-9AFF6BD529DF}"/>
              </a:ext>
            </a:extLst>
          </p:cNvPr>
          <p:cNvCxnSpPr>
            <a:stCxn id="101" idx="1"/>
            <a:endCxn id="103" idx="3"/>
          </p:cNvCxnSpPr>
          <p:nvPr/>
        </p:nvCxnSpPr>
        <p:spPr>
          <a:xfrm flipH="1" flipV="1">
            <a:off x="9383080" y="4145393"/>
            <a:ext cx="538382" cy="67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Arrow Connector 143">
            <a:extLst>
              <a:ext uri="{FF2B5EF4-FFF2-40B4-BE49-F238E27FC236}">
                <a16:creationId xmlns:a16="http://schemas.microsoft.com/office/drawing/2014/main" id="{B5EB7811-4662-9362-7D42-2AE668F2A309}"/>
              </a:ext>
            </a:extLst>
          </p:cNvPr>
          <p:cNvCxnSpPr>
            <a:stCxn id="103" idx="1"/>
            <a:endCxn id="105" idx="3"/>
          </p:cNvCxnSpPr>
          <p:nvPr/>
        </p:nvCxnSpPr>
        <p:spPr>
          <a:xfrm flipH="1">
            <a:off x="7491140" y="4145393"/>
            <a:ext cx="620924" cy="67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Straight Arrow Connector 145">
            <a:extLst>
              <a:ext uri="{FF2B5EF4-FFF2-40B4-BE49-F238E27FC236}">
                <a16:creationId xmlns:a16="http://schemas.microsoft.com/office/drawing/2014/main" id="{D33ACC80-DEE8-1043-7A96-C038044B87BA}"/>
              </a:ext>
            </a:extLst>
          </p:cNvPr>
          <p:cNvCxnSpPr>
            <a:stCxn id="105" idx="1"/>
            <a:endCxn id="69" idx="3"/>
          </p:cNvCxnSpPr>
          <p:nvPr/>
        </p:nvCxnSpPr>
        <p:spPr>
          <a:xfrm flipH="1" flipV="1">
            <a:off x="5670276" y="4150458"/>
            <a:ext cx="549848" cy="17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Straight Arrow Connector 147">
            <a:extLst>
              <a:ext uri="{FF2B5EF4-FFF2-40B4-BE49-F238E27FC236}">
                <a16:creationId xmlns:a16="http://schemas.microsoft.com/office/drawing/2014/main" id="{EAADA604-8921-FE16-968F-95B3B80DFA50}"/>
              </a:ext>
            </a:extLst>
          </p:cNvPr>
          <p:cNvCxnSpPr>
            <a:stCxn id="69" idx="1"/>
            <a:endCxn id="79" idx="3"/>
          </p:cNvCxnSpPr>
          <p:nvPr/>
        </p:nvCxnSpPr>
        <p:spPr>
          <a:xfrm flipH="1">
            <a:off x="3949693" y="4150458"/>
            <a:ext cx="449567" cy="17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Arrow Connector 149">
            <a:extLst>
              <a:ext uri="{FF2B5EF4-FFF2-40B4-BE49-F238E27FC236}">
                <a16:creationId xmlns:a16="http://schemas.microsoft.com/office/drawing/2014/main" id="{7614A9EC-2808-B700-1457-73183FCE04E9}"/>
              </a:ext>
            </a:extLst>
          </p:cNvPr>
          <p:cNvCxnSpPr>
            <a:stCxn id="79" idx="1"/>
            <a:endCxn id="80" idx="3"/>
          </p:cNvCxnSpPr>
          <p:nvPr/>
        </p:nvCxnSpPr>
        <p:spPr>
          <a:xfrm flipH="1" flipV="1">
            <a:off x="2237865" y="4150458"/>
            <a:ext cx="440812" cy="17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Straight Arrow Connector 151">
            <a:extLst>
              <a:ext uri="{FF2B5EF4-FFF2-40B4-BE49-F238E27FC236}">
                <a16:creationId xmlns:a16="http://schemas.microsoft.com/office/drawing/2014/main" id="{2EA01BC2-6C2C-20F3-72EA-4EC1B79A31F7}"/>
              </a:ext>
            </a:extLst>
          </p:cNvPr>
          <p:cNvCxnSpPr>
            <a:stCxn id="80" idx="2"/>
            <a:endCxn id="5" idx="0"/>
          </p:cNvCxnSpPr>
          <p:nvPr/>
        </p:nvCxnSpPr>
        <p:spPr>
          <a:xfrm>
            <a:off x="1602357" y="4379058"/>
            <a:ext cx="0" cy="4715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4" name="Straight Arrow Connector 153">
            <a:extLst>
              <a:ext uri="{FF2B5EF4-FFF2-40B4-BE49-F238E27FC236}">
                <a16:creationId xmlns:a16="http://schemas.microsoft.com/office/drawing/2014/main" id="{89308BF5-05FC-B2FA-6945-40C0204B8E9A}"/>
              </a:ext>
            </a:extLst>
          </p:cNvPr>
          <p:cNvCxnSpPr>
            <a:stCxn id="5" idx="3"/>
            <a:endCxn id="7" idx="1"/>
          </p:cNvCxnSpPr>
          <p:nvPr/>
        </p:nvCxnSpPr>
        <p:spPr>
          <a:xfrm flipV="1">
            <a:off x="2237865" y="5070784"/>
            <a:ext cx="439330" cy="83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Straight Arrow Connector 155">
            <a:extLst>
              <a:ext uri="{FF2B5EF4-FFF2-40B4-BE49-F238E27FC236}">
                <a16:creationId xmlns:a16="http://schemas.microsoft.com/office/drawing/2014/main" id="{BCBBB28A-1D95-3C3A-3EFB-3F16E560467C}"/>
              </a:ext>
            </a:extLst>
          </p:cNvPr>
          <p:cNvCxnSpPr>
            <a:stCxn id="7" idx="3"/>
            <a:endCxn id="9" idx="1"/>
          </p:cNvCxnSpPr>
          <p:nvPr/>
        </p:nvCxnSpPr>
        <p:spPr>
          <a:xfrm flipV="1">
            <a:off x="3948211" y="5067146"/>
            <a:ext cx="451049" cy="36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Straight Arrow Connector 157">
            <a:extLst>
              <a:ext uri="{FF2B5EF4-FFF2-40B4-BE49-F238E27FC236}">
                <a16:creationId xmlns:a16="http://schemas.microsoft.com/office/drawing/2014/main" id="{4458D7F7-E665-26D0-57EC-42D413966818}"/>
              </a:ext>
            </a:extLst>
          </p:cNvPr>
          <p:cNvCxnSpPr>
            <a:stCxn id="9" idx="3"/>
            <a:endCxn id="11" idx="1"/>
          </p:cNvCxnSpPr>
          <p:nvPr/>
        </p:nvCxnSpPr>
        <p:spPr>
          <a:xfrm>
            <a:off x="5670276" y="5067146"/>
            <a:ext cx="54984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Straight Arrow Connector 159">
            <a:extLst>
              <a:ext uri="{FF2B5EF4-FFF2-40B4-BE49-F238E27FC236}">
                <a16:creationId xmlns:a16="http://schemas.microsoft.com/office/drawing/2014/main" id="{46773CDF-4EA5-144A-0957-CB116D37A4F7}"/>
              </a:ext>
            </a:extLst>
          </p:cNvPr>
          <p:cNvCxnSpPr>
            <a:stCxn id="11" idx="3"/>
            <a:endCxn id="22" idx="1"/>
          </p:cNvCxnSpPr>
          <p:nvPr/>
        </p:nvCxnSpPr>
        <p:spPr>
          <a:xfrm>
            <a:off x="7491140" y="5067146"/>
            <a:ext cx="617950" cy="36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Straight Arrow Connector 161">
            <a:extLst>
              <a:ext uri="{FF2B5EF4-FFF2-40B4-BE49-F238E27FC236}">
                <a16:creationId xmlns:a16="http://schemas.microsoft.com/office/drawing/2014/main" id="{30E19659-F185-663F-1F03-89077F1FAE3A}"/>
              </a:ext>
            </a:extLst>
          </p:cNvPr>
          <p:cNvCxnSpPr>
            <a:stCxn id="22" idx="3"/>
            <a:endCxn id="20" idx="1"/>
          </p:cNvCxnSpPr>
          <p:nvPr/>
        </p:nvCxnSpPr>
        <p:spPr>
          <a:xfrm>
            <a:off x="9380106" y="5070784"/>
            <a:ext cx="54135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Straight Arrow Connector 163">
            <a:extLst>
              <a:ext uri="{FF2B5EF4-FFF2-40B4-BE49-F238E27FC236}">
                <a16:creationId xmlns:a16="http://schemas.microsoft.com/office/drawing/2014/main" id="{65EDDFED-1EC7-5EE1-B566-5861E85091D0}"/>
              </a:ext>
            </a:extLst>
          </p:cNvPr>
          <p:cNvCxnSpPr>
            <a:stCxn id="20" idx="2"/>
            <a:endCxn id="19" idx="0"/>
          </p:cNvCxnSpPr>
          <p:nvPr/>
        </p:nvCxnSpPr>
        <p:spPr>
          <a:xfrm>
            <a:off x="10556970" y="5299384"/>
            <a:ext cx="0" cy="4020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6" name="Straight Arrow Connector 165">
            <a:extLst>
              <a:ext uri="{FF2B5EF4-FFF2-40B4-BE49-F238E27FC236}">
                <a16:creationId xmlns:a16="http://schemas.microsoft.com/office/drawing/2014/main" id="{9A8CA8C0-02EA-1AC5-0DBE-156DA67EADE9}"/>
              </a:ext>
            </a:extLst>
          </p:cNvPr>
          <p:cNvCxnSpPr>
            <a:stCxn id="19" idx="1"/>
            <a:endCxn id="18" idx="3"/>
          </p:cNvCxnSpPr>
          <p:nvPr/>
        </p:nvCxnSpPr>
        <p:spPr>
          <a:xfrm flipH="1">
            <a:off x="9342944" y="5930004"/>
            <a:ext cx="578518" cy="75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Straight Arrow Connector 167">
            <a:extLst>
              <a:ext uri="{FF2B5EF4-FFF2-40B4-BE49-F238E27FC236}">
                <a16:creationId xmlns:a16="http://schemas.microsoft.com/office/drawing/2014/main" id="{19A67B5F-53B6-B22F-BF2C-71297DDF7556}"/>
              </a:ext>
            </a:extLst>
          </p:cNvPr>
          <p:cNvCxnSpPr>
            <a:stCxn id="18" idx="1"/>
            <a:endCxn id="14" idx="3"/>
          </p:cNvCxnSpPr>
          <p:nvPr/>
        </p:nvCxnSpPr>
        <p:spPr>
          <a:xfrm flipH="1">
            <a:off x="7491140" y="5937529"/>
            <a:ext cx="58078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Straight Arrow Connector 169">
            <a:extLst>
              <a:ext uri="{FF2B5EF4-FFF2-40B4-BE49-F238E27FC236}">
                <a16:creationId xmlns:a16="http://schemas.microsoft.com/office/drawing/2014/main" id="{0A6F9D3F-107E-2130-5B80-B5A3F3C5FDE0}"/>
              </a:ext>
            </a:extLst>
          </p:cNvPr>
          <p:cNvCxnSpPr>
            <a:stCxn id="14" idx="1"/>
            <a:endCxn id="13" idx="3"/>
          </p:cNvCxnSpPr>
          <p:nvPr/>
        </p:nvCxnSpPr>
        <p:spPr>
          <a:xfrm flipH="1">
            <a:off x="5670276" y="5937529"/>
            <a:ext cx="54984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Straight Arrow Connector 171">
            <a:extLst>
              <a:ext uri="{FF2B5EF4-FFF2-40B4-BE49-F238E27FC236}">
                <a16:creationId xmlns:a16="http://schemas.microsoft.com/office/drawing/2014/main" id="{4151A2DD-7FD8-7F8F-7F90-C31A6F20A7FB}"/>
              </a:ext>
            </a:extLst>
          </p:cNvPr>
          <p:cNvCxnSpPr>
            <a:stCxn id="13" idx="1"/>
            <a:endCxn id="12" idx="3"/>
          </p:cNvCxnSpPr>
          <p:nvPr/>
        </p:nvCxnSpPr>
        <p:spPr>
          <a:xfrm flipH="1" flipV="1">
            <a:off x="3948211" y="5930004"/>
            <a:ext cx="451049" cy="75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Straight Arrow Connector 173">
            <a:extLst>
              <a:ext uri="{FF2B5EF4-FFF2-40B4-BE49-F238E27FC236}">
                <a16:creationId xmlns:a16="http://schemas.microsoft.com/office/drawing/2014/main" id="{046CCDBB-2C75-87AF-3291-DBAA7A064693}"/>
              </a:ext>
            </a:extLst>
          </p:cNvPr>
          <p:cNvCxnSpPr>
            <a:stCxn id="12" idx="1"/>
            <a:endCxn id="83" idx="6"/>
          </p:cNvCxnSpPr>
          <p:nvPr/>
        </p:nvCxnSpPr>
        <p:spPr>
          <a:xfrm flipH="1">
            <a:off x="2096407" y="5930004"/>
            <a:ext cx="580788" cy="29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618833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3E9DEC-EE20-8000-7EC6-C6ADBC8BC3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88B78-8C12-DB38-9C98-B93D527997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Static Sequence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905AD3-CFD4-9E10-C57B-9E61347F1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635EA-281D-47C8-A0EC-B8A06226CB83}" type="slidenum">
              <a:rPr lang="en-IN" smtClean="0"/>
              <a:t>54</a:t>
            </a:fld>
            <a:endParaRPr lang="en-IN"/>
          </a:p>
        </p:txBody>
      </p:sp>
      <p:sp>
        <p:nvSpPr>
          <p:cNvPr id="23" name="Flowchart: Alternate Process 22">
            <a:extLst>
              <a:ext uri="{FF2B5EF4-FFF2-40B4-BE49-F238E27FC236}">
                <a16:creationId xmlns:a16="http://schemas.microsoft.com/office/drawing/2014/main" id="{7ED0E60E-D00C-BFCF-8AF9-9441A7806F80}"/>
              </a:ext>
            </a:extLst>
          </p:cNvPr>
          <p:cNvSpPr/>
          <p:nvPr/>
        </p:nvSpPr>
        <p:spPr>
          <a:xfrm>
            <a:off x="2643324" y="1423601"/>
            <a:ext cx="1271016" cy="457200"/>
          </a:xfrm>
          <a:prstGeom prst="flowChartAlternateProcess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rgbClr val="003399"/>
                </a:solidFill>
                <a:cs typeface="Arial" panose="020B0604020202020204" pitchFamily="34" charset="0"/>
              </a:rPr>
              <a:t>Activate Traction control button</a:t>
            </a:r>
          </a:p>
        </p:txBody>
      </p:sp>
      <p:sp>
        <p:nvSpPr>
          <p:cNvPr id="24" name="Flowchart: Alternate Process 23">
            <a:extLst>
              <a:ext uri="{FF2B5EF4-FFF2-40B4-BE49-F238E27FC236}">
                <a16:creationId xmlns:a16="http://schemas.microsoft.com/office/drawing/2014/main" id="{C825ED46-092A-C3EA-15CE-A4DB1DFC591B}"/>
              </a:ext>
            </a:extLst>
          </p:cNvPr>
          <p:cNvSpPr/>
          <p:nvPr/>
        </p:nvSpPr>
        <p:spPr>
          <a:xfrm>
            <a:off x="6224119" y="1417640"/>
            <a:ext cx="1271016" cy="457200"/>
          </a:xfrm>
          <a:prstGeom prst="flowChartAlternateProcess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rgbClr val="003399"/>
                </a:solidFill>
                <a:cs typeface="Arial" panose="020B0604020202020204" pitchFamily="34" charset="0"/>
              </a:rPr>
              <a:t>Read Engine temperature</a:t>
            </a:r>
          </a:p>
        </p:txBody>
      </p:sp>
      <p:sp>
        <p:nvSpPr>
          <p:cNvPr id="25" name="Flowchart: Alternate Process 24">
            <a:extLst>
              <a:ext uri="{FF2B5EF4-FFF2-40B4-BE49-F238E27FC236}">
                <a16:creationId xmlns:a16="http://schemas.microsoft.com/office/drawing/2014/main" id="{78716240-2506-B77F-34B7-FE7B75408E76}"/>
              </a:ext>
            </a:extLst>
          </p:cNvPr>
          <p:cNvSpPr/>
          <p:nvPr/>
        </p:nvSpPr>
        <p:spPr>
          <a:xfrm>
            <a:off x="8071928" y="1420626"/>
            <a:ext cx="1271016" cy="457200"/>
          </a:xfrm>
          <a:prstGeom prst="flowChartAlternateProcess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rgbClr val="003399"/>
                </a:solidFill>
                <a:cs typeface="Arial" panose="020B0604020202020204" pitchFamily="34" charset="0"/>
              </a:rPr>
              <a:t>Read Intake Air temperature</a:t>
            </a:r>
          </a:p>
        </p:txBody>
      </p:sp>
      <p:sp>
        <p:nvSpPr>
          <p:cNvPr id="29" name="Flowchart: Alternate Process 28">
            <a:extLst>
              <a:ext uri="{FF2B5EF4-FFF2-40B4-BE49-F238E27FC236}">
                <a16:creationId xmlns:a16="http://schemas.microsoft.com/office/drawing/2014/main" id="{150149D1-62DF-D8FC-0042-25882AE882FE}"/>
              </a:ext>
            </a:extLst>
          </p:cNvPr>
          <p:cNvSpPr/>
          <p:nvPr/>
        </p:nvSpPr>
        <p:spPr>
          <a:xfrm>
            <a:off x="4399260" y="1420626"/>
            <a:ext cx="1271016" cy="457200"/>
          </a:xfrm>
          <a:prstGeom prst="flowChartAlternateProcess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rgbClr val="003399"/>
                </a:solidFill>
                <a:cs typeface="Arial" panose="020B0604020202020204" pitchFamily="34" charset="0"/>
              </a:rPr>
              <a:t>Read Fuel level resistance</a:t>
            </a:r>
          </a:p>
        </p:txBody>
      </p:sp>
      <p:sp>
        <p:nvSpPr>
          <p:cNvPr id="30" name="Flowchart: Alternate Process 29">
            <a:extLst>
              <a:ext uri="{FF2B5EF4-FFF2-40B4-BE49-F238E27FC236}">
                <a16:creationId xmlns:a16="http://schemas.microsoft.com/office/drawing/2014/main" id="{93CA02CB-1F0D-CFAB-5CBB-C1DB97F72C8E}"/>
              </a:ext>
            </a:extLst>
          </p:cNvPr>
          <p:cNvSpPr/>
          <p:nvPr/>
        </p:nvSpPr>
        <p:spPr>
          <a:xfrm>
            <a:off x="9921462" y="1420626"/>
            <a:ext cx="1271016" cy="457200"/>
          </a:xfrm>
          <a:prstGeom prst="flowChartAlternateProcess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100" dirty="0">
                <a:solidFill>
                  <a:srgbClr val="003399"/>
                </a:solidFill>
                <a:cs typeface="Arial" panose="020B0604020202020204" pitchFamily="34" charset="0"/>
              </a:rPr>
              <a:t>Read Oil temperature</a:t>
            </a:r>
          </a:p>
        </p:txBody>
      </p:sp>
      <p:sp>
        <p:nvSpPr>
          <p:cNvPr id="31" name="Flowchart: Alternate Process 30">
            <a:extLst>
              <a:ext uri="{FF2B5EF4-FFF2-40B4-BE49-F238E27FC236}">
                <a16:creationId xmlns:a16="http://schemas.microsoft.com/office/drawing/2014/main" id="{2D73799F-36F3-FEDF-0D66-BCA491E257D7}"/>
              </a:ext>
            </a:extLst>
          </p:cNvPr>
          <p:cNvSpPr/>
          <p:nvPr/>
        </p:nvSpPr>
        <p:spPr>
          <a:xfrm>
            <a:off x="9921462" y="2202795"/>
            <a:ext cx="1271016" cy="457200"/>
          </a:xfrm>
          <a:prstGeom prst="flowChartAlternateProcess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rgbClr val="003399"/>
                </a:solidFill>
                <a:cs typeface="Arial" panose="020B0604020202020204" pitchFamily="34" charset="0"/>
              </a:rPr>
              <a:t>Read Neutral gear from IPC</a:t>
            </a:r>
          </a:p>
        </p:txBody>
      </p:sp>
      <p:sp>
        <p:nvSpPr>
          <p:cNvPr id="49" name="Flowchart: Alternate Process 48">
            <a:extLst>
              <a:ext uri="{FF2B5EF4-FFF2-40B4-BE49-F238E27FC236}">
                <a16:creationId xmlns:a16="http://schemas.microsoft.com/office/drawing/2014/main" id="{67851881-F323-EA8B-CBC3-6A533B6D6A27}"/>
              </a:ext>
            </a:extLst>
          </p:cNvPr>
          <p:cNvSpPr/>
          <p:nvPr/>
        </p:nvSpPr>
        <p:spPr>
          <a:xfrm>
            <a:off x="6222394" y="2204069"/>
            <a:ext cx="1271016" cy="457200"/>
          </a:xfrm>
          <a:prstGeom prst="flowChartAlternateProcess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rgbClr val="003399"/>
                </a:solidFill>
                <a:cs typeface="Arial" panose="020B0604020202020204" pitchFamily="34" charset="0"/>
              </a:rPr>
              <a:t>Read Photo sensor</a:t>
            </a:r>
          </a:p>
        </p:txBody>
      </p:sp>
      <p:sp>
        <p:nvSpPr>
          <p:cNvPr id="51" name="Flowchart: Alternate Process 50">
            <a:extLst>
              <a:ext uri="{FF2B5EF4-FFF2-40B4-BE49-F238E27FC236}">
                <a16:creationId xmlns:a16="http://schemas.microsoft.com/office/drawing/2014/main" id="{59EBAC75-D0A9-842E-327F-AB6D09F055E8}"/>
              </a:ext>
            </a:extLst>
          </p:cNvPr>
          <p:cNvSpPr/>
          <p:nvPr/>
        </p:nvSpPr>
        <p:spPr>
          <a:xfrm>
            <a:off x="4399260" y="2205666"/>
            <a:ext cx="1271016" cy="457200"/>
          </a:xfrm>
          <a:prstGeom prst="flowChartAlternateProcess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100" dirty="0">
                <a:solidFill>
                  <a:srgbClr val="003399"/>
                </a:solidFill>
                <a:cs typeface="Arial" panose="020B0604020202020204" pitchFamily="34" charset="0"/>
              </a:rPr>
              <a:t>Upstream lambda – Multiplicative adaption</a:t>
            </a:r>
          </a:p>
        </p:txBody>
      </p:sp>
      <p:sp>
        <p:nvSpPr>
          <p:cNvPr id="53" name="Flowchart: Alternate Process 52">
            <a:extLst>
              <a:ext uri="{FF2B5EF4-FFF2-40B4-BE49-F238E27FC236}">
                <a16:creationId xmlns:a16="http://schemas.microsoft.com/office/drawing/2014/main" id="{F4B47B9D-5F53-FA0C-4E5C-109C85A6A1EA}"/>
              </a:ext>
            </a:extLst>
          </p:cNvPr>
          <p:cNvSpPr/>
          <p:nvPr/>
        </p:nvSpPr>
        <p:spPr>
          <a:xfrm>
            <a:off x="2678677" y="2214247"/>
            <a:ext cx="1271016" cy="457200"/>
          </a:xfrm>
          <a:prstGeom prst="flowChartAlternateProcess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100" dirty="0">
                <a:solidFill>
                  <a:srgbClr val="003399"/>
                </a:solidFill>
                <a:cs typeface="Arial" panose="020B0604020202020204" pitchFamily="34" charset="0"/>
              </a:rPr>
              <a:t>Upstream lambda – Additive adaption</a:t>
            </a:r>
          </a:p>
        </p:txBody>
      </p:sp>
      <p:sp>
        <p:nvSpPr>
          <p:cNvPr id="55" name="Flowchart: Alternate Process 54">
            <a:extLst>
              <a:ext uri="{FF2B5EF4-FFF2-40B4-BE49-F238E27FC236}">
                <a16:creationId xmlns:a16="http://schemas.microsoft.com/office/drawing/2014/main" id="{51F6F1CF-3927-C4A3-D0D4-9256A6616173}"/>
              </a:ext>
            </a:extLst>
          </p:cNvPr>
          <p:cNvSpPr/>
          <p:nvPr/>
        </p:nvSpPr>
        <p:spPr>
          <a:xfrm>
            <a:off x="966849" y="2220569"/>
            <a:ext cx="1271016" cy="457200"/>
          </a:xfrm>
          <a:prstGeom prst="flowChartAlternateProcess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rgbClr val="003399"/>
                </a:solidFill>
                <a:cs typeface="Arial" panose="020B0604020202020204" pitchFamily="34" charset="0"/>
              </a:rPr>
              <a:t>L</a:t>
            </a:r>
            <a:r>
              <a:rPr lang="en-IN" sz="1100" dirty="0" err="1">
                <a:solidFill>
                  <a:srgbClr val="003399"/>
                </a:solidFill>
                <a:cs typeface="Arial" panose="020B0604020202020204" pitchFamily="34" charset="0"/>
              </a:rPr>
              <a:t>ambda</a:t>
            </a:r>
            <a:r>
              <a:rPr lang="en-IN" sz="1100" dirty="0">
                <a:solidFill>
                  <a:srgbClr val="003399"/>
                </a:solidFill>
                <a:cs typeface="Arial" panose="020B0604020202020204" pitchFamily="34" charset="0"/>
              </a:rPr>
              <a:t> correction upstream</a:t>
            </a:r>
          </a:p>
        </p:txBody>
      </p:sp>
      <p:sp>
        <p:nvSpPr>
          <p:cNvPr id="57" name="Flowchart: Alternate Process 56">
            <a:extLst>
              <a:ext uri="{FF2B5EF4-FFF2-40B4-BE49-F238E27FC236}">
                <a16:creationId xmlns:a16="http://schemas.microsoft.com/office/drawing/2014/main" id="{700F922D-14DF-6F98-DB9E-54BC17A6E70C}"/>
              </a:ext>
            </a:extLst>
          </p:cNvPr>
          <p:cNvSpPr/>
          <p:nvPr/>
        </p:nvSpPr>
        <p:spPr>
          <a:xfrm>
            <a:off x="966849" y="3020207"/>
            <a:ext cx="1271016" cy="457200"/>
          </a:xfrm>
          <a:prstGeom prst="flowChartAlternateProcess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rgbClr val="003399"/>
                </a:solidFill>
                <a:cs typeface="Arial" panose="020B0604020202020204" pitchFamily="34" charset="0"/>
              </a:rPr>
              <a:t>Lambda </a:t>
            </a:r>
            <a:r>
              <a:rPr lang="en-IN" sz="1200" dirty="0" err="1">
                <a:solidFill>
                  <a:srgbClr val="003399"/>
                </a:solidFill>
                <a:cs typeface="Arial" panose="020B0604020202020204" pitchFamily="34" charset="0"/>
              </a:rPr>
              <a:t>Avg</a:t>
            </a:r>
            <a:r>
              <a:rPr lang="en-IN" sz="1200" dirty="0">
                <a:solidFill>
                  <a:srgbClr val="003399"/>
                </a:solidFill>
                <a:cs typeface="Arial" panose="020B0604020202020204" pitchFamily="34" charset="0"/>
              </a:rPr>
              <a:t> correction</a:t>
            </a:r>
          </a:p>
        </p:txBody>
      </p:sp>
      <p:sp>
        <p:nvSpPr>
          <p:cNvPr id="59" name="Flowchart: Alternate Process 58">
            <a:extLst>
              <a:ext uri="{FF2B5EF4-FFF2-40B4-BE49-F238E27FC236}">
                <a16:creationId xmlns:a16="http://schemas.microsoft.com/office/drawing/2014/main" id="{3F8AA1DB-D6BE-068F-4D9E-06FC2624B6C5}"/>
              </a:ext>
            </a:extLst>
          </p:cNvPr>
          <p:cNvSpPr/>
          <p:nvPr/>
        </p:nvSpPr>
        <p:spPr>
          <a:xfrm>
            <a:off x="2678677" y="3025059"/>
            <a:ext cx="1271016" cy="457200"/>
          </a:xfrm>
          <a:prstGeom prst="flowChartAlternateProcess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rgbClr val="003399"/>
                </a:solidFill>
                <a:cs typeface="Arial" panose="020B0604020202020204" pitchFamily="34" charset="0"/>
              </a:rPr>
              <a:t>Ambient pressure of EMS</a:t>
            </a:r>
          </a:p>
        </p:txBody>
      </p:sp>
      <p:sp>
        <p:nvSpPr>
          <p:cNvPr id="61" name="Flowchart: Alternate Process 60">
            <a:extLst>
              <a:ext uri="{FF2B5EF4-FFF2-40B4-BE49-F238E27FC236}">
                <a16:creationId xmlns:a16="http://schemas.microsoft.com/office/drawing/2014/main" id="{9294A1AC-E4AC-7911-33CA-A57881BC009D}"/>
              </a:ext>
            </a:extLst>
          </p:cNvPr>
          <p:cNvSpPr/>
          <p:nvPr/>
        </p:nvSpPr>
        <p:spPr>
          <a:xfrm>
            <a:off x="4399260" y="3020207"/>
            <a:ext cx="1271016" cy="457200"/>
          </a:xfrm>
          <a:prstGeom prst="flowChartAlternateProcess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rgbClr val="003399"/>
                </a:solidFill>
                <a:cs typeface="Arial" panose="020B0604020202020204" pitchFamily="34" charset="0"/>
              </a:rPr>
              <a:t>Clutch switch status</a:t>
            </a:r>
          </a:p>
        </p:txBody>
      </p:sp>
      <p:sp>
        <p:nvSpPr>
          <p:cNvPr id="63" name="Flowchart: Alternate Process 62">
            <a:extLst>
              <a:ext uri="{FF2B5EF4-FFF2-40B4-BE49-F238E27FC236}">
                <a16:creationId xmlns:a16="http://schemas.microsoft.com/office/drawing/2014/main" id="{1EE08339-AACA-10CD-5B1C-D71DEF773A05}"/>
              </a:ext>
            </a:extLst>
          </p:cNvPr>
          <p:cNvSpPr/>
          <p:nvPr/>
        </p:nvSpPr>
        <p:spPr>
          <a:xfrm>
            <a:off x="6222394" y="3020207"/>
            <a:ext cx="1271016" cy="457200"/>
          </a:xfrm>
          <a:prstGeom prst="flowChartAlternateProcess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rgbClr val="003399"/>
                </a:solidFill>
                <a:cs typeface="Arial" panose="020B0604020202020204" pitchFamily="34" charset="0"/>
              </a:rPr>
              <a:t>Variant Control</a:t>
            </a:r>
          </a:p>
        </p:txBody>
      </p:sp>
      <p:sp>
        <p:nvSpPr>
          <p:cNvPr id="65" name="Flowchart: Alternate Process 64">
            <a:extLst>
              <a:ext uri="{FF2B5EF4-FFF2-40B4-BE49-F238E27FC236}">
                <a16:creationId xmlns:a16="http://schemas.microsoft.com/office/drawing/2014/main" id="{8A8A04B0-8E03-DE55-FAA2-7283D8509F44}"/>
              </a:ext>
            </a:extLst>
          </p:cNvPr>
          <p:cNvSpPr/>
          <p:nvPr/>
        </p:nvSpPr>
        <p:spPr>
          <a:xfrm>
            <a:off x="8109090" y="3020207"/>
            <a:ext cx="1271016" cy="457200"/>
          </a:xfrm>
          <a:prstGeom prst="flowChartAlternateProcess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rgbClr val="003399"/>
                </a:solidFill>
                <a:cs typeface="Arial" panose="020B0604020202020204" pitchFamily="34" charset="0"/>
              </a:rPr>
              <a:t>Read APS 2 Output</a:t>
            </a:r>
          </a:p>
        </p:txBody>
      </p:sp>
      <p:sp>
        <p:nvSpPr>
          <p:cNvPr id="69" name="Flowchart: Alternate Process 68">
            <a:extLst>
              <a:ext uri="{FF2B5EF4-FFF2-40B4-BE49-F238E27FC236}">
                <a16:creationId xmlns:a16="http://schemas.microsoft.com/office/drawing/2014/main" id="{C411DAC9-22F8-FBAE-C844-730398BC5A60}"/>
              </a:ext>
            </a:extLst>
          </p:cNvPr>
          <p:cNvSpPr/>
          <p:nvPr/>
        </p:nvSpPr>
        <p:spPr>
          <a:xfrm>
            <a:off x="4399260" y="3921858"/>
            <a:ext cx="1271016" cy="457200"/>
          </a:xfrm>
          <a:prstGeom prst="flowChartAlternateProcess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rgbClr val="003399"/>
                </a:solidFill>
                <a:cs typeface="Arial" panose="020B0604020202020204" pitchFamily="34" charset="0"/>
              </a:rPr>
              <a:t>Read Warning lights control</a:t>
            </a:r>
          </a:p>
        </p:txBody>
      </p:sp>
      <p:sp>
        <p:nvSpPr>
          <p:cNvPr id="79" name="Flowchart: Alternate Process 78">
            <a:extLst>
              <a:ext uri="{FF2B5EF4-FFF2-40B4-BE49-F238E27FC236}">
                <a16:creationId xmlns:a16="http://schemas.microsoft.com/office/drawing/2014/main" id="{1E721508-D070-4CD7-9D45-296FA6471C08}"/>
              </a:ext>
            </a:extLst>
          </p:cNvPr>
          <p:cNvSpPr/>
          <p:nvPr/>
        </p:nvSpPr>
        <p:spPr>
          <a:xfrm>
            <a:off x="2678677" y="3923560"/>
            <a:ext cx="1271016" cy="457200"/>
          </a:xfrm>
          <a:prstGeom prst="flowChartAlternateProcess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rgbClr val="003399"/>
                </a:solidFill>
                <a:cs typeface="Arial" panose="020B0604020202020204" pitchFamily="34" charset="0"/>
              </a:rPr>
              <a:t>Read Indicator switch status</a:t>
            </a:r>
          </a:p>
        </p:txBody>
      </p:sp>
      <p:sp>
        <p:nvSpPr>
          <p:cNvPr id="80" name="Flowchart: Alternate Process 79">
            <a:extLst>
              <a:ext uri="{FF2B5EF4-FFF2-40B4-BE49-F238E27FC236}">
                <a16:creationId xmlns:a16="http://schemas.microsoft.com/office/drawing/2014/main" id="{8F97132E-B63D-9C46-8CF1-A3804EDB4822}"/>
              </a:ext>
            </a:extLst>
          </p:cNvPr>
          <p:cNvSpPr/>
          <p:nvPr/>
        </p:nvSpPr>
        <p:spPr>
          <a:xfrm>
            <a:off x="966849" y="3921858"/>
            <a:ext cx="1271016" cy="457200"/>
          </a:xfrm>
          <a:prstGeom prst="flowChartAlternateProcess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rgbClr val="003399"/>
                </a:solidFill>
                <a:cs typeface="Arial" panose="020B0604020202020204" pitchFamily="34" charset="0"/>
              </a:rPr>
              <a:t>Read Hazard switch status</a:t>
            </a:r>
          </a:p>
        </p:txBody>
      </p:sp>
      <p:sp>
        <p:nvSpPr>
          <p:cNvPr id="99" name="Flowchart: Alternate Process 98">
            <a:extLst>
              <a:ext uri="{FF2B5EF4-FFF2-40B4-BE49-F238E27FC236}">
                <a16:creationId xmlns:a16="http://schemas.microsoft.com/office/drawing/2014/main" id="{ABCBDD18-8D6A-28B2-2EA2-CDDC23CC0952}"/>
              </a:ext>
            </a:extLst>
          </p:cNvPr>
          <p:cNvSpPr/>
          <p:nvPr/>
        </p:nvSpPr>
        <p:spPr>
          <a:xfrm>
            <a:off x="9921462" y="3020207"/>
            <a:ext cx="1271016" cy="457200"/>
          </a:xfrm>
          <a:prstGeom prst="flowChartAlternateProcess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rgbClr val="003399"/>
                </a:solidFill>
                <a:cs typeface="Arial" panose="020B0604020202020204" pitchFamily="34" charset="0"/>
              </a:rPr>
              <a:t>Read APS 1 Output</a:t>
            </a:r>
          </a:p>
        </p:txBody>
      </p:sp>
      <p:sp>
        <p:nvSpPr>
          <p:cNvPr id="101" name="Flowchart: Alternate Process 100">
            <a:extLst>
              <a:ext uri="{FF2B5EF4-FFF2-40B4-BE49-F238E27FC236}">
                <a16:creationId xmlns:a16="http://schemas.microsoft.com/office/drawing/2014/main" id="{27776450-F801-4A65-9BE1-CCF9DD2CD32B}"/>
              </a:ext>
            </a:extLst>
          </p:cNvPr>
          <p:cNvSpPr/>
          <p:nvPr/>
        </p:nvSpPr>
        <p:spPr>
          <a:xfrm>
            <a:off x="9921462" y="3923560"/>
            <a:ext cx="1271016" cy="457200"/>
          </a:xfrm>
          <a:prstGeom prst="flowChartAlternateProcess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rgbClr val="003399"/>
                </a:solidFill>
                <a:cs typeface="Arial" panose="020B0604020202020204" pitchFamily="34" charset="0"/>
              </a:rPr>
              <a:t>Read Side stand status</a:t>
            </a:r>
          </a:p>
        </p:txBody>
      </p:sp>
      <p:sp>
        <p:nvSpPr>
          <p:cNvPr id="103" name="Flowchart: Alternate Process 102">
            <a:extLst>
              <a:ext uri="{FF2B5EF4-FFF2-40B4-BE49-F238E27FC236}">
                <a16:creationId xmlns:a16="http://schemas.microsoft.com/office/drawing/2014/main" id="{088CD5AA-82FD-209B-04E0-F7E93D705B83}"/>
              </a:ext>
            </a:extLst>
          </p:cNvPr>
          <p:cNvSpPr/>
          <p:nvPr/>
        </p:nvSpPr>
        <p:spPr>
          <a:xfrm>
            <a:off x="8112064" y="3916793"/>
            <a:ext cx="1271016" cy="457200"/>
          </a:xfrm>
          <a:prstGeom prst="flowChartAlternateProcess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rgbClr val="003399"/>
                </a:solidFill>
                <a:cs typeface="Arial" panose="020B0604020202020204" pitchFamily="34" charset="0"/>
              </a:rPr>
              <a:t>Read Kill switch status</a:t>
            </a:r>
          </a:p>
        </p:txBody>
      </p:sp>
      <p:sp>
        <p:nvSpPr>
          <p:cNvPr id="105" name="Flowchart: Alternate Process 104">
            <a:extLst>
              <a:ext uri="{FF2B5EF4-FFF2-40B4-BE49-F238E27FC236}">
                <a16:creationId xmlns:a16="http://schemas.microsoft.com/office/drawing/2014/main" id="{B5A05AB7-7744-719C-9008-86AAA188EBBB}"/>
              </a:ext>
            </a:extLst>
          </p:cNvPr>
          <p:cNvSpPr/>
          <p:nvPr/>
        </p:nvSpPr>
        <p:spPr>
          <a:xfrm>
            <a:off x="6220124" y="3923560"/>
            <a:ext cx="1271016" cy="457200"/>
          </a:xfrm>
          <a:prstGeom prst="flowChartAlternateProcess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rgbClr val="003399"/>
                </a:solidFill>
                <a:cs typeface="Arial" panose="020B0604020202020204" pitchFamily="34" charset="0"/>
              </a:rPr>
              <a:t>Read Clutch switch status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585F247F-71C8-79A4-6A0A-62B79E3ADF2F}"/>
              </a:ext>
            </a:extLst>
          </p:cNvPr>
          <p:cNvSpPr txBox="1"/>
          <p:nvPr/>
        </p:nvSpPr>
        <p:spPr>
          <a:xfrm>
            <a:off x="955394" y="814959"/>
            <a:ext cx="109237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Expected Cycle Time: 4.5 to 5min </a:t>
            </a:r>
          </a:p>
        </p:txBody>
      </p:sp>
      <p:sp>
        <p:nvSpPr>
          <p:cNvPr id="5" name="Flowchart: Alternate Process 4">
            <a:extLst>
              <a:ext uri="{FF2B5EF4-FFF2-40B4-BE49-F238E27FC236}">
                <a16:creationId xmlns:a16="http://schemas.microsoft.com/office/drawing/2014/main" id="{13BB5CBE-D268-3E1A-91F3-03A3FBA89716}"/>
              </a:ext>
            </a:extLst>
          </p:cNvPr>
          <p:cNvSpPr/>
          <p:nvPr/>
        </p:nvSpPr>
        <p:spPr>
          <a:xfrm>
            <a:off x="966849" y="4850578"/>
            <a:ext cx="1271016" cy="457200"/>
          </a:xfrm>
          <a:prstGeom prst="flowChartAlternateProcess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rgbClr val="003399"/>
                </a:solidFill>
                <a:cs typeface="Arial" panose="020B0604020202020204" pitchFamily="34" charset="0"/>
              </a:rPr>
              <a:t>IG Coil IO Control</a:t>
            </a:r>
            <a:endParaRPr lang="en-IN" sz="1200" dirty="0">
              <a:solidFill>
                <a:srgbClr val="003399"/>
              </a:solidFill>
              <a:cs typeface="Arial" panose="020B0604020202020204" pitchFamily="34" charset="0"/>
            </a:endParaRPr>
          </a:p>
        </p:txBody>
      </p:sp>
      <p:sp>
        <p:nvSpPr>
          <p:cNvPr id="7" name="Flowchart: Alternate Process 6">
            <a:extLst>
              <a:ext uri="{FF2B5EF4-FFF2-40B4-BE49-F238E27FC236}">
                <a16:creationId xmlns:a16="http://schemas.microsoft.com/office/drawing/2014/main" id="{1325D487-88F4-A9A4-EE21-78A2FEA39500}"/>
              </a:ext>
            </a:extLst>
          </p:cNvPr>
          <p:cNvSpPr/>
          <p:nvPr/>
        </p:nvSpPr>
        <p:spPr>
          <a:xfrm>
            <a:off x="2677195" y="4842184"/>
            <a:ext cx="1271016" cy="457200"/>
          </a:xfrm>
          <a:prstGeom prst="flowChartAlternateProcess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rgbClr val="003399"/>
                </a:solidFill>
                <a:cs typeface="Arial" panose="020B0604020202020204" pitchFamily="34" charset="0"/>
              </a:rPr>
              <a:t>Injector IO Control</a:t>
            </a:r>
            <a:endParaRPr lang="en-IN" sz="1200" dirty="0">
              <a:solidFill>
                <a:srgbClr val="003399"/>
              </a:solidFill>
              <a:cs typeface="Arial" panose="020B0604020202020204" pitchFamily="34" charset="0"/>
            </a:endParaRPr>
          </a:p>
        </p:txBody>
      </p:sp>
      <p:sp>
        <p:nvSpPr>
          <p:cNvPr id="9" name="Flowchart: Alternate Process 8">
            <a:extLst>
              <a:ext uri="{FF2B5EF4-FFF2-40B4-BE49-F238E27FC236}">
                <a16:creationId xmlns:a16="http://schemas.microsoft.com/office/drawing/2014/main" id="{73BEA0AE-5028-6349-1141-6E47CDED37FE}"/>
              </a:ext>
            </a:extLst>
          </p:cNvPr>
          <p:cNvSpPr/>
          <p:nvPr/>
        </p:nvSpPr>
        <p:spPr>
          <a:xfrm>
            <a:off x="4399260" y="4838546"/>
            <a:ext cx="1271016" cy="457200"/>
          </a:xfrm>
          <a:prstGeom prst="flowChartAlternateProcess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rgbClr val="003399"/>
                </a:solidFill>
                <a:cs typeface="Arial" panose="020B0604020202020204" pitchFamily="34" charset="0"/>
              </a:rPr>
              <a:t>Purge Valve IO Control</a:t>
            </a:r>
            <a:endParaRPr lang="en-IN" sz="1200" dirty="0">
              <a:solidFill>
                <a:srgbClr val="003399"/>
              </a:solidFill>
              <a:cs typeface="Arial" panose="020B0604020202020204" pitchFamily="34" charset="0"/>
            </a:endParaRPr>
          </a:p>
        </p:txBody>
      </p:sp>
      <p:sp>
        <p:nvSpPr>
          <p:cNvPr id="11" name="Flowchart: Alternate Process 10">
            <a:extLst>
              <a:ext uri="{FF2B5EF4-FFF2-40B4-BE49-F238E27FC236}">
                <a16:creationId xmlns:a16="http://schemas.microsoft.com/office/drawing/2014/main" id="{9F9B201E-9A9D-B6C4-8AD3-21D992F4CD53}"/>
              </a:ext>
            </a:extLst>
          </p:cNvPr>
          <p:cNvSpPr/>
          <p:nvPr/>
        </p:nvSpPr>
        <p:spPr>
          <a:xfrm>
            <a:off x="6220124" y="4838546"/>
            <a:ext cx="1271016" cy="457200"/>
          </a:xfrm>
          <a:prstGeom prst="flowChartAlternateProcess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rgbClr val="003399"/>
                </a:solidFill>
                <a:cs typeface="Arial" panose="020B0604020202020204" pitchFamily="34" charset="0"/>
              </a:rPr>
              <a:t>Actuate Fan relay</a:t>
            </a:r>
          </a:p>
        </p:txBody>
      </p:sp>
      <p:sp>
        <p:nvSpPr>
          <p:cNvPr id="12" name="Flowchart: Alternate Process 11">
            <a:extLst>
              <a:ext uri="{FF2B5EF4-FFF2-40B4-BE49-F238E27FC236}">
                <a16:creationId xmlns:a16="http://schemas.microsoft.com/office/drawing/2014/main" id="{C6595717-57D9-46AE-2C4E-32C42BAFA492}"/>
              </a:ext>
            </a:extLst>
          </p:cNvPr>
          <p:cNvSpPr/>
          <p:nvPr/>
        </p:nvSpPr>
        <p:spPr>
          <a:xfrm>
            <a:off x="2677195" y="5701404"/>
            <a:ext cx="1271016" cy="457200"/>
          </a:xfrm>
          <a:prstGeom prst="flowChartAlternateProcess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rgbClr val="003399"/>
                </a:solidFill>
                <a:cs typeface="Arial" panose="020B0604020202020204" pitchFamily="34" charset="0"/>
              </a:rPr>
              <a:t>Read Headlamp SW version</a:t>
            </a:r>
          </a:p>
        </p:txBody>
      </p:sp>
      <p:sp>
        <p:nvSpPr>
          <p:cNvPr id="13" name="Flowchart: Alternate Process 12">
            <a:extLst>
              <a:ext uri="{FF2B5EF4-FFF2-40B4-BE49-F238E27FC236}">
                <a16:creationId xmlns:a16="http://schemas.microsoft.com/office/drawing/2014/main" id="{4C7F5905-89C2-2368-8F6C-CECE1A668DB6}"/>
              </a:ext>
            </a:extLst>
          </p:cNvPr>
          <p:cNvSpPr/>
          <p:nvPr/>
        </p:nvSpPr>
        <p:spPr>
          <a:xfrm>
            <a:off x="4399260" y="5708929"/>
            <a:ext cx="1271016" cy="457200"/>
          </a:xfrm>
          <a:prstGeom prst="flowChartAlternateProcess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rgbClr val="003399"/>
                </a:solidFill>
                <a:cs typeface="Arial" panose="020B0604020202020204" pitchFamily="34" charset="0"/>
              </a:rPr>
              <a:t>Read TPMS config status</a:t>
            </a:r>
          </a:p>
        </p:txBody>
      </p:sp>
      <p:sp>
        <p:nvSpPr>
          <p:cNvPr id="14" name="Flowchart: Alternate Process 13">
            <a:extLst>
              <a:ext uri="{FF2B5EF4-FFF2-40B4-BE49-F238E27FC236}">
                <a16:creationId xmlns:a16="http://schemas.microsoft.com/office/drawing/2014/main" id="{D6166F9E-4A47-1869-2AB1-734A0D6A8D67}"/>
              </a:ext>
            </a:extLst>
          </p:cNvPr>
          <p:cNvSpPr/>
          <p:nvPr/>
        </p:nvSpPr>
        <p:spPr>
          <a:xfrm>
            <a:off x="6220124" y="5708929"/>
            <a:ext cx="1271016" cy="457200"/>
          </a:xfrm>
          <a:prstGeom prst="flowChartAlternateProcess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rgbClr val="003399"/>
                </a:solidFill>
                <a:cs typeface="Arial" panose="020B0604020202020204" pitchFamily="34" charset="0"/>
              </a:rPr>
              <a:t>Read DRL status</a:t>
            </a:r>
            <a:endParaRPr lang="en-IN" sz="1200" dirty="0">
              <a:solidFill>
                <a:srgbClr val="003399"/>
              </a:solidFill>
              <a:cs typeface="Arial" panose="020B0604020202020204" pitchFamily="34" charset="0"/>
            </a:endParaRPr>
          </a:p>
        </p:txBody>
      </p:sp>
      <p:sp>
        <p:nvSpPr>
          <p:cNvPr id="18" name="Flowchart: Alternate Process 17">
            <a:extLst>
              <a:ext uri="{FF2B5EF4-FFF2-40B4-BE49-F238E27FC236}">
                <a16:creationId xmlns:a16="http://schemas.microsoft.com/office/drawing/2014/main" id="{48B52EAD-3C0C-6B84-9AA3-9F9AC8B755BE}"/>
              </a:ext>
            </a:extLst>
          </p:cNvPr>
          <p:cNvSpPr/>
          <p:nvPr/>
        </p:nvSpPr>
        <p:spPr>
          <a:xfrm>
            <a:off x="8071928" y="5708929"/>
            <a:ext cx="1271016" cy="457200"/>
          </a:xfrm>
          <a:prstGeom prst="flowChartAlternateProcess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rgbClr val="003399"/>
                </a:solidFill>
                <a:cs typeface="Arial" panose="020B0604020202020204" pitchFamily="34" charset="0"/>
              </a:rPr>
              <a:t>Read IMMO status</a:t>
            </a:r>
            <a:endParaRPr lang="en-IN" sz="1200" dirty="0">
              <a:solidFill>
                <a:srgbClr val="003399"/>
              </a:solidFill>
              <a:cs typeface="Arial" panose="020B0604020202020204" pitchFamily="34" charset="0"/>
            </a:endParaRPr>
          </a:p>
        </p:txBody>
      </p:sp>
      <p:sp>
        <p:nvSpPr>
          <p:cNvPr id="19" name="Flowchart: Alternate Process 18">
            <a:extLst>
              <a:ext uri="{FF2B5EF4-FFF2-40B4-BE49-F238E27FC236}">
                <a16:creationId xmlns:a16="http://schemas.microsoft.com/office/drawing/2014/main" id="{814F5BFB-8BD2-19BC-DA7E-B78ED6AE93FB}"/>
              </a:ext>
            </a:extLst>
          </p:cNvPr>
          <p:cNvSpPr/>
          <p:nvPr/>
        </p:nvSpPr>
        <p:spPr>
          <a:xfrm>
            <a:off x="9921462" y="5701404"/>
            <a:ext cx="1271016" cy="457200"/>
          </a:xfrm>
          <a:prstGeom prst="flowChartAlternateProcess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rgbClr val="003399"/>
                </a:solidFill>
                <a:cs typeface="Arial" panose="020B0604020202020204" pitchFamily="34" charset="0"/>
              </a:rPr>
              <a:t>Write EOL mode</a:t>
            </a:r>
            <a:endParaRPr lang="en-IN" sz="1200" dirty="0">
              <a:solidFill>
                <a:srgbClr val="003399"/>
              </a:solidFill>
              <a:cs typeface="Arial" panose="020B0604020202020204" pitchFamily="34" charset="0"/>
            </a:endParaRPr>
          </a:p>
        </p:txBody>
      </p:sp>
      <p:sp>
        <p:nvSpPr>
          <p:cNvPr id="20" name="Flowchart: Alternate Process 19">
            <a:extLst>
              <a:ext uri="{FF2B5EF4-FFF2-40B4-BE49-F238E27FC236}">
                <a16:creationId xmlns:a16="http://schemas.microsoft.com/office/drawing/2014/main" id="{12B85904-687E-3E73-7968-753DA704F312}"/>
              </a:ext>
            </a:extLst>
          </p:cNvPr>
          <p:cNvSpPr/>
          <p:nvPr/>
        </p:nvSpPr>
        <p:spPr>
          <a:xfrm>
            <a:off x="9921462" y="4842184"/>
            <a:ext cx="1271016" cy="457200"/>
          </a:xfrm>
          <a:prstGeom prst="flowChartAlternateProcess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rgbClr val="003399"/>
                </a:solidFill>
                <a:cs typeface="Arial" panose="020B0604020202020204" pitchFamily="34" charset="0"/>
              </a:rPr>
              <a:t>Write TPMS MAC ID</a:t>
            </a:r>
          </a:p>
        </p:txBody>
      </p:sp>
      <p:sp>
        <p:nvSpPr>
          <p:cNvPr id="22" name="Flowchart: Alternate Process 21">
            <a:extLst>
              <a:ext uri="{FF2B5EF4-FFF2-40B4-BE49-F238E27FC236}">
                <a16:creationId xmlns:a16="http://schemas.microsoft.com/office/drawing/2014/main" id="{2EE00DAD-22A0-0EFF-49C4-8F12A1D0B98D}"/>
              </a:ext>
            </a:extLst>
          </p:cNvPr>
          <p:cNvSpPr/>
          <p:nvPr/>
        </p:nvSpPr>
        <p:spPr>
          <a:xfrm>
            <a:off x="8109090" y="4842184"/>
            <a:ext cx="1271016" cy="457200"/>
          </a:xfrm>
          <a:prstGeom prst="flowChartAlternateProcess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rgbClr val="003399"/>
                </a:solidFill>
                <a:cs typeface="Arial" panose="020B0604020202020204" pitchFamily="34" charset="0"/>
              </a:rPr>
              <a:t>Read EMS CVN</a:t>
            </a:r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3CD9623D-B767-E7C8-63ED-58344AB7EE4A}"/>
              </a:ext>
            </a:extLst>
          </p:cNvPr>
          <p:cNvSpPr/>
          <p:nvPr/>
        </p:nvSpPr>
        <p:spPr>
          <a:xfrm>
            <a:off x="1089937" y="1427824"/>
            <a:ext cx="1024840" cy="444224"/>
          </a:xfrm>
          <a:prstGeom prst="ellipse">
            <a:avLst/>
          </a:prstGeom>
          <a:solidFill>
            <a:schemeClr val="accent2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dirty="0">
                <a:solidFill>
                  <a:schemeClr val="bg1"/>
                </a:solidFill>
                <a:cs typeface="Arial" panose="020B0604020202020204" pitchFamily="34" charset="0"/>
              </a:rPr>
              <a:t>A</a:t>
            </a:r>
          </a:p>
        </p:txBody>
      </p:sp>
      <p:sp>
        <p:nvSpPr>
          <p:cNvPr id="77" name="Flowchart: Alternate Process 76">
            <a:extLst>
              <a:ext uri="{FF2B5EF4-FFF2-40B4-BE49-F238E27FC236}">
                <a16:creationId xmlns:a16="http://schemas.microsoft.com/office/drawing/2014/main" id="{63C5A200-0DA5-90C8-ACB7-87856E4E7724}"/>
              </a:ext>
            </a:extLst>
          </p:cNvPr>
          <p:cNvSpPr/>
          <p:nvPr/>
        </p:nvSpPr>
        <p:spPr>
          <a:xfrm>
            <a:off x="8071928" y="2196505"/>
            <a:ext cx="1271016" cy="457200"/>
          </a:xfrm>
          <a:prstGeom prst="flowChartAlternateProcess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rgbClr val="003399"/>
                </a:solidFill>
                <a:cs typeface="Arial" panose="020B0604020202020204" pitchFamily="34" charset="0"/>
              </a:rPr>
              <a:t>Read Map sensor voltage</a:t>
            </a:r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F64A1F67-5613-C2F9-DE00-4A83FCEA90FD}"/>
              </a:ext>
            </a:extLst>
          </p:cNvPr>
          <p:cNvSpPr/>
          <p:nvPr/>
        </p:nvSpPr>
        <p:spPr>
          <a:xfrm>
            <a:off x="1071567" y="5708929"/>
            <a:ext cx="1024840" cy="448056"/>
          </a:xfrm>
          <a:prstGeom prst="ellipse">
            <a:avLst/>
          </a:prstGeom>
          <a:solidFill>
            <a:schemeClr val="accent2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dirty="0">
                <a:solidFill>
                  <a:schemeClr val="bg1"/>
                </a:solidFill>
                <a:cs typeface="Arial" panose="020B0604020202020204" pitchFamily="34" charset="0"/>
              </a:rPr>
              <a:t>B</a:t>
            </a:r>
          </a:p>
        </p:txBody>
      </p: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1D1F5ED9-24CC-B162-596D-489BBCB5FCDB}"/>
              </a:ext>
            </a:extLst>
          </p:cNvPr>
          <p:cNvCxnSpPr>
            <a:stCxn id="75" idx="6"/>
            <a:endCxn id="23" idx="1"/>
          </p:cNvCxnSpPr>
          <p:nvPr/>
        </p:nvCxnSpPr>
        <p:spPr>
          <a:xfrm>
            <a:off x="2114777" y="1649936"/>
            <a:ext cx="528547" cy="22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07932ABE-F834-36D6-8AFB-58B47276FE6B}"/>
              </a:ext>
            </a:extLst>
          </p:cNvPr>
          <p:cNvCxnSpPr>
            <a:stCxn id="23" idx="3"/>
            <a:endCxn id="29" idx="1"/>
          </p:cNvCxnSpPr>
          <p:nvPr/>
        </p:nvCxnSpPr>
        <p:spPr>
          <a:xfrm flipV="1">
            <a:off x="3914340" y="1649226"/>
            <a:ext cx="484920" cy="29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1AAB86F9-0F54-ADD5-2CF1-0D65ED9C5466}"/>
              </a:ext>
            </a:extLst>
          </p:cNvPr>
          <p:cNvCxnSpPr>
            <a:stCxn id="29" idx="3"/>
            <a:endCxn id="24" idx="1"/>
          </p:cNvCxnSpPr>
          <p:nvPr/>
        </p:nvCxnSpPr>
        <p:spPr>
          <a:xfrm flipV="1">
            <a:off x="5670276" y="1646240"/>
            <a:ext cx="553843" cy="29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5FF2593E-B5ED-BD4C-24A9-00854D3AF7B4}"/>
              </a:ext>
            </a:extLst>
          </p:cNvPr>
          <p:cNvCxnSpPr>
            <a:stCxn id="24" idx="3"/>
            <a:endCxn id="25" idx="1"/>
          </p:cNvCxnSpPr>
          <p:nvPr/>
        </p:nvCxnSpPr>
        <p:spPr>
          <a:xfrm>
            <a:off x="7495135" y="1646240"/>
            <a:ext cx="576793" cy="29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15843E9D-07FA-6CA1-653D-B86912191122}"/>
              </a:ext>
            </a:extLst>
          </p:cNvPr>
          <p:cNvCxnSpPr>
            <a:stCxn id="25" idx="3"/>
            <a:endCxn id="30" idx="1"/>
          </p:cNvCxnSpPr>
          <p:nvPr/>
        </p:nvCxnSpPr>
        <p:spPr>
          <a:xfrm>
            <a:off x="9342944" y="1649226"/>
            <a:ext cx="57851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69006587-D216-8EED-A6CE-C7417D426D51}"/>
              </a:ext>
            </a:extLst>
          </p:cNvPr>
          <p:cNvCxnSpPr>
            <a:stCxn id="30" idx="2"/>
            <a:endCxn id="31" idx="0"/>
          </p:cNvCxnSpPr>
          <p:nvPr/>
        </p:nvCxnSpPr>
        <p:spPr>
          <a:xfrm>
            <a:off x="10556970" y="1877826"/>
            <a:ext cx="0" cy="3249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23EEE356-22D5-AB6A-A8D8-F53121060C7E}"/>
              </a:ext>
            </a:extLst>
          </p:cNvPr>
          <p:cNvCxnSpPr>
            <a:stCxn id="31" idx="1"/>
            <a:endCxn id="77" idx="3"/>
          </p:cNvCxnSpPr>
          <p:nvPr/>
        </p:nvCxnSpPr>
        <p:spPr>
          <a:xfrm flipH="1" flipV="1">
            <a:off x="9342944" y="2425105"/>
            <a:ext cx="578518" cy="62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72FA584C-188B-01DA-D326-12FE2F1FEAEC}"/>
              </a:ext>
            </a:extLst>
          </p:cNvPr>
          <p:cNvCxnSpPr>
            <a:stCxn id="77" idx="1"/>
            <a:endCxn id="49" idx="3"/>
          </p:cNvCxnSpPr>
          <p:nvPr/>
        </p:nvCxnSpPr>
        <p:spPr>
          <a:xfrm flipH="1">
            <a:off x="7493410" y="2425105"/>
            <a:ext cx="578518" cy="75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Arrow Connector 121">
            <a:extLst>
              <a:ext uri="{FF2B5EF4-FFF2-40B4-BE49-F238E27FC236}">
                <a16:creationId xmlns:a16="http://schemas.microsoft.com/office/drawing/2014/main" id="{A7915E72-5886-E292-8151-91C52D2287C2}"/>
              </a:ext>
            </a:extLst>
          </p:cNvPr>
          <p:cNvCxnSpPr>
            <a:stCxn id="49" idx="1"/>
            <a:endCxn id="51" idx="3"/>
          </p:cNvCxnSpPr>
          <p:nvPr/>
        </p:nvCxnSpPr>
        <p:spPr>
          <a:xfrm flipH="1">
            <a:off x="5670276" y="2432669"/>
            <a:ext cx="552118" cy="15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Arrow Connector 123">
            <a:extLst>
              <a:ext uri="{FF2B5EF4-FFF2-40B4-BE49-F238E27FC236}">
                <a16:creationId xmlns:a16="http://schemas.microsoft.com/office/drawing/2014/main" id="{4CF66695-B6E8-10B0-EA35-04BE19BCA32E}"/>
              </a:ext>
            </a:extLst>
          </p:cNvPr>
          <p:cNvCxnSpPr>
            <a:stCxn id="51" idx="1"/>
            <a:endCxn id="53" idx="3"/>
          </p:cNvCxnSpPr>
          <p:nvPr/>
        </p:nvCxnSpPr>
        <p:spPr>
          <a:xfrm flipH="1">
            <a:off x="3949693" y="2434266"/>
            <a:ext cx="449567" cy="85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Arrow Connector 125">
            <a:extLst>
              <a:ext uri="{FF2B5EF4-FFF2-40B4-BE49-F238E27FC236}">
                <a16:creationId xmlns:a16="http://schemas.microsoft.com/office/drawing/2014/main" id="{5052508F-90E2-10E6-06A4-FA6A89AFEC7D}"/>
              </a:ext>
            </a:extLst>
          </p:cNvPr>
          <p:cNvCxnSpPr>
            <a:stCxn id="53" idx="1"/>
            <a:endCxn id="55" idx="3"/>
          </p:cNvCxnSpPr>
          <p:nvPr/>
        </p:nvCxnSpPr>
        <p:spPr>
          <a:xfrm flipH="1">
            <a:off x="2237865" y="2442847"/>
            <a:ext cx="440812" cy="63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Arrow Connector 127">
            <a:extLst>
              <a:ext uri="{FF2B5EF4-FFF2-40B4-BE49-F238E27FC236}">
                <a16:creationId xmlns:a16="http://schemas.microsoft.com/office/drawing/2014/main" id="{3AF9FDB5-31B4-FFA9-A595-5A23D0AF8D65}"/>
              </a:ext>
            </a:extLst>
          </p:cNvPr>
          <p:cNvCxnSpPr>
            <a:stCxn id="55" idx="2"/>
            <a:endCxn id="57" idx="0"/>
          </p:cNvCxnSpPr>
          <p:nvPr/>
        </p:nvCxnSpPr>
        <p:spPr>
          <a:xfrm>
            <a:off x="1602357" y="2677769"/>
            <a:ext cx="0" cy="3424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0" name="Straight Arrow Connector 129">
            <a:extLst>
              <a:ext uri="{FF2B5EF4-FFF2-40B4-BE49-F238E27FC236}">
                <a16:creationId xmlns:a16="http://schemas.microsoft.com/office/drawing/2014/main" id="{3002493D-2518-7E65-5931-527D7E8B0454}"/>
              </a:ext>
            </a:extLst>
          </p:cNvPr>
          <p:cNvCxnSpPr>
            <a:stCxn id="57" idx="3"/>
            <a:endCxn id="59" idx="1"/>
          </p:cNvCxnSpPr>
          <p:nvPr/>
        </p:nvCxnSpPr>
        <p:spPr>
          <a:xfrm>
            <a:off x="2237865" y="3248807"/>
            <a:ext cx="440812" cy="48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Arrow Connector 131">
            <a:extLst>
              <a:ext uri="{FF2B5EF4-FFF2-40B4-BE49-F238E27FC236}">
                <a16:creationId xmlns:a16="http://schemas.microsoft.com/office/drawing/2014/main" id="{FE1D1B31-4696-D184-25BF-B9DA01D9612F}"/>
              </a:ext>
            </a:extLst>
          </p:cNvPr>
          <p:cNvCxnSpPr>
            <a:stCxn id="59" idx="3"/>
            <a:endCxn id="61" idx="1"/>
          </p:cNvCxnSpPr>
          <p:nvPr/>
        </p:nvCxnSpPr>
        <p:spPr>
          <a:xfrm flipV="1">
            <a:off x="3949693" y="3248807"/>
            <a:ext cx="449567" cy="48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Arrow Connector 133">
            <a:extLst>
              <a:ext uri="{FF2B5EF4-FFF2-40B4-BE49-F238E27FC236}">
                <a16:creationId xmlns:a16="http://schemas.microsoft.com/office/drawing/2014/main" id="{D9C7B19B-92C7-477C-2A09-692F23D6010B}"/>
              </a:ext>
            </a:extLst>
          </p:cNvPr>
          <p:cNvCxnSpPr>
            <a:stCxn id="61" idx="3"/>
            <a:endCxn id="63" idx="1"/>
          </p:cNvCxnSpPr>
          <p:nvPr/>
        </p:nvCxnSpPr>
        <p:spPr>
          <a:xfrm>
            <a:off x="5670276" y="3248807"/>
            <a:ext cx="55211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Arrow Connector 135">
            <a:extLst>
              <a:ext uri="{FF2B5EF4-FFF2-40B4-BE49-F238E27FC236}">
                <a16:creationId xmlns:a16="http://schemas.microsoft.com/office/drawing/2014/main" id="{25ED0CF1-E329-47E2-15F3-F763F09D44C2}"/>
              </a:ext>
            </a:extLst>
          </p:cNvPr>
          <p:cNvCxnSpPr>
            <a:stCxn id="63" idx="3"/>
            <a:endCxn id="65" idx="1"/>
          </p:cNvCxnSpPr>
          <p:nvPr/>
        </p:nvCxnSpPr>
        <p:spPr>
          <a:xfrm>
            <a:off x="7493410" y="3248807"/>
            <a:ext cx="61568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Arrow Connector 137">
            <a:extLst>
              <a:ext uri="{FF2B5EF4-FFF2-40B4-BE49-F238E27FC236}">
                <a16:creationId xmlns:a16="http://schemas.microsoft.com/office/drawing/2014/main" id="{C97405E6-0DA6-B35B-35E9-F0F1994E721C}"/>
              </a:ext>
            </a:extLst>
          </p:cNvPr>
          <p:cNvCxnSpPr>
            <a:stCxn id="65" idx="3"/>
            <a:endCxn id="99" idx="1"/>
          </p:cNvCxnSpPr>
          <p:nvPr/>
        </p:nvCxnSpPr>
        <p:spPr>
          <a:xfrm>
            <a:off x="9380106" y="3248807"/>
            <a:ext cx="54135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Arrow Connector 139">
            <a:extLst>
              <a:ext uri="{FF2B5EF4-FFF2-40B4-BE49-F238E27FC236}">
                <a16:creationId xmlns:a16="http://schemas.microsoft.com/office/drawing/2014/main" id="{9621D11C-0274-56A5-BD3A-D4B492726A79}"/>
              </a:ext>
            </a:extLst>
          </p:cNvPr>
          <p:cNvCxnSpPr>
            <a:stCxn id="99" idx="2"/>
            <a:endCxn id="101" idx="0"/>
          </p:cNvCxnSpPr>
          <p:nvPr/>
        </p:nvCxnSpPr>
        <p:spPr>
          <a:xfrm>
            <a:off x="10556970" y="3477407"/>
            <a:ext cx="0" cy="4461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2" name="Straight Arrow Connector 141">
            <a:extLst>
              <a:ext uri="{FF2B5EF4-FFF2-40B4-BE49-F238E27FC236}">
                <a16:creationId xmlns:a16="http://schemas.microsoft.com/office/drawing/2014/main" id="{986890B3-982B-D458-83AD-61AEA26E5E85}"/>
              </a:ext>
            </a:extLst>
          </p:cNvPr>
          <p:cNvCxnSpPr>
            <a:stCxn id="101" idx="1"/>
            <a:endCxn id="103" idx="3"/>
          </p:cNvCxnSpPr>
          <p:nvPr/>
        </p:nvCxnSpPr>
        <p:spPr>
          <a:xfrm flipH="1" flipV="1">
            <a:off x="9383080" y="4145393"/>
            <a:ext cx="538382" cy="67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Arrow Connector 143">
            <a:extLst>
              <a:ext uri="{FF2B5EF4-FFF2-40B4-BE49-F238E27FC236}">
                <a16:creationId xmlns:a16="http://schemas.microsoft.com/office/drawing/2014/main" id="{F8F06280-41B1-60BE-A81E-0EF9293867AB}"/>
              </a:ext>
            </a:extLst>
          </p:cNvPr>
          <p:cNvCxnSpPr>
            <a:stCxn id="103" idx="1"/>
            <a:endCxn id="105" idx="3"/>
          </p:cNvCxnSpPr>
          <p:nvPr/>
        </p:nvCxnSpPr>
        <p:spPr>
          <a:xfrm flipH="1">
            <a:off x="7491140" y="4145393"/>
            <a:ext cx="620924" cy="67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Straight Arrow Connector 145">
            <a:extLst>
              <a:ext uri="{FF2B5EF4-FFF2-40B4-BE49-F238E27FC236}">
                <a16:creationId xmlns:a16="http://schemas.microsoft.com/office/drawing/2014/main" id="{ED41EF2B-EAA4-2A54-E061-3D43632C4E6F}"/>
              </a:ext>
            </a:extLst>
          </p:cNvPr>
          <p:cNvCxnSpPr>
            <a:stCxn id="105" idx="1"/>
            <a:endCxn id="69" idx="3"/>
          </p:cNvCxnSpPr>
          <p:nvPr/>
        </p:nvCxnSpPr>
        <p:spPr>
          <a:xfrm flipH="1" flipV="1">
            <a:off x="5670276" y="4150458"/>
            <a:ext cx="549848" cy="17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Straight Arrow Connector 147">
            <a:extLst>
              <a:ext uri="{FF2B5EF4-FFF2-40B4-BE49-F238E27FC236}">
                <a16:creationId xmlns:a16="http://schemas.microsoft.com/office/drawing/2014/main" id="{7C5C8423-6A17-E4C5-1DDC-3E518B18AF38}"/>
              </a:ext>
            </a:extLst>
          </p:cNvPr>
          <p:cNvCxnSpPr>
            <a:stCxn id="69" idx="1"/>
            <a:endCxn id="79" idx="3"/>
          </p:cNvCxnSpPr>
          <p:nvPr/>
        </p:nvCxnSpPr>
        <p:spPr>
          <a:xfrm flipH="1">
            <a:off x="3949693" y="4150458"/>
            <a:ext cx="449567" cy="17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Arrow Connector 149">
            <a:extLst>
              <a:ext uri="{FF2B5EF4-FFF2-40B4-BE49-F238E27FC236}">
                <a16:creationId xmlns:a16="http://schemas.microsoft.com/office/drawing/2014/main" id="{FE9432AD-25D4-E40B-FF3F-D8B25879B235}"/>
              </a:ext>
            </a:extLst>
          </p:cNvPr>
          <p:cNvCxnSpPr>
            <a:stCxn id="79" idx="1"/>
            <a:endCxn id="80" idx="3"/>
          </p:cNvCxnSpPr>
          <p:nvPr/>
        </p:nvCxnSpPr>
        <p:spPr>
          <a:xfrm flipH="1" flipV="1">
            <a:off x="2237865" y="4150458"/>
            <a:ext cx="440812" cy="17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Straight Arrow Connector 151">
            <a:extLst>
              <a:ext uri="{FF2B5EF4-FFF2-40B4-BE49-F238E27FC236}">
                <a16:creationId xmlns:a16="http://schemas.microsoft.com/office/drawing/2014/main" id="{E9654437-F11D-3ED2-7A86-C220CA3539A7}"/>
              </a:ext>
            </a:extLst>
          </p:cNvPr>
          <p:cNvCxnSpPr>
            <a:stCxn id="80" idx="2"/>
            <a:endCxn id="5" idx="0"/>
          </p:cNvCxnSpPr>
          <p:nvPr/>
        </p:nvCxnSpPr>
        <p:spPr>
          <a:xfrm>
            <a:off x="1602357" y="4379058"/>
            <a:ext cx="0" cy="4715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4" name="Straight Arrow Connector 153">
            <a:extLst>
              <a:ext uri="{FF2B5EF4-FFF2-40B4-BE49-F238E27FC236}">
                <a16:creationId xmlns:a16="http://schemas.microsoft.com/office/drawing/2014/main" id="{E4EA6B69-D498-D88D-B5A6-DC6D32D0011A}"/>
              </a:ext>
            </a:extLst>
          </p:cNvPr>
          <p:cNvCxnSpPr>
            <a:stCxn id="5" idx="3"/>
            <a:endCxn id="7" idx="1"/>
          </p:cNvCxnSpPr>
          <p:nvPr/>
        </p:nvCxnSpPr>
        <p:spPr>
          <a:xfrm flipV="1">
            <a:off x="2237865" y="5070784"/>
            <a:ext cx="439330" cy="83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Straight Arrow Connector 155">
            <a:extLst>
              <a:ext uri="{FF2B5EF4-FFF2-40B4-BE49-F238E27FC236}">
                <a16:creationId xmlns:a16="http://schemas.microsoft.com/office/drawing/2014/main" id="{0CDE0B0A-E9E2-2A62-CB83-C8662DF2C5D4}"/>
              </a:ext>
            </a:extLst>
          </p:cNvPr>
          <p:cNvCxnSpPr>
            <a:stCxn id="7" idx="3"/>
            <a:endCxn id="9" idx="1"/>
          </p:cNvCxnSpPr>
          <p:nvPr/>
        </p:nvCxnSpPr>
        <p:spPr>
          <a:xfrm flipV="1">
            <a:off x="3948211" y="5067146"/>
            <a:ext cx="451049" cy="36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Straight Arrow Connector 157">
            <a:extLst>
              <a:ext uri="{FF2B5EF4-FFF2-40B4-BE49-F238E27FC236}">
                <a16:creationId xmlns:a16="http://schemas.microsoft.com/office/drawing/2014/main" id="{30216486-0406-B6AC-F2A5-AECACAB9872A}"/>
              </a:ext>
            </a:extLst>
          </p:cNvPr>
          <p:cNvCxnSpPr>
            <a:stCxn id="9" idx="3"/>
            <a:endCxn id="11" idx="1"/>
          </p:cNvCxnSpPr>
          <p:nvPr/>
        </p:nvCxnSpPr>
        <p:spPr>
          <a:xfrm>
            <a:off x="5670276" y="5067146"/>
            <a:ext cx="54984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Straight Arrow Connector 159">
            <a:extLst>
              <a:ext uri="{FF2B5EF4-FFF2-40B4-BE49-F238E27FC236}">
                <a16:creationId xmlns:a16="http://schemas.microsoft.com/office/drawing/2014/main" id="{4E691968-1263-1245-257D-CA92D81DB32C}"/>
              </a:ext>
            </a:extLst>
          </p:cNvPr>
          <p:cNvCxnSpPr>
            <a:stCxn id="11" idx="3"/>
            <a:endCxn id="22" idx="1"/>
          </p:cNvCxnSpPr>
          <p:nvPr/>
        </p:nvCxnSpPr>
        <p:spPr>
          <a:xfrm>
            <a:off x="7491140" y="5067146"/>
            <a:ext cx="617950" cy="36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Straight Arrow Connector 161">
            <a:extLst>
              <a:ext uri="{FF2B5EF4-FFF2-40B4-BE49-F238E27FC236}">
                <a16:creationId xmlns:a16="http://schemas.microsoft.com/office/drawing/2014/main" id="{F445EB9D-339C-8764-A31D-06EBFDD7314A}"/>
              </a:ext>
            </a:extLst>
          </p:cNvPr>
          <p:cNvCxnSpPr>
            <a:stCxn id="22" idx="3"/>
            <a:endCxn id="20" idx="1"/>
          </p:cNvCxnSpPr>
          <p:nvPr/>
        </p:nvCxnSpPr>
        <p:spPr>
          <a:xfrm>
            <a:off x="9380106" y="5070784"/>
            <a:ext cx="54135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Straight Arrow Connector 163">
            <a:extLst>
              <a:ext uri="{FF2B5EF4-FFF2-40B4-BE49-F238E27FC236}">
                <a16:creationId xmlns:a16="http://schemas.microsoft.com/office/drawing/2014/main" id="{04C7F74D-8EE2-DC4E-67E3-3997E72FDFE9}"/>
              </a:ext>
            </a:extLst>
          </p:cNvPr>
          <p:cNvCxnSpPr>
            <a:stCxn id="20" idx="2"/>
            <a:endCxn id="19" idx="0"/>
          </p:cNvCxnSpPr>
          <p:nvPr/>
        </p:nvCxnSpPr>
        <p:spPr>
          <a:xfrm>
            <a:off x="10556970" y="5299384"/>
            <a:ext cx="0" cy="4020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6" name="Straight Arrow Connector 165">
            <a:extLst>
              <a:ext uri="{FF2B5EF4-FFF2-40B4-BE49-F238E27FC236}">
                <a16:creationId xmlns:a16="http://schemas.microsoft.com/office/drawing/2014/main" id="{D6A9522A-7B15-4A7F-AAB0-5469143E8B2A}"/>
              </a:ext>
            </a:extLst>
          </p:cNvPr>
          <p:cNvCxnSpPr>
            <a:stCxn id="19" idx="1"/>
            <a:endCxn id="18" idx="3"/>
          </p:cNvCxnSpPr>
          <p:nvPr/>
        </p:nvCxnSpPr>
        <p:spPr>
          <a:xfrm flipH="1">
            <a:off x="9342944" y="5930004"/>
            <a:ext cx="578518" cy="75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Straight Arrow Connector 167">
            <a:extLst>
              <a:ext uri="{FF2B5EF4-FFF2-40B4-BE49-F238E27FC236}">
                <a16:creationId xmlns:a16="http://schemas.microsoft.com/office/drawing/2014/main" id="{D7EE78B4-F973-B3B4-84BC-89E4A796757C}"/>
              </a:ext>
            </a:extLst>
          </p:cNvPr>
          <p:cNvCxnSpPr>
            <a:stCxn id="18" idx="1"/>
            <a:endCxn id="14" idx="3"/>
          </p:cNvCxnSpPr>
          <p:nvPr/>
        </p:nvCxnSpPr>
        <p:spPr>
          <a:xfrm flipH="1">
            <a:off x="7491140" y="5937529"/>
            <a:ext cx="58078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Straight Arrow Connector 169">
            <a:extLst>
              <a:ext uri="{FF2B5EF4-FFF2-40B4-BE49-F238E27FC236}">
                <a16:creationId xmlns:a16="http://schemas.microsoft.com/office/drawing/2014/main" id="{4E8DA668-60ED-3012-C38E-DB3307A19418}"/>
              </a:ext>
            </a:extLst>
          </p:cNvPr>
          <p:cNvCxnSpPr>
            <a:stCxn id="14" idx="1"/>
            <a:endCxn id="13" idx="3"/>
          </p:cNvCxnSpPr>
          <p:nvPr/>
        </p:nvCxnSpPr>
        <p:spPr>
          <a:xfrm flipH="1">
            <a:off x="5670276" y="5937529"/>
            <a:ext cx="54984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Straight Arrow Connector 171">
            <a:extLst>
              <a:ext uri="{FF2B5EF4-FFF2-40B4-BE49-F238E27FC236}">
                <a16:creationId xmlns:a16="http://schemas.microsoft.com/office/drawing/2014/main" id="{55A0AEDF-3438-30ED-4B23-25FB18AC8C90}"/>
              </a:ext>
            </a:extLst>
          </p:cNvPr>
          <p:cNvCxnSpPr>
            <a:stCxn id="13" idx="1"/>
            <a:endCxn id="12" idx="3"/>
          </p:cNvCxnSpPr>
          <p:nvPr/>
        </p:nvCxnSpPr>
        <p:spPr>
          <a:xfrm flipH="1" flipV="1">
            <a:off x="3948211" y="5930004"/>
            <a:ext cx="451049" cy="75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Straight Arrow Connector 173">
            <a:extLst>
              <a:ext uri="{FF2B5EF4-FFF2-40B4-BE49-F238E27FC236}">
                <a16:creationId xmlns:a16="http://schemas.microsoft.com/office/drawing/2014/main" id="{09530025-A132-8C08-60A5-162FA566AADD}"/>
              </a:ext>
            </a:extLst>
          </p:cNvPr>
          <p:cNvCxnSpPr>
            <a:stCxn id="12" idx="1"/>
            <a:endCxn id="83" idx="6"/>
          </p:cNvCxnSpPr>
          <p:nvPr/>
        </p:nvCxnSpPr>
        <p:spPr>
          <a:xfrm flipH="1">
            <a:off x="2096407" y="5930004"/>
            <a:ext cx="580788" cy="29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085712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33EA78-E520-416A-BB0E-4B874ACC69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EA9E0-88A4-0499-035E-A92229884D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Static Sequence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452CAD-E12D-6EBB-47B0-489C16577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635EA-281D-47C8-A0EC-B8A06226CB83}" type="slidenum">
              <a:rPr lang="en-IN" smtClean="0"/>
              <a:t>55</a:t>
            </a:fld>
            <a:endParaRPr lang="en-IN"/>
          </a:p>
        </p:txBody>
      </p:sp>
      <p:sp>
        <p:nvSpPr>
          <p:cNvPr id="23" name="Flowchart: Alternate Process 22">
            <a:extLst>
              <a:ext uri="{FF2B5EF4-FFF2-40B4-BE49-F238E27FC236}">
                <a16:creationId xmlns:a16="http://schemas.microsoft.com/office/drawing/2014/main" id="{86B2BF7E-3254-D8CE-D366-CC8C321BC584}"/>
              </a:ext>
            </a:extLst>
          </p:cNvPr>
          <p:cNvSpPr/>
          <p:nvPr/>
        </p:nvSpPr>
        <p:spPr>
          <a:xfrm>
            <a:off x="2643324" y="1423601"/>
            <a:ext cx="1271016" cy="457200"/>
          </a:xfrm>
          <a:prstGeom prst="flowChartAlternateProcess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rgbClr val="003399"/>
                </a:solidFill>
                <a:cs typeface="Arial" panose="020B0604020202020204" pitchFamily="34" charset="0"/>
              </a:rPr>
              <a:t>High beam routine control</a:t>
            </a:r>
          </a:p>
        </p:txBody>
      </p:sp>
      <p:sp>
        <p:nvSpPr>
          <p:cNvPr id="24" name="Flowchart: Alternate Process 23">
            <a:extLst>
              <a:ext uri="{FF2B5EF4-FFF2-40B4-BE49-F238E27FC236}">
                <a16:creationId xmlns:a16="http://schemas.microsoft.com/office/drawing/2014/main" id="{1785EC55-DC89-A34A-BACC-0D99C58A2772}"/>
              </a:ext>
            </a:extLst>
          </p:cNvPr>
          <p:cNvSpPr/>
          <p:nvPr/>
        </p:nvSpPr>
        <p:spPr>
          <a:xfrm>
            <a:off x="6224119" y="1417640"/>
            <a:ext cx="1271016" cy="457200"/>
          </a:xfrm>
          <a:prstGeom prst="flowChartAlternateProcess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rgbClr val="003399"/>
                </a:solidFill>
                <a:cs typeface="Arial" panose="020B0604020202020204" pitchFamily="34" charset="0"/>
              </a:rPr>
              <a:t>Read DTC</a:t>
            </a:r>
          </a:p>
        </p:txBody>
      </p:sp>
      <p:sp>
        <p:nvSpPr>
          <p:cNvPr id="25" name="Flowchart: Alternate Process 24">
            <a:extLst>
              <a:ext uri="{FF2B5EF4-FFF2-40B4-BE49-F238E27FC236}">
                <a16:creationId xmlns:a16="http://schemas.microsoft.com/office/drawing/2014/main" id="{496CADE8-6DE4-FDD4-EA7F-5A462D13ED7B}"/>
              </a:ext>
            </a:extLst>
          </p:cNvPr>
          <p:cNvSpPr/>
          <p:nvPr/>
        </p:nvSpPr>
        <p:spPr>
          <a:xfrm>
            <a:off x="8071928" y="1420626"/>
            <a:ext cx="1271016" cy="457200"/>
          </a:xfrm>
          <a:prstGeom prst="flowChartAlternateProcess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rgbClr val="003399"/>
                </a:solidFill>
                <a:cs typeface="Arial" panose="020B0604020202020204" pitchFamily="34" charset="0"/>
              </a:rPr>
              <a:t>Clear DTC</a:t>
            </a:r>
          </a:p>
        </p:txBody>
      </p:sp>
      <p:sp>
        <p:nvSpPr>
          <p:cNvPr id="29" name="Flowchart: Alternate Process 28">
            <a:extLst>
              <a:ext uri="{FF2B5EF4-FFF2-40B4-BE49-F238E27FC236}">
                <a16:creationId xmlns:a16="http://schemas.microsoft.com/office/drawing/2014/main" id="{B60A6F9B-0C3A-D1D3-E290-387D75D5866D}"/>
              </a:ext>
            </a:extLst>
          </p:cNvPr>
          <p:cNvSpPr/>
          <p:nvPr/>
        </p:nvSpPr>
        <p:spPr>
          <a:xfrm>
            <a:off x="4399260" y="1420626"/>
            <a:ext cx="1271016" cy="457200"/>
          </a:xfrm>
          <a:prstGeom prst="flowChartAlternateProcess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rgbClr val="003399"/>
                </a:solidFill>
                <a:cs typeface="Arial" panose="020B0604020202020204" pitchFamily="34" charset="0"/>
              </a:rPr>
              <a:t>Write test stamp</a:t>
            </a:r>
          </a:p>
        </p:txBody>
      </p:sp>
      <p:sp>
        <p:nvSpPr>
          <p:cNvPr id="30" name="Flowchart: Alternate Process 29">
            <a:extLst>
              <a:ext uri="{FF2B5EF4-FFF2-40B4-BE49-F238E27FC236}">
                <a16:creationId xmlns:a16="http://schemas.microsoft.com/office/drawing/2014/main" id="{65C411B0-AE31-7BCB-CECF-D027D464093B}"/>
              </a:ext>
            </a:extLst>
          </p:cNvPr>
          <p:cNvSpPr/>
          <p:nvPr/>
        </p:nvSpPr>
        <p:spPr>
          <a:xfrm>
            <a:off x="9921462" y="1420626"/>
            <a:ext cx="1271016" cy="457200"/>
          </a:xfrm>
          <a:prstGeom prst="flowChartAlternateProcess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100" dirty="0">
                <a:solidFill>
                  <a:srgbClr val="003399"/>
                </a:solidFill>
                <a:cs typeface="Arial" panose="020B0604020202020204" pitchFamily="34" charset="0"/>
              </a:rPr>
              <a:t>Read VIN</a:t>
            </a:r>
          </a:p>
        </p:txBody>
      </p:sp>
      <p:sp>
        <p:nvSpPr>
          <p:cNvPr id="31" name="Flowchart: Alternate Process 30">
            <a:extLst>
              <a:ext uri="{FF2B5EF4-FFF2-40B4-BE49-F238E27FC236}">
                <a16:creationId xmlns:a16="http://schemas.microsoft.com/office/drawing/2014/main" id="{82017F3B-9E0C-D6A1-A2DE-9AF4AB243F90}"/>
              </a:ext>
            </a:extLst>
          </p:cNvPr>
          <p:cNvSpPr/>
          <p:nvPr/>
        </p:nvSpPr>
        <p:spPr>
          <a:xfrm>
            <a:off x="9921462" y="2202795"/>
            <a:ext cx="1271016" cy="457200"/>
          </a:xfrm>
          <a:prstGeom prst="flowChartAlternateProcess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rgbClr val="003399"/>
                </a:solidFill>
                <a:cs typeface="Arial" panose="020B0604020202020204" pitchFamily="34" charset="0"/>
              </a:rPr>
              <a:t>Read SKU</a:t>
            </a:r>
          </a:p>
        </p:txBody>
      </p:sp>
      <p:sp>
        <p:nvSpPr>
          <p:cNvPr id="49" name="Flowchart: Alternate Process 48">
            <a:extLst>
              <a:ext uri="{FF2B5EF4-FFF2-40B4-BE49-F238E27FC236}">
                <a16:creationId xmlns:a16="http://schemas.microsoft.com/office/drawing/2014/main" id="{A37FDB49-0736-EC86-5708-B1D5C777AACA}"/>
              </a:ext>
            </a:extLst>
          </p:cNvPr>
          <p:cNvSpPr/>
          <p:nvPr/>
        </p:nvSpPr>
        <p:spPr>
          <a:xfrm>
            <a:off x="6222394" y="2204069"/>
            <a:ext cx="1271016" cy="457200"/>
          </a:xfrm>
          <a:prstGeom prst="flowChartAlternateProcess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rgbClr val="003399"/>
                </a:solidFill>
                <a:cs typeface="Arial" panose="020B0604020202020204" pitchFamily="34" charset="0"/>
              </a:rPr>
              <a:t>Steering lock check</a:t>
            </a:r>
          </a:p>
        </p:txBody>
      </p:sp>
      <p:sp>
        <p:nvSpPr>
          <p:cNvPr id="51" name="Flowchart: Alternate Process 50">
            <a:extLst>
              <a:ext uri="{FF2B5EF4-FFF2-40B4-BE49-F238E27FC236}">
                <a16:creationId xmlns:a16="http://schemas.microsoft.com/office/drawing/2014/main" id="{D519F66E-5249-0B82-0906-D4DBFC88FD4F}"/>
              </a:ext>
            </a:extLst>
          </p:cNvPr>
          <p:cNvSpPr/>
          <p:nvPr/>
        </p:nvSpPr>
        <p:spPr>
          <a:xfrm>
            <a:off x="4399260" y="2205666"/>
            <a:ext cx="1271016" cy="457200"/>
          </a:xfrm>
          <a:prstGeom prst="flowChartAlternateProcess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100" dirty="0">
                <a:solidFill>
                  <a:srgbClr val="003399"/>
                </a:solidFill>
                <a:cs typeface="Arial" panose="020B0604020202020204" pitchFamily="34" charset="0"/>
              </a:rPr>
              <a:t>Log results</a:t>
            </a:r>
          </a:p>
        </p:txBody>
      </p:sp>
      <p:sp>
        <p:nvSpPr>
          <p:cNvPr id="53" name="Flowchart: Alternate Process 52">
            <a:extLst>
              <a:ext uri="{FF2B5EF4-FFF2-40B4-BE49-F238E27FC236}">
                <a16:creationId xmlns:a16="http://schemas.microsoft.com/office/drawing/2014/main" id="{57906FE1-CA9E-F0DB-8407-0AF435E30EA0}"/>
              </a:ext>
            </a:extLst>
          </p:cNvPr>
          <p:cNvSpPr/>
          <p:nvPr/>
        </p:nvSpPr>
        <p:spPr>
          <a:xfrm>
            <a:off x="2678677" y="2214247"/>
            <a:ext cx="1271016" cy="457200"/>
          </a:xfrm>
          <a:prstGeom prst="flowChartAlternateProcess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100" dirty="0">
                <a:solidFill>
                  <a:srgbClr val="003399"/>
                </a:solidFill>
                <a:cs typeface="Arial" panose="020B0604020202020204" pitchFamily="34" charset="0"/>
              </a:rPr>
              <a:t>Update STRF flag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CC853F3D-053F-1C36-5708-4037C2FE2439}"/>
              </a:ext>
            </a:extLst>
          </p:cNvPr>
          <p:cNvSpPr txBox="1"/>
          <p:nvPr/>
        </p:nvSpPr>
        <p:spPr>
          <a:xfrm>
            <a:off x="955394" y="814959"/>
            <a:ext cx="109237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Expected Cycle Time: 4.5 to 5min </a:t>
            </a:r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4D328C53-4FD9-3978-A6A4-FF488B740764}"/>
              </a:ext>
            </a:extLst>
          </p:cNvPr>
          <p:cNvSpPr/>
          <p:nvPr/>
        </p:nvSpPr>
        <p:spPr>
          <a:xfrm>
            <a:off x="1089937" y="1427824"/>
            <a:ext cx="1024840" cy="444224"/>
          </a:xfrm>
          <a:prstGeom prst="ellipse">
            <a:avLst/>
          </a:prstGeom>
          <a:solidFill>
            <a:schemeClr val="accent2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  <a:cs typeface="Arial" panose="020B0604020202020204" pitchFamily="34" charset="0"/>
              </a:rPr>
              <a:t>B</a:t>
            </a:r>
            <a:endParaRPr lang="en-IN" sz="14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77" name="Flowchart: Alternate Process 76">
            <a:extLst>
              <a:ext uri="{FF2B5EF4-FFF2-40B4-BE49-F238E27FC236}">
                <a16:creationId xmlns:a16="http://schemas.microsoft.com/office/drawing/2014/main" id="{7391A7E9-6837-7F3C-038C-B23583CBCEC4}"/>
              </a:ext>
            </a:extLst>
          </p:cNvPr>
          <p:cNvSpPr/>
          <p:nvPr/>
        </p:nvSpPr>
        <p:spPr>
          <a:xfrm>
            <a:off x="8071928" y="2196505"/>
            <a:ext cx="1271016" cy="457200"/>
          </a:xfrm>
          <a:prstGeom prst="flowChartAlternateProcess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rgbClr val="003399"/>
                </a:solidFill>
                <a:cs typeface="Arial" panose="020B0604020202020204" pitchFamily="34" charset="0"/>
              </a:rPr>
              <a:t>Subjective Checks</a:t>
            </a:r>
          </a:p>
        </p:txBody>
      </p: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B5FE1F1F-ECAB-CF38-8E40-FB831B55CA62}"/>
              </a:ext>
            </a:extLst>
          </p:cNvPr>
          <p:cNvCxnSpPr>
            <a:stCxn id="75" idx="6"/>
            <a:endCxn id="23" idx="1"/>
          </p:cNvCxnSpPr>
          <p:nvPr/>
        </p:nvCxnSpPr>
        <p:spPr>
          <a:xfrm>
            <a:off x="2114777" y="1649936"/>
            <a:ext cx="528547" cy="22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490D14AC-5A68-D6AC-DDFE-39E537DBEE2C}"/>
              </a:ext>
            </a:extLst>
          </p:cNvPr>
          <p:cNvCxnSpPr>
            <a:stCxn id="23" idx="3"/>
            <a:endCxn id="29" idx="1"/>
          </p:cNvCxnSpPr>
          <p:nvPr/>
        </p:nvCxnSpPr>
        <p:spPr>
          <a:xfrm flipV="1">
            <a:off x="3914340" y="1649226"/>
            <a:ext cx="484920" cy="29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108994BF-DBC7-7E1C-C417-D4B1ECD26657}"/>
              </a:ext>
            </a:extLst>
          </p:cNvPr>
          <p:cNvCxnSpPr>
            <a:stCxn id="29" idx="3"/>
            <a:endCxn id="24" idx="1"/>
          </p:cNvCxnSpPr>
          <p:nvPr/>
        </p:nvCxnSpPr>
        <p:spPr>
          <a:xfrm flipV="1">
            <a:off x="5670276" y="1646240"/>
            <a:ext cx="553843" cy="29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CBC84369-C01F-7615-C345-F0F45AE0F255}"/>
              </a:ext>
            </a:extLst>
          </p:cNvPr>
          <p:cNvCxnSpPr>
            <a:stCxn id="24" idx="3"/>
            <a:endCxn id="25" idx="1"/>
          </p:cNvCxnSpPr>
          <p:nvPr/>
        </p:nvCxnSpPr>
        <p:spPr>
          <a:xfrm>
            <a:off x="7495135" y="1646240"/>
            <a:ext cx="576793" cy="29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907AABCA-D703-7C49-7234-9C47644B0ED2}"/>
              </a:ext>
            </a:extLst>
          </p:cNvPr>
          <p:cNvCxnSpPr>
            <a:stCxn id="25" idx="3"/>
            <a:endCxn id="30" idx="1"/>
          </p:cNvCxnSpPr>
          <p:nvPr/>
        </p:nvCxnSpPr>
        <p:spPr>
          <a:xfrm>
            <a:off x="9342944" y="1649226"/>
            <a:ext cx="57851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AA57D051-54FF-0E9A-C752-525D96B100A9}"/>
              </a:ext>
            </a:extLst>
          </p:cNvPr>
          <p:cNvCxnSpPr>
            <a:stCxn id="30" idx="2"/>
            <a:endCxn id="31" idx="0"/>
          </p:cNvCxnSpPr>
          <p:nvPr/>
        </p:nvCxnSpPr>
        <p:spPr>
          <a:xfrm>
            <a:off x="10556970" y="1877826"/>
            <a:ext cx="0" cy="3249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A3CF4403-80EA-CC78-CF34-2C1391F8EBA7}"/>
              </a:ext>
            </a:extLst>
          </p:cNvPr>
          <p:cNvCxnSpPr>
            <a:stCxn id="31" idx="1"/>
            <a:endCxn id="77" idx="3"/>
          </p:cNvCxnSpPr>
          <p:nvPr/>
        </p:nvCxnSpPr>
        <p:spPr>
          <a:xfrm flipH="1" flipV="1">
            <a:off x="9342944" y="2425105"/>
            <a:ext cx="578518" cy="62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43145A81-FBBD-B4F5-E257-E33E87A743D7}"/>
              </a:ext>
            </a:extLst>
          </p:cNvPr>
          <p:cNvCxnSpPr>
            <a:stCxn id="77" idx="1"/>
            <a:endCxn id="49" idx="3"/>
          </p:cNvCxnSpPr>
          <p:nvPr/>
        </p:nvCxnSpPr>
        <p:spPr>
          <a:xfrm flipH="1">
            <a:off x="7493410" y="2425105"/>
            <a:ext cx="578518" cy="75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Arrow Connector 121">
            <a:extLst>
              <a:ext uri="{FF2B5EF4-FFF2-40B4-BE49-F238E27FC236}">
                <a16:creationId xmlns:a16="http://schemas.microsoft.com/office/drawing/2014/main" id="{D28BCD00-3BF7-BD51-099A-D01F5DAF1B75}"/>
              </a:ext>
            </a:extLst>
          </p:cNvPr>
          <p:cNvCxnSpPr>
            <a:stCxn id="49" idx="1"/>
            <a:endCxn id="51" idx="3"/>
          </p:cNvCxnSpPr>
          <p:nvPr/>
        </p:nvCxnSpPr>
        <p:spPr>
          <a:xfrm flipH="1">
            <a:off x="5670276" y="2432669"/>
            <a:ext cx="552118" cy="15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Arrow Connector 123">
            <a:extLst>
              <a:ext uri="{FF2B5EF4-FFF2-40B4-BE49-F238E27FC236}">
                <a16:creationId xmlns:a16="http://schemas.microsoft.com/office/drawing/2014/main" id="{144F2AC8-4EAB-D888-8231-0B673655DDBA}"/>
              </a:ext>
            </a:extLst>
          </p:cNvPr>
          <p:cNvCxnSpPr>
            <a:stCxn id="51" idx="1"/>
            <a:endCxn id="53" idx="3"/>
          </p:cNvCxnSpPr>
          <p:nvPr/>
        </p:nvCxnSpPr>
        <p:spPr>
          <a:xfrm flipH="1">
            <a:off x="3949693" y="2434266"/>
            <a:ext cx="449567" cy="85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Arrow Connector 125">
            <a:extLst>
              <a:ext uri="{FF2B5EF4-FFF2-40B4-BE49-F238E27FC236}">
                <a16:creationId xmlns:a16="http://schemas.microsoft.com/office/drawing/2014/main" id="{F9C19EC5-367F-60E8-0BF6-6C76F121C10C}"/>
              </a:ext>
            </a:extLst>
          </p:cNvPr>
          <p:cNvCxnSpPr>
            <a:cxnSpLocks/>
            <a:stCxn id="53" idx="1"/>
          </p:cNvCxnSpPr>
          <p:nvPr/>
        </p:nvCxnSpPr>
        <p:spPr>
          <a:xfrm flipH="1">
            <a:off x="2237865" y="2442847"/>
            <a:ext cx="440812" cy="63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0116953C-D29A-5E99-C84A-9FC6D7220F4A}"/>
              </a:ext>
            </a:extLst>
          </p:cNvPr>
          <p:cNvSpPr/>
          <p:nvPr/>
        </p:nvSpPr>
        <p:spPr>
          <a:xfrm>
            <a:off x="1173327" y="2209481"/>
            <a:ext cx="1024840" cy="444224"/>
          </a:xfrm>
          <a:prstGeom prst="ellipse">
            <a:avLst/>
          </a:prstGeom>
          <a:solidFill>
            <a:schemeClr val="accent2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  <a:cs typeface="Arial" panose="020B0604020202020204" pitchFamily="34" charset="0"/>
              </a:rPr>
              <a:t>Stop</a:t>
            </a:r>
            <a:endParaRPr lang="en-IN" sz="14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839378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A7F383-A9AB-A613-9DEF-C11BB5E48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635EA-281D-47C8-A0EC-B8A06226CB83}" type="slidenum">
              <a:rPr lang="en-IN" smtClean="0"/>
              <a:t>56</a:t>
            </a:fld>
            <a:endParaRPr lang="en-IN"/>
          </a:p>
        </p:txBody>
      </p:sp>
      <p:sp>
        <p:nvSpPr>
          <p:cNvPr id="6" name="Title 4">
            <a:extLst>
              <a:ext uri="{FF2B5EF4-FFF2-40B4-BE49-F238E27FC236}">
                <a16:creationId xmlns:a16="http://schemas.microsoft.com/office/drawing/2014/main" id="{D32AEA47-BCDD-898A-ABD4-73A3DBD09E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4433"/>
            <a:ext cx="10515600" cy="315910"/>
          </a:xfrm>
        </p:spPr>
        <p:txBody>
          <a:bodyPr/>
          <a:lstStyle/>
          <a:p>
            <a:r>
              <a:rPr lang="en-US" dirty="0"/>
              <a:t>Test Verification - Phases</a:t>
            </a:r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71F0E39-E8B0-4EF9-1144-99EA7B27C3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0593" y="749306"/>
            <a:ext cx="3046437" cy="573498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F5FDE76-15E4-57FF-B4F0-FCBE17A2E0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8343" y="752669"/>
            <a:ext cx="3035246" cy="566928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22B9609-A323-4E58-D9AE-DED8E0DA37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4972" y="754403"/>
            <a:ext cx="3081752" cy="573328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899E16F-99A3-428B-88BF-9EAE022F523C}"/>
              </a:ext>
            </a:extLst>
          </p:cNvPr>
          <p:cNvSpPr txBox="1"/>
          <p:nvPr/>
        </p:nvSpPr>
        <p:spPr>
          <a:xfrm>
            <a:off x="11122702" y="6086007"/>
            <a:ext cx="8216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Contd…</a:t>
            </a:r>
            <a:endParaRPr lang="en-IN" sz="1200" b="1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897866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4A855D-B9D5-6CED-BD14-2E17D1CF98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049F98-3800-ED9E-1526-70507A3D02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635EA-281D-47C8-A0EC-B8A06226CB83}" type="slidenum">
              <a:rPr lang="en-IN" smtClean="0"/>
              <a:t>57</a:t>
            </a:fld>
            <a:endParaRPr lang="en-IN"/>
          </a:p>
        </p:txBody>
      </p:sp>
      <p:sp>
        <p:nvSpPr>
          <p:cNvPr id="6" name="Title 4">
            <a:extLst>
              <a:ext uri="{FF2B5EF4-FFF2-40B4-BE49-F238E27FC236}">
                <a16:creationId xmlns:a16="http://schemas.microsoft.com/office/drawing/2014/main" id="{6187E635-ECAB-824A-8380-135733C9D4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4433"/>
            <a:ext cx="10515600" cy="315910"/>
          </a:xfrm>
        </p:spPr>
        <p:txBody>
          <a:bodyPr/>
          <a:lstStyle/>
          <a:p>
            <a:r>
              <a:rPr lang="en-US" dirty="0"/>
              <a:t>Test Verification - Phases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28DA01A-2816-B62A-733D-7276764E4B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0573" y="756414"/>
            <a:ext cx="3059507" cy="573328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F6F349C-6B4B-5AAF-9C45-248C7D6AD5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4180" y="756414"/>
            <a:ext cx="3085807" cy="573328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C9FACB0-4B20-411E-F7E4-80FC244D65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087" y="756414"/>
            <a:ext cx="3072342" cy="573328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8029627-777F-D8F6-89CD-247C6B24B674}"/>
              </a:ext>
            </a:extLst>
          </p:cNvPr>
          <p:cNvSpPr txBox="1"/>
          <p:nvPr/>
        </p:nvSpPr>
        <p:spPr>
          <a:xfrm>
            <a:off x="11122702" y="6086007"/>
            <a:ext cx="8216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Contd…</a:t>
            </a:r>
            <a:endParaRPr lang="en-IN" sz="1200" b="1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937860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0B766A-3A69-67EE-349F-BD35DFB847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8812E6-E1E4-2546-7A50-2A84383DA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635EA-281D-47C8-A0EC-B8A06226CB83}" type="slidenum">
              <a:rPr lang="en-IN" smtClean="0"/>
              <a:t>58</a:t>
            </a:fld>
            <a:endParaRPr lang="en-IN"/>
          </a:p>
        </p:txBody>
      </p:sp>
      <p:sp>
        <p:nvSpPr>
          <p:cNvPr id="6" name="Title 4">
            <a:extLst>
              <a:ext uri="{FF2B5EF4-FFF2-40B4-BE49-F238E27FC236}">
                <a16:creationId xmlns:a16="http://schemas.microsoft.com/office/drawing/2014/main" id="{9F4DAA79-07B6-054A-004F-01070C97CA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4433"/>
            <a:ext cx="10515600" cy="315910"/>
          </a:xfrm>
        </p:spPr>
        <p:txBody>
          <a:bodyPr/>
          <a:lstStyle/>
          <a:p>
            <a:r>
              <a:rPr lang="en-US" dirty="0"/>
              <a:t>Test Verification - Phases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8C5E37F-FC65-6628-6FD4-BDE55CE52A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4904" y="756414"/>
            <a:ext cx="3037853" cy="573328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CED74C1-1861-BDE1-20DD-8E798F878D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5656" y="756414"/>
            <a:ext cx="3063589" cy="573328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BF620BD-92B9-88EF-18C3-BDE0CE5E03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2144" y="756414"/>
            <a:ext cx="3050741" cy="573328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3C77CDDB-0D9D-B308-3556-996A3AB67490}"/>
              </a:ext>
            </a:extLst>
          </p:cNvPr>
          <p:cNvSpPr txBox="1"/>
          <p:nvPr/>
        </p:nvSpPr>
        <p:spPr>
          <a:xfrm>
            <a:off x="11122702" y="6086007"/>
            <a:ext cx="8216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Contd…</a:t>
            </a:r>
            <a:endParaRPr lang="en-IN" sz="1200" b="1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613829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FFD512-7C71-7956-91F6-417A44ED6E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2D8541-8F67-0C1E-7A25-0E4D1CDB60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635EA-281D-47C8-A0EC-B8A06226CB83}" type="slidenum">
              <a:rPr lang="en-IN" smtClean="0"/>
              <a:t>59</a:t>
            </a:fld>
            <a:endParaRPr lang="en-IN"/>
          </a:p>
        </p:txBody>
      </p:sp>
      <p:sp>
        <p:nvSpPr>
          <p:cNvPr id="6" name="Title 4">
            <a:extLst>
              <a:ext uri="{FF2B5EF4-FFF2-40B4-BE49-F238E27FC236}">
                <a16:creationId xmlns:a16="http://schemas.microsoft.com/office/drawing/2014/main" id="{713ED11F-F0FF-4C05-7B05-1CBD2C57D9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4433"/>
            <a:ext cx="10515600" cy="315910"/>
          </a:xfrm>
        </p:spPr>
        <p:txBody>
          <a:bodyPr/>
          <a:lstStyle/>
          <a:p>
            <a:r>
              <a:rPr lang="en-US" dirty="0"/>
              <a:t>Test Verification - Phases</a:t>
            </a:r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4A4AC8D-64B5-E28E-160E-B1D16F8CE682}"/>
              </a:ext>
            </a:extLst>
          </p:cNvPr>
          <p:cNvSpPr txBox="1"/>
          <p:nvPr/>
        </p:nvSpPr>
        <p:spPr>
          <a:xfrm>
            <a:off x="11122702" y="6086007"/>
            <a:ext cx="8216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Contd…</a:t>
            </a:r>
            <a:endParaRPr lang="en-IN" sz="1200" b="1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20CA3A2-A258-314D-ACA2-5C35D7D56E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0840" y="756414"/>
            <a:ext cx="3063589" cy="573328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397C0A2-B267-F459-C9A9-9AABB6987D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3132" y="756414"/>
            <a:ext cx="3024441" cy="573328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783E937-E324-5A57-18FB-A87BC1EC7E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86276" y="756414"/>
            <a:ext cx="3054836" cy="5733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79947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EEF683-AAE6-31ED-A40A-E9CEFEA35A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33E54D-D0E0-16A5-C640-AA877CF31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635EA-281D-47C8-A0EC-B8A06226CB83}" type="slidenum">
              <a:rPr lang="en-IN" smtClean="0"/>
              <a:t>60</a:t>
            </a:fld>
            <a:endParaRPr lang="en-IN"/>
          </a:p>
        </p:txBody>
      </p:sp>
      <p:sp>
        <p:nvSpPr>
          <p:cNvPr id="6" name="Title 4">
            <a:extLst>
              <a:ext uri="{FF2B5EF4-FFF2-40B4-BE49-F238E27FC236}">
                <a16:creationId xmlns:a16="http://schemas.microsoft.com/office/drawing/2014/main" id="{CA48D928-67CC-DC9F-2194-45C7B418A4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4433"/>
            <a:ext cx="10515600" cy="315910"/>
          </a:xfrm>
        </p:spPr>
        <p:txBody>
          <a:bodyPr/>
          <a:lstStyle/>
          <a:p>
            <a:r>
              <a:rPr lang="en-US" dirty="0"/>
              <a:t>Test Verification - Phases</a:t>
            </a:r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FDBF6F8-F275-4EE0-5EE5-76B5CD7A5D8B}"/>
              </a:ext>
            </a:extLst>
          </p:cNvPr>
          <p:cNvSpPr txBox="1"/>
          <p:nvPr/>
        </p:nvSpPr>
        <p:spPr>
          <a:xfrm>
            <a:off x="11122702" y="6086007"/>
            <a:ext cx="8216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Contd…</a:t>
            </a:r>
            <a:endParaRPr lang="en-IN" sz="1200" b="1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4913549-0ED3-F317-A980-0DD64158CD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230" y="756414"/>
            <a:ext cx="3037329" cy="573328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1D5138D-6AEE-67A0-6A22-EE2980CE9F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3578" y="745325"/>
            <a:ext cx="3324689" cy="574437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D746F41-6732-56D4-59EF-5D05B2265F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54296" y="756414"/>
            <a:ext cx="3063589" cy="5733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167551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C50B3B-AF20-317D-9D06-5D97EC8FB4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8BCC65-BD91-4122-CEEF-B9D622D0C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635EA-281D-47C8-A0EC-B8A06226CB83}" type="slidenum">
              <a:rPr lang="en-IN" smtClean="0"/>
              <a:t>61</a:t>
            </a:fld>
            <a:endParaRPr lang="en-IN"/>
          </a:p>
        </p:txBody>
      </p:sp>
      <p:sp>
        <p:nvSpPr>
          <p:cNvPr id="6" name="Title 4">
            <a:extLst>
              <a:ext uri="{FF2B5EF4-FFF2-40B4-BE49-F238E27FC236}">
                <a16:creationId xmlns:a16="http://schemas.microsoft.com/office/drawing/2014/main" id="{70950178-09ED-2585-70B4-699DD3FEDC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4433"/>
            <a:ext cx="10515600" cy="315910"/>
          </a:xfrm>
        </p:spPr>
        <p:txBody>
          <a:bodyPr/>
          <a:lstStyle/>
          <a:p>
            <a:r>
              <a:rPr lang="en-US" dirty="0"/>
              <a:t>Test Verification - Phases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BA09B89-E2FB-6008-FD08-0DB943B894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4470" y="756414"/>
            <a:ext cx="3041440" cy="573328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45A5679-6A43-DBF4-B043-38E540A646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756414"/>
            <a:ext cx="3277057" cy="1438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074241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7827AA-0CFE-0FAD-1A86-3736D416A2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B5F5B6-C9E6-FDC6-FCE0-7F2E4E9CF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01150" y="6518583"/>
            <a:ext cx="2743200" cy="365125"/>
          </a:xfrm>
        </p:spPr>
        <p:txBody>
          <a:bodyPr/>
          <a:lstStyle/>
          <a:p>
            <a:fld id="{C5E635EA-281D-47C8-A0EC-B8A06226CB83}" type="slidenum">
              <a:rPr lang="en-IN" smtClean="0"/>
              <a:t>62</a:t>
            </a:fld>
            <a:endParaRPr lang="en-IN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D272C43-69FE-6FE2-7F61-7F50F2B43A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4433"/>
            <a:ext cx="10515600" cy="315910"/>
          </a:xfrm>
        </p:spPr>
        <p:txBody>
          <a:bodyPr/>
          <a:lstStyle/>
          <a:p>
            <a:r>
              <a:rPr lang="en-US" dirty="0"/>
              <a:t>Test Verification</a:t>
            </a:r>
            <a:endParaRPr lang="en-IN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D19F37D-0AE7-1F5B-27CF-D9C0554BF378}"/>
              </a:ext>
            </a:extLst>
          </p:cNvPr>
          <p:cNvCxnSpPr>
            <a:cxnSpLocks/>
          </p:cNvCxnSpPr>
          <p:nvPr/>
        </p:nvCxnSpPr>
        <p:spPr bwMode="auto">
          <a:xfrm>
            <a:off x="6873683" y="3160884"/>
            <a:ext cx="43562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46339AD5-C155-7DC2-3DC1-CD0CAA7A494F}"/>
              </a:ext>
            </a:extLst>
          </p:cNvPr>
          <p:cNvSpPr txBox="1"/>
          <p:nvPr/>
        </p:nvSpPr>
        <p:spPr>
          <a:xfrm>
            <a:off x="7392734" y="3006995"/>
            <a:ext cx="107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Request</a:t>
            </a:r>
            <a:endParaRPr lang="en-IN" sz="1400" dirty="0">
              <a:solidFill>
                <a:srgbClr val="000099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C978691-5950-2D7E-52FA-1D9A8C300EF4}"/>
              </a:ext>
            </a:extLst>
          </p:cNvPr>
          <p:cNvCxnSpPr>
            <a:cxnSpLocks/>
          </p:cNvCxnSpPr>
          <p:nvPr/>
        </p:nvCxnSpPr>
        <p:spPr bwMode="auto">
          <a:xfrm>
            <a:off x="6873683" y="3621384"/>
            <a:ext cx="43562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705A6769-9EF6-646F-8A89-CBD8302BA49F}"/>
              </a:ext>
            </a:extLst>
          </p:cNvPr>
          <p:cNvSpPr txBox="1"/>
          <p:nvPr/>
        </p:nvSpPr>
        <p:spPr>
          <a:xfrm>
            <a:off x="7392734" y="3467495"/>
            <a:ext cx="107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99"/>
                </a:solidFill>
                <a:effectLst/>
                <a:latin typeface="Arial" pitchFamily="34" charset="0"/>
                <a:cs typeface="Arial" pitchFamily="34" charset="0"/>
              </a:rPr>
              <a:t>Response</a:t>
            </a:r>
            <a:endParaRPr lang="en-IN" sz="1400" dirty="0">
              <a:solidFill>
                <a:srgbClr val="000099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6E4A6C9-381A-D495-4EDE-7F80262C3F75}"/>
              </a:ext>
            </a:extLst>
          </p:cNvPr>
          <p:cNvSpPr txBox="1"/>
          <p:nvPr/>
        </p:nvSpPr>
        <p:spPr>
          <a:xfrm>
            <a:off x="1117333" y="869430"/>
            <a:ext cx="6677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PCM – Read PCM test stamp: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B36A861-65F1-9E52-803C-27168419F20A}"/>
              </a:ext>
            </a:extLst>
          </p:cNvPr>
          <p:cNvSpPr txBox="1"/>
          <p:nvPr/>
        </p:nvSpPr>
        <p:spPr>
          <a:xfrm>
            <a:off x="1117333" y="2482487"/>
            <a:ext cx="14010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 File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960B5D2-B685-70A0-94ED-3D8452E4A3D7}"/>
              </a:ext>
            </a:extLst>
          </p:cNvPr>
          <p:cNvSpPr txBox="1"/>
          <p:nvPr/>
        </p:nvSpPr>
        <p:spPr>
          <a:xfrm>
            <a:off x="1117333" y="4082624"/>
            <a:ext cx="19556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Report Logiq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9588D55-9467-C672-1912-EAB48D4B1B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8385" y="1312576"/>
            <a:ext cx="7996193" cy="83876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BD30036-5918-4CC6-BCBE-1CEC2A1783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8384" y="2930839"/>
            <a:ext cx="5544001" cy="83876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7FD6B5C-BA09-4836-6AE3-5D24D299BB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8384" y="4604990"/>
            <a:ext cx="9389740" cy="83875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48888574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43789F-208B-DA34-1174-4D0D52D495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BAA6E1-6CD1-5195-30D8-8EC8AC287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01150" y="6518583"/>
            <a:ext cx="2743200" cy="365125"/>
          </a:xfrm>
        </p:spPr>
        <p:txBody>
          <a:bodyPr/>
          <a:lstStyle/>
          <a:p>
            <a:fld id="{C5E635EA-281D-47C8-A0EC-B8A06226CB83}" type="slidenum">
              <a:rPr lang="en-IN" smtClean="0"/>
              <a:t>63</a:t>
            </a:fld>
            <a:endParaRPr lang="en-IN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02D211C-39FB-554B-BDCA-700BA8A492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4433"/>
            <a:ext cx="10515600" cy="315910"/>
          </a:xfrm>
        </p:spPr>
        <p:txBody>
          <a:bodyPr/>
          <a:lstStyle/>
          <a:p>
            <a:r>
              <a:rPr lang="en-US" dirty="0"/>
              <a:t>Test Verification</a:t>
            </a:r>
            <a:endParaRPr lang="en-IN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2DEE0A1-A0E1-913B-508A-EC50E0BB1C60}"/>
              </a:ext>
            </a:extLst>
          </p:cNvPr>
          <p:cNvCxnSpPr>
            <a:cxnSpLocks/>
          </p:cNvCxnSpPr>
          <p:nvPr/>
        </p:nvCxnSpPr>
        <p:spPr bwMode="auto">
          <a:xfrm>
            <a:off x="6974692" y="3641415"/>
            <a:ext cx="43562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03D4AA1B-0957-62C9-5641-B8B0B6B57DC5}"/>
              </a:ext>
            </a:extLst>
          </p:cNvPr>
          <p:cNvSpPr txBox="1"/>
          <p:nvPr/>
        </p:nvSpPr>
        <p:spPr>
          <a:xfrm>
            <a:off x="7493743" y="3487526"/>
            <a:ext cx="107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Request</a:t>
            </a:r>
            <a:endParaRPr lang="en-IN" sz="1400" dirty="0">
              <a:solidFill>
                <a:srgbClr val="000099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F346336-8C06-8249-CD16-299DEB910263}"/>
              </a:ext>
            </a:extLst>
          </p:cNvPr>
          <p:cNvCxnSpPr>
            <a:cxnSpLocks/>
          </p:cNvCxnSpPr>
          <p:nvPr/>
        </p:nvCxnSpPr>
        <p:spPr bwMode="auto">
          <a:xfrm>
            <a:off x="6974692" y="4101915"/>
            <a:ext cx="43562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AB286F79-38B2-B391-D355-ED57675D5A59}"/>
              </a:ext>
            </a:extLst>
          </p:cNvPr>
          <p:cNvSpPr txBox="1"/>
          <p:nvPr/>
        </p:nvSpPr>
        <p:spPr>
          <a:xfrm>
            <a:off x="7493743" y="3948026"/>
            <a:ext cx="107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99"/>
                </a:solidFill>
                <a:effectLst/>
                <a:latin typeface="Arial" pitchFamily="34" charset="0"/>
                <a:cs typeface="Arial" pitchFamily="34" charset="0"/>
              </a:rPr>
              <a:t>Response</a:t>
            </a:r>
            <a:endParaRPr lang="en-IN" sz="1400" dirty="0">
              <a:solidFill>
                <a:srgbClr val="000099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82854F8-93AB-F22F-9EDA-4795FE8EE3D0}"/>
              </a:ext>
            </a:extLst>
          </p:cNvPr>
          <p:cNvSpPr txBox="1"/>
          <p:nvPr/>
        </p:nvSpPr>
        <p:spPr>
          <a:xfrm>
            <a:off x="1117333" y="869430"/>
            <a:ext cx="6677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PCM – Write &amp; Read PCM Running mode: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6000318-7228-515E-B15B-8E327AD2D29C}"/>
              </a:ext>
            </a:extLst>
          </p:cNvPr>
          <p:cNvSpPr txBox="1"/>
          <p:nvPr/>
        </p:nvSpPr>
        <p:spPr>
          <a:xfrm>
            <a:off x="1117333" y="2892266"/>
            <a:ext cx="14010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 File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35F433B-6D3C-C195-7E08-FC72CEBEE2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8386" y="1299190"/>
            <a:ext cx="8368930" cy="115433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2CE140C-48EC-4C6B-9EB6-27E75E26B3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8386" y="3455581"/>
            <a:ext cx="5642100" cy="165336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61200767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BBEBE1-629A-2C50-1252-88ED62E712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5810CC-9415-39B3-4463-E058685F1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01150" y="6518583"/>
            <a:ext cx="2743200" cy="365125"/>
          </a:xfrm>
        </p:spPr>
        <p:txBody>
          <a:bodyPr/>
          <a:lstStyle/>
          <a:p>
            <a:fld id="{C5E635EA-281D-47C8-A0EC-B8A06226CB83}" type="slidenum">
              <a:rPr lang="en-IN" smtClean="0"/>
              <a:t>64</a:t>
            </a:fld>
            <a:endParaRPr lang="en-IN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6C149BD-B3A8-39AE-DF74-8B96C6C6A4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4433"/>
            <a:ext cx="10515600" cy="315910"/>
          </a:xfrm>
        </p:spPr>
        <p:txBody>
          <a:bodyPr/>
          <a:lstStyle/>
          <a:p>
            <a:r>
              <a:rPr lang="en-US" dirty="0"/>
              <a:t>Test Verification</a:t>
            </a:r>
            <a:endParaRPr lang="en-IN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0F7F8EF-EA4D-E6EC-95D7-0ED15B32444B}"/>
              </a:ext>
            </a:extLst>
          </p:cNvPr>
          <p:cNvCxnSpPr>
            <a:cxnSpLocks/>
          </p:cNvCxnSpPr>
          <p:nvPr/>
        </p:nvCxnSpPr>
        <p:spPr bwMode="auto">
          <a:xfrm>
            <a:off x="7064720" y="3344659"/>
            <a:ext cx="43562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6CBBFF39-93F1-9618-D284-B564A2F80EFA}"/>
              </a:ext>
            </a:extLst>
          </p:cNvPr>
          <p:cNvSpPr txBox="1"/>
          <p:nvPr/>
        </p:nvSpPr>
        <p:spPr>
          <a:xfrm>
            <a:off x="7583771" y="3190770"/>
            <a:ext cx="107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Request</a:t>
            </a:r>
            <a:endParaRPr lang="en-IN" sz="1400" dirty="0">
              <a:solidFill>
                <a:srgbClr val="000099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B8DBB8C-2E2B-9A17-5349-ABA4F2395EE6}"/>
              </a:ext>
            </a:extLst>
          </p:cNvPr>
          <p:cNvCxnSpPr>
            <a:cxnSpLocks/>
          </p:cNvCxnSpPr>
          <p:nvPr/>
        </p:nvCxnSpPr>
        <p:spPr bwMode="auto">
          <a:xfrm>
            <a:off x="7064720" y="3805159"/>
            <a:ext cx="43562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92681A8E-F24A-B5FC-3C15-3091BE703ECB}"/>
              </a:ext>
            </a:extLst>
          </p:cNvPr>
          <p:cNvSpPr txBox="1"/>
          <p:nvPr/>
        </p:nvSpPr>
        <p:spPr>
          <a:xfrm>
            <a:off x="7583771" y="3651270"/>
            <a:ext cx="107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99"/>
                </a:solidFill>
                <a:effectLst/>
                <a:latin typeface="Arial" pitchFamily="34" charset="0"/>
                <a:cs typeface="Arial" pitchFamily="34" charset="0"/>
              </a:rPr>
              <a:t>Response</a:t>
            </a:r>
            <a:endParaRPr lang="en-IN" sz="1400" dirty="0">
              <a:solidFill>
                <a:srgbClr val="000099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BA95BA5-8701-5D50-F324-FAE3131666E5}"/>
              </a:ext>
            </a:extLst>
          </p:cNvPr>
          <p:cNvSpPr txBox="1"/>
          <p:nvPr/>
        </p:nvSpPr>
        <p:spPr>
          <a:xfrm>
            <a:off x="1117333" y="869430"/>
            <a:ext cx="6677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PCM – Write Ride mode status Enable: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0F64110-3192-6B89-6B72-707F4C958C75}"/>
              </a:ext>
            </a:extLst>
          </p:cNvPr>
          <p:cNvSpPr txBox="1"/>
          <p:nvPr/>
        </p:nvSpPr>
        <p:spPr>
          <a:xfrm>
            <a:off x="1117333" y="2529619"/>
            <a:ext cx="14010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 File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3ACAB6B-2DF4-BFA7-740C-285418DE87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8386" y="1350414"/>
            <a:ext cx="7891981" cy="80558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9CE9847-0733-3274-B6C4-D3D4000629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8386" y="3132968"/>
            <a:ext cx="5740192" cy="82607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40665874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7847E3-3506-ADF3-F079-F4C4DDE361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BC9BB2-84DE-E0D6-C848-387D6877C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01150" y="6518583"/>
            <a:ext cx="2743200" cy="365125"/>
          </a:xfrm>
        </p:spPr>
        <p:txBody>
          <a:bodyPr/>
          <a:lstStyle/>
          <a:p>
            <a:fld id="{C5E635EA-281D-47C8-A0EC-B8A06226CB83}" type="slidenum">
              <a:rPr lang="en-IN" smtClean="0"/>
              <a:t>65</a:t>
            </a:fld>
            <a:endParaRPr lang="en-IN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A1D6B4B-C5C8-026D-B85B-514BD554B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4433"/>
            <a:ext cx="10515600" cy="315910"/>
          </a:xfrm>
        </p:spPr>
        <p:txBody>
          <a:bodyPr/>
          <a:lstStyle/>
          <a:p>
            <a:r>
              <a:rPr lang="en-US" dirty="0"/>
              <a:t>Test Verification</a:t>
            </a:r>
            <a:endParaRPr lang="en-IN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F1FB382-29EA-BB6F-F9E1-03F6A586E4B3}"/>
              </a:ext>
            </a:extLst>
          </p:cNvPr>
          <p:cNvCxnSpPr>
            <a:cxnSpLocks/>
          </p:cNvCxnSpPr>
          <p:nvPr/>
        </p:nvCxnSpPr>
        <p:spPr bwMode="auto">
          <a:xfrm>
            <a:off x="5749969" y="3163709"/>
            <a:ext cx="43562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7143D91E-093C-A891-B7C8-63EC94B997DC}"/>
              </a:ext>
            </a:extLst>
          </p:cNvPr>
          <p:cNvSpPr txBox="1"/>
          <p:nvPr/>
        </p:nvSpPr>
        <p:spPr>
          <a:xfrm>
            <a:off x="6269020" y="3009820"/>
            <a:ext cx="107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Request</a:t>
            </a:r>
            <a:endParaRPr lang="en-IN" sz="1400" dirty="0">
              <a:solidFill>
                <a:srgbClr val="000099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3E98260-E325-32E2-77CD-CC7D03D55788}"/>
              </a:ext>
            </a:extLst>
          </p:cNvPr>
          <p:cNvCxnSpPr>
            <a:cxnSpLocks/>
          </p:cNvCxnSpPr>
          <p:nvPr/>
        </p:nvCxnSpPr>
        <p:spPr bwMode="auto">
          <a:xfrm>
            <a:off x="5749969" y="3824533"/>
            <a:ext cx="43562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E18BB414-8294-92A1-C658-0F90431DDABD}"/>
              </a:ext>
            </a:extLst>
          </p:cNvPr>
          <p:cNvSpPr txBox="1"/>
          <p:nvPr/>
        </p:nvSpPr>
        <p:spPr>
          <a:xfrm>
            <a:off x="6269020" y="3670644"/>
            <a:ext cx="107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99"/>
                </a:solidFill>
                <a:effectLst/>
                <a:latin typeface="Arial" pitchFamily="34" charset="0"/>
                <a:cs typeface="Arial" pitchFamily="34" charset="0"/>
              </a:rPr>
              <a:t>Response</a:t>
            </a:r>
            <a:endParaRPr lang="en-IN" sz="1400" dirty="0">
              <a:solidFill>
                <a:srgbClr val="000099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5E0483C-FAB2-20E8-D8B3-A8742DD274C6}"/>
              </a:ext>
            </a:extLst>
          </p:cNvPr>
          <p:cNvSpPr txBox="1"/>
          <p:nvPr/>
        </p:nvSpPr>
        <p:spPr>
          <a:xfrm>
            <a:off x="1117333" y="869430"/>
            <a:ext cx="6677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PCM / ABS – Ride mode 1 (URBAN):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C31B382-D4ED-74C9-339D-42C42B3B2BDF}"/>
              </a:ext>
            </a:extLst>
          </p:cNvPr>
          <p:cNvSpPr txBox="1"/>
          <p:nvPr/>
        </p:nvSpPr>
        <p:spPr>
          <a:xfrm>
            <a:off x="1117333" y="2529619"/>
            <a:ext cx="14010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 File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8A7BCAA-675E-74D3-BFFF-C362ADDDE7BE}"/>
              </a:ext>
            </a:extLst>
          </p:cNvPr>
          <p:cNvSpPr txBox="1"/>
          <p:nvPr/>
        </p:nvSpPr>
        <p:spPr>
          <a:xfrm>
            <a:off x="1117333" y="4729397"/>
            <a:ext cx="19556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Report Logiq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E1A9347A-2A2B-B8DA-5912-6A05B66DBC9B}"/>
              </a:ext>
            </a:extLst>
          </p:cNvPr>
          <p:cNvSpPr/>
          <p:nvPr/>
        </p:nvSpPr>
        <p:spPr>
          <a:xfrm>
            <a:off x="9059887" y="853731"/>
            <a:ext cx="1811904" cy="1341918"/>
          </a:xfrm>
          <a:prstGeom prst="roundRect">
            <a:avLst/>
          </a:prstGeom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Urban Mode:</a:t>
            </a:r>
          </a:p>
          <a:p>
            <a:pPr algn="ctr">
              <a:lnSpc>
                <a:spcPct val="150000"/>
              </a:lnSpc>
            </a:pPr>
            <a:r>
              <a:rPr lang="en-US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PCM – 01</a:t>
            </a:r>
          </a:p>
          <a:p>
            <a:pPr algn="ctr">
              <a:lnSpc>
                <a:spcPct val="150000"/>
              </a:lnSpc>
            </a:pPr>
            <a:r>
              <a:rPr lang="en-US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ABS - 01</a:t>
            </a:r>
            <a:endParaRPr lang="en-IN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66573E5-7B19-8454-3D59-55DB89C43B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9073" y="1370803"/>
            <a:ext cx="7240127" cy="76277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5672748-9B51-F73F-592B-B14D0C108B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9073" y="3009820"/>
            <a:ext cx="4426124" cy="1280415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27" name="Group 26">
            <a:extLst>
              <a:ext uri="{FF2B5EF4-FFF2-40B4-BE49-F238E27FC236}">
                <a16:creationId xmlns:a16="http://schemas.microsoft.com/office/drawing/2014/main" id="{3557B4EB-4CDF-C9F6-3724-4847239551AD}"/>
              </a:ext>
            </a:extLst>
          </p:cNvPr>
          <p:cNvGrpSpPr/>
          <p:nvPr/>
        </p:nvGrpSpPr>
        <p:grpSpPr>
          <a:xfrm>
            <a:off x="1249073" y="5166475"/>
            <a:ext cx="9674352" cy="997601"/>
            <a:chOff x="1272018" y="5049023"/>
            <a:chExt cx="9674352" cy="997601"/>
          </a:xfrm>
        </p:grpSpPr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A9B8ACB3-5BB7-6A1F-E5C3-C2A8125A9E6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275462" y="5514724"/>
              <a:ext cx="9670908" cy="5319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E6B27CCF-BFFC-410E-428F-C59A011DB35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272018" y="5049023"/>
              <a:ext cx="9674352" cy="44636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</p:grpSp>
    </p:spTree>
    <p:extLst>
      <p:ext uri="{BB962C8B-B14F-4D97-AF65-F5344CB8AC3E}">
        <p14:creationId xmlns:p14="http://schemas.microsoft.com/office/powerpoint/2010/main" val="393352864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C1AB82-2B53-B912-0190-92D7448E05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EE4FC2-F605-CEA8-97BD-E38AF55EA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01150" y="6518583"/>
            <a:ext cx="2743200" cy="365125"/>
          </a:xfrm>
        </p:spPr>
        <p:txBody>
          <a:bodyPr/>
          <a:lstStyle/>
          <a:p>
            <a:fld id="{C5E635EA-281D-47C8-A0EC-B8A06226CB83}" type="slidenum">
              <a:rPr lang="en-IN" smtClean="0"/>
              <a:t>66</a:t>
            </a:fld>
            <a:endParaRPr lang="en-IN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53A2FD2-A5C7-0590-9149-3C13D30B11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4433"/>
            <a:ext cx="10515600" cy="315910"/>
          </a:xfrm>
        </p:spPr>
        <p:txBody>
          <a:bodyPr/>
          <a:lstStyle/>
          <a:p>
            <a:r>
              <a:rPr lang="en-US" dirty="0"/>
              <a:t>Test Verification</a:t>
            </a:r>
            <a:endParaRPr lang="en-IN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3164E82-2AFA-5F5B-63A8-E7DDC7D14D22}"/>
              </a:ext>
            </a:extLst>
          </p:cNvPr>
          <p:cNvCxnSpPr>
            <a:cxnSpLocks/>
          </p:cNvCxnSpPr>
          <p:nvPr/>
        </p:nvCxnSpPr>
        <p:spPr bwMode="auto">
          <a:xfrm>
            <a:off x="5590393" y="3112787"/>
            <a:ext cx="43562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E8CE152F-9D75-1489-8CA7-4F2B0251F169}"/>
              </a:ext>
            </a:extLst>
          </p:cNvPr>
          <p:cNvSpPr txBox="1"/>
          <p:nvPr/>
        </p:nvSpPr>
        <p:spPr>
          <a:xfrm>
            <a:off x="6109444" y="2958898"/>
            <a:ext cx="107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Request</a:t>
            </a:r>
            <a:endParaRPr lang="en-IN" sz="1400" dirty="0">
              <a:solidFill>
                <a:srgbClr val="000099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7C69A11E-06A9-453A-EC80-BC36114D2206}"/>
              </a:ext>
            </a:extLst>
          </p:cNvPr>
          <p:cNvCxnSpPr>
            <a:cxnSpLocks/>
          </p:cNvCxnSpPr>
          <p:nvPr/>
        </p:nvCxnSpPr>
        <p:spPr bwMode="auto">
          <a:xfrm>
            <a:off x="5579071" y="4035917"/>
            <a:ext cx="43562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0557892C-1199-7A4A-381E-C67DB6DB0907}"/>
              </a:ext>
            </a:extLst>
          </p:cNvPr>
          <p:cNvSpPr txBox="1"/>
          <p:nvPr/>
        </p:nvSpPr>
        <p:spPr>
          <a:xfrm>
            <a:off x="6098122" y="3882028"/>
            <a:ext cx="107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99"/>
                </a:solidFill>
                <a:effectLst/>
                <a:latin typeface="Arial" pitchFamily="34" charset="0"/>
                <a:cs typeface="Arial" pitchFamily="34" charset="0"/>
              </a:rPr>
              <a:t>Response</a:t>
            </a:r>
            <a:endParaRPr lang="en-IN" sz="1400" dirty="0">
              <a:solidFill>
                <a:srgbClr val="000099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7BFDB40-7580-B299-EDFC-1B5A783D8A16}"/>
              </a:ext>
            </a:extLst>
          </p:cNvPr>
          <p:cNvSpPr txBox="1"/>
          <p:nvPr/>
        </p:nvSpPr>
        <p:spPr>
          <a:xfrm>
            <a:off x="1117333" y="869430"/>
            <a:ext cx="6677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PCM / ABS – Ride mode 2 (RAIN):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E829AB3-AC83-55A8-0395-F67E432E419B}"/>
              </a:ext>
            </a:extLst>
          </p:cNvPr>
          <p:cNvSpPr txBox="1"/>
          <p:nvPr/>
        </p:nvSpPr>
        <p:spPr>
          <a:xfrm>
            <a:off x="1117333" y="2529619"/>
            <a:ext cx="14010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 File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9943D7A-1EF0-C208-8785-26A6CF2D5C4B}"/>
              </a:ext>
            </a:extLst>
          </p:cNvPr>
          <p:cNvSpPr txBox="1"/>
          <p:nvPr/>
        </p:nvSpPr>
        <p:spPr>
          <a:xfrm>
            <a:off x="1117333" y="4557008"/>
            <a:ext cx="19556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Report Logiq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2D4EFEA-437A-025A-D278-3F762FAF4556}"/>
              </a:ext>
            </a:extLst>
          </p:cNvPr>
          <p:cNvSpPr/>
          <p:nvPr/>
        </p:nvSpPr>
        <p:spPr>
          <a:xfrm>
            <a:off x="9041041" y="839022"/>
            <a:ext cx="1811904" cy="1341918"/>
          </a:xfrm>
          <a:prstGeom prst="roundRect">
            <a:avLst/>
          </a:prstGeom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Rain Mode:</a:t>
            </a:r>
          </a:p>
          <a:p>
            <a:pPr algn="ctr">
              <a:lnSpc>
                <a:spcPct val="150000"/>
              </a:lnSpc>
            </a:pPr>
            <a:r>
              <a:rPr lang="en-US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PCM – 01</a:t>
            </a:r>
          </a:p>
          <a:p>
            <a:pPr algn="ctr">
              <a:lnSpc>
                <a:spcPct val="150000"/>
              </a:lnSpc>
            </a:pPr>
            <a:r>
              <a:rPr lang="en-US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ABS - 02</a:t>
            </a:r>
            <a:endParaRPr lang="en-IN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3B6D421-BD09-4A84-A701-28805975F3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6597" y="1312043"/>
            <a:ext cx="7522220" cy="86478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BFF7D63-7280-97AF-4F99-23334600F9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6597" y="2958898"/>
            <a:ext cx="4331544" cy="123090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762B7EE-8482-6357-4D04-1C47AD09F8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6597" y="5013781"/>
            <a:ext cx="9506439" cy="92397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180489972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A26797-486A-F5A6-D8B3-94868948DA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748AAE-5A46-6D09-3597-1E659CED20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01150" y="6518583"/>
            <a:ext cx="2743200" cy="365125"/>
          </a:xfrm>
        </p:spPr>
        <p:txBody>
          <a:bodyPr/>
          <a:lstStyle/>
          <a:p>
            <a:fld id="{C5E635EA-281D-47C8-A0EC-B8A06226CB83}" type="slidenum">
              <a:rPr lang="en-IN" smtClean="0"/>
              <a:t>67</a:t>
            </a:fld>
            <a:endParaRPr lang="en-IN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E486D8C-1D90-9F55-DA3B-96C948994E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4433"/>
            <a:ext cx="10515600" cy="315910"/>
          </a:xfrm>
        </p:spPr>
        <p:txBody>
          <a:bodyPr/>
          <a:lstStyle/>
          <a:p>
            <a:r>
              <a:rPr lang="en-US" dirty="0"/>
              <a:t>Test Verification</a:t>
            </a:r>
            <a:endParaRPr lang="en-IN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1E404EB-BDB5-0831-FF54-9604D9632B8E}"/>
              </a:ext>
            </a:extLst>
          </p:cNvPr>
          <p:cNvCxnSpPr>
            <a:cxnSpLocks/>
          </p:cNvCxnSpPr>
          <p:nvPr/>
        </p:nvCxnSpPr>
        <p:spPr bwMode="auto">
          <a:xfrm>
            <a:off x="5873633" y="3150974"/>
            <a:ext cx="43562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AB91B48B-B597-E4DE-CE5D-689901875B03}"/>
              </a:ext>
            </a:extLst>
          </p:cNvPr>
          <p:cNvSpPr txBox="1"/>
          <p:nvPr/>
        </p:nvSpPr>
        <p:spPr>
          <a:xfrm>
            <a:off x="6392684" y="2997085"/>
            <a:ext cx="107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Request</a:t>
            </a:r>
            <a:endParaRPr lang="en-IN" sz="1400" dirty="0">
              <a:solidFill>
                <a:srgbClr val="000099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2D73F39-6242-421B-33FD-9A9A4F8AB78A}"/>
              </a:ext>
            </a:extLst>
          </p:cNvPr>
          <p:cNvCxnSpPr>
            <a:cxnSpLocks/>
          </p:cNvCxnSpPr>
          <p:nvPr/>
        </p:nvCxnSpPr>
        <p:spPr bwMode="auto">
          <a:xfrm>
            <a:off x="5873633" y="3487035"/>
            <a:ext cx="43562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C225B70B-5966-58DB-B82B-DF1077EFD5A7}"/>
              </a:ext>
            </a:extLst>
          </p:cNvPr>
          <p:cNvSpPr txBox="1"/>
          <p:nvPr/>
        </p:nvSpPr>
        <p:spPr>
          <a:xfrm>
            <a:off x="6392684" y="3333146"/>
            <a:ext cx="107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99"/>
                </a:solidFill>
                <a:effectLst/>
                <a:latin typeface="Arial" pitchFamily="34" charset="0"/>
                <a:cs typeface="Arial" pitchFamily="34" charset="0"/>
              </a:rPr>
              <a:t>Response</a:t>
            </a:r>
            <a:endParaRPr lang="en-IN" sz="1400" dirty="0">
              <a:solidFill>
                <a:srgbClr val="000099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E1F1386-0879-CA12-7864-C7726AB73842}"/>
              </a:ext>
            </a:extLst>
          </p:cNvPr>
          <p:cNvSpPr txBox="1"/>
          <p:nvPr/>
        </p:nvSpPr>
        <p:spPr>
          <a:xfrm>
            <a:off x="1117333" y="869430"/>
            <a:ext cx="6677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PCM / ABS – Ride mode 3 (TOUR):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B9E9983-61D3-CCD7-6304-F9BF66BC667C}"/>
              </a:ext>
            </a:extLst>
          </p:cNvPr>
          <p:cNvSpPr txBox="1"/>
          <p:nvPr/>
        </p:nvSpPr>
        <p:spPr>
          <a:xfrm>
            <a:off x="1117333" y="2529619"/>
            <a:ext cx="14010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 File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132C442-78A3-A961-9FCE-17DD67A5A737}"/>
              </a:ext>
            </a:extLst>
          </p:cNvPr>
          <p:cNvSpPr txBox="1"/>
          <p:nvPr/>
        </p:nvSpPr>
        <p:spPr>
          <a:xfrm>
            <a:off x="1117333" y="4616968"/>
            <a:ext cx="19556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Report Logiq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1B7DDA3-E0FB-AA3E-A3EC-D30131E00BFB}"/>
              </a:ext>
            </a:extLst>
          </p:cNvPr>
          <p:cNvSpPr/>
          <p:nvPr/>
        </p:nvSpPr>
        <p:spPr>
          <a:xfrm>
            <a:off x="9134386" y="839022"/>
            <a:ext cx="1811904" cy="1341918"/>
          </a:xfrm>
          <a:prstGeom prst="roundRect">
            <a:avLst/>
          </a:prstGeom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Tour Mode:</a:t>
            </a:r>
          </a:p>
          <a:p>
            <a:pPr algn="ctr">
              <a:lnSpc>
                <a:spcPct val="150000"/>
              </a:lnSpc>
            </a:pPr>
            <a:r>
              <a:rPr lang="en-US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PCM – 02</a:t>
            </a:r>
          </a:p>
          <a:p>
            <a:pPr algn="ctr">
              <a:lnSpc>
                <a:spcPct val="150000"/>
              </a:lnSpc>
            </a:pPr>
            <a:r>
              <a:rPr lang="en-US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ABS - 01</a:t>
            </a:r>
            <a:endParaRPr lang="en-IN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772015B-8B9C-8F0F-BF6E-1B7F16D570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0241" y="1365487"/>
            <a:ext cx="7529336" cy="81545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C748580-059F-5872-DAEB-E9C775A686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0241" y="2997085"/>
            <a:ext cx="4589077" cy="132797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5B769EC-4C54-28FC-1887-907357F6E9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0241" y="5119781"/>
            <a:ext cx="9506439" cy="99065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238629385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D96544-F772-71B0-4CB7-374367332D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2E7389-B39A-BC9D-27FD-C4ADD4AE63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01150" y="6518583"/>
            <a:ext cx="2743200" cy="365125"/>
          </a:xfrm>
        </p:spPr>
        <p:txBody>
          <a:bodyPr/>
          <a:lstStyle/>
          <a:p>
            <a:fld id="{C5E635EA-281D-47C8-A0EC-B8A06226CB83}" type="slidenum">
              <a:rPr lang="en-IN" smtClean="0"/>
              <a:t>68</a:t>
            </a:fld>
            <a:endParaRPr lang="en-IN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2660D6E-D46E-5BBF-BF93-C3EBEB3382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4433"/>
            <a:ext cx="10515600" cy="315910"/>
          </a:xfrm>
        </p:spPr>
        <p:txBody>
          <a:bodyPr/>
          <a:lstStyle/>
          <a:p>
            <a:r>
              <a:rPr lang="en-US" dirty="0"/>
              <a:t>Test Verification</a:t>
            </a:r>
            <a:endParaRPr lang="en-IN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74CDB49-1CCB-CF34-1111-DFC8CEA6701C}"/>
              </a:ext>
            </a:extLst>
          </p:cNvPr>
          <p:cNvCxnSpPr>
            <a:cxnSpLocks/>
          </p:cNvCxnSpPr>
          <p:nvPr/>
        </p:nvCxnSpPr>
        <p:spPr bwMode="auto">
          <a:xfrm>
            <a:off x="6011493" y="3196686"/>
            <a:ext cx="43562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1C7E3FDC-81ED-3F03-144B-EB9E60382D75}"/>
              </a:ext>
            </a:extLst>
          </p:cNvPr>
          <p:cNvSpPr txBox="1"/>
          <p:nvPr/>
        </p:nvSpPr>
        <p:spPr>
          <a:xfrm>
            <a:off x="6530544" y="3042797"/>
            <a:ext cx="107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Request</a:t>
            </a:r>
            <a:endParaRPr lang="en-IN" sz="1400" dirty="0">
              <a:solidFill>
                <a:srgbClr val="000099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DC33EFF4-7851-1F1B-DB3C-6B2F02E1CBE0}"/>
              </a:ext>
            </a:extLst>
          </p:cNvPr>
          <p:cNvCxnSpPr>
            <a:cxnSpLocks/>
          </p:cNvCxnSpPr>
          <p:nvPr/>
        </p:nvCxnSpPr>
        <p:spPr bwMode="auto">
          <a:xfrm>
            <a:off x="6011493" y="3504463"/>
            <a:ext cx="43562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17A0710A-AAC3-77CA-5B42-8AA8FE3F3C9A}"/>
              </a:ext>
            </a:extLst>
          </p:cNvPr>
          <p:cNvSpPr txBox="1"/>
          <p:nvPr/>
        </p:nvSpPr>
        <p:spPr>
          <a:xfrm>
            <a:off x="6530544" y="3350574"/>
            <a:ext cx="107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99"/>
                </a:solidFill>
                <a:effectLst/>
                <a:latin typeface="Arial" pitchFamily="34" charset="0"/>
                <a:cs typeface="Arial" pitchFamily="34" charset="0"/>
              </a:rPr>
              <a:t>Response</a:t>
            </a:r>
            <a:endParaRPr lang="en-IN" sz="1400" dirty="0">
              <a:solidFill>
                <a:srgbClr val="000099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9D82902-A0F4-7F06-019A-120D27BB6279}"/>
              </a:ext>
            </a:extLst>
          </p:cNvPr>
          <p:cNvSpPr txBox="1"/>
          <p:nvPr/>
        </p:nvSpPr>
        <p:spPr>
          <a:xfrm>
            <a:off x="1117333" y="869430"/>
            <a:ext cx="6677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PCM / ABS – Ride mode 4 (ENDURO):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45045FC-F4C0-B5B2-344D-878FD51E90E8}"/>
              </a:ext>
            </a:extLst>
          </p:cNvPr>
          <p:cNvSpPr txBox="1"/>
          <p:nvPr/>
        </p:nvSpPr>
        <p:spPr>
          <a:xfrm>
            <a:off x="1117333" y="2529619"/>
            <a:ext cx="14010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 File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0A652AA-7615-CB1C-32A2-9F7FC3EFCECE}"/>
              </a:ext>
            </a:extLst>
          </p:cNvPr>
          <p:cNvSpPr txBox="1"/>
          <p:nvPr/>
        </p:nvSpPr>
        <p:spPr>
          <a:xfrm>
            <a:off x="1117333" y="4616968"/>
            <a:ext cx="19556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Report Logiq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3848C10-08BE-6E78-53D0-EE67AF6A35A0}"/>
              </a:ext>
            </a:extLst>
          </p:cNvPr>
          <p:cNvSpPr/>
          <p:nvPr/>
        </p:nvSpPr>
        <p:spPr>
          <a:xfrm>
            <a:off x="9086373" y="922954"/>
            <a:ext cx="1873517" cy="1341918"/>
          </a:xfrm>
          <a:prstGeom prst="roundRect">
            <a:avLst/>
          </a:prstGeom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Enduro Mode:</a:t>
            </a:r>
          </a:p>
          <a:p>
            <a:pPr algn="ctr">
              <a:lnSpc>
                <a:spcPct val="150000"/>
              </a:lnSpc>
            </a:pPr>
            <a:r>
              <a:rPr lang="en-US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PCM – 03</a:t>
            </a:r>
          </a:p>
          <a:p>
            <a:pPr algn="ctr">
              <a:lnSpc>
                <a:spcPct val="150000"/>
              </a:lnSpc>
            </a:pPr>
            <a:r>
              <a:rPr lang="en-US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ABS - 03</a:t>
            </a:r>
            <a:endParaRPr lang="en-IN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3F274CB-9808-7A08-53C5-A89D8577B3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2110" y="1316393"/>
            <a:ext cx="7270358" cy="75254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F2E58C05-F96E-7872-8DC6-7F6B4181DA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2110" y="3024752"/>
            <a:ext cx="4731491" cy="136649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8EFA31D2-1805-C15C-A72D-915D89D007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2110" y="5107698"/>
            <a:ext cx="9487388" cy="107638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578277074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7BE2F5-CEF0-1CB5-079C-5582D41CDB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176D28-9FA1-FCE0-8E6D-F05067197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01150" y="6518583"/>
            <a:ext cx="2743200" cy="365125"/>
          </a:xfrm>
        </p:spPr>
        <p:txBody>
          <a:bodyPr/>
          <a:lstStyle/>
          <a:p>
            <a:fld id="{C5E635EA-281D-47C8-A0EC-B8A06226CB83}" type="slidenum">
              <a:rPr lang="en-IN" smtClean="0"/>
              <a:t>69</a:t>
            </a:fld>
            <a:endParaRPr lang="en-IN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C2C1D04-9319-B125-A194-366D46D70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4433"/>
            <a:ext cx="10515600" cy="315910"/>
          </a:xfrm>
        </p:spPr>
        <p:txBody>
          <a:bodyPr/>
          <a:lstStyle/>
          <a:p>
            <a:r>
              <a:rPr lang="en-US" dirty="0"/>
              <a:t>Test Verification</a:t>
            </a:r>
            <a:endParaRPr lang="en-IN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6712F86-9A31-17B4-1C58-BD7F9295CA27}"/>
              </a:ext>
            </a:extLst>
          </p:cNvPr>
          <p:cNvCxnSpPr>
            <a:cxnSpLocks/>
          </p:cNvCxnSpPr>
          <p:nvPr/>
        </p:nvCxnSpPr>
        <p:spPr bwMode="auto">
          <a:xfrm>
            <a:off x="5943496" y="3226016"/>
            <a:ext cx="43562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6379E052-14C0-D874-47E5-7C9BF87FD933}"/>
              </a:ext>
            </a:extLst>
          </p:cNvPr>
          <p:cNvSpPr txBox="1"/>
          <p:nvPr/>
        </p:nvSpPr>
        <p:spPr>
          <a:xfrm>
            <a:off x="6462547" y="3072127"/>
            <a:ext cx="107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Request</a:t>
            </a:r>
            <a:endParaRPr lang="en-IN" sz="1400" dirty="0">
              <a:solidFill>
                <a:srgbClr val="000099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F7FFD92-13FA-0D72-7B76-3604663FC11B}"/>
              </a:ext>
            </a:extLst>
          </p:cNvPr>
          <p:cNvCxnSpPr>
            <a:cxnSpLocks/>
          </p:cNvCxnSpPr>
          <p:nvPr/>
        </p:nvCxnSpPr>
        <p:spPr bwMode="auto">
          <a:xfrm>
            <a:off x="5943496" y="3582889"/>
            <a:ext cx="43562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9DEA5DB8-21C5-8C6B-81A0-1FE61999A198}"/>
              </a:ext>
            </a:extLst>
          </p:cNvPr>
          <p:cNvSpPr txBox="1"/>
          <p:nvPr/>
        </p:nvSpPr>
        <p:spPr>
          <a:xfrm>
            <a:off x="6462547" y="3429000"/>
            <a:ext cx="107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99"/>
                </a:solidFill>
                <a:effectLst/>
                <a:latin typeface="Arial" pitchFamily="34" charset="0"/>
                <a:cs typeface="Arial" pitchFamily="34" charset="0"/>
              </a:rPr>
              <a:t>Response</a:t>
            </a:r>
            <a:endParaRPr lang="en-IN" sz="1400" dirty="0">
              <a:solidFill>
                <a:srgbClr val="000099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0CBA7D9-5575-661B-1EE0-78BAB3401A1D}"/>
              </a:ext>
            </a:extLst>
          </p:cNvPr>
          <p:cNvSpPr txBox="1"/>
          <p:nvPr/>
        </p:nvSpPr>
        <p:spPr>
          <a:xfrm>
            <a:off x="1117333" y="869430"/>
            <a:ext cx="6677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PCM / ABS – Ride mode 5 (SPORT):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7AD86F5-E5FA-1702-880C-2DB0E6BD3DFB}"/>
              </a:ext>
            </a:extLst>
          </p:cNvPr>
          <p:cNvSpPr txBox="1"/>
          <p:nvPr/>
        </p:nvSpPr>
        <p:spPr>
          <a:xfrm>
            <a:off x="1117333" y="2529619"/>
            <a:ext cx="14010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 File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E570617-1238-D0A4-33E4-725A88BD5385}"/>
              </a:ext>
            </a:extLst>
          </p:cNvPr>
          <p:cNvSpPr txBox="1"/>
          <p:nvPr/>
        </p:nvSpPr>
        <p:spPr>
          <a:xfrm>
            <a:off x="1117333" y="4616968"/>
            <a:ext cx="19556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Report Logiq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F9078E6-9D45-994B-C615-782DE274110F}"/>
              </a:ext>
            </a:extLst>
          </p:cNvPr>
          <p:cNvSpPr/>
          <p:nvPr/>
        </p:nvSpPr>
        <p:spPr>
          <a:xfrm>
            <a:off x="9201150" y="869430"/>
            <a:ext cx="1811904" cy="1341918"/>
          </a:xfrm>
          <a:prstGeom prst="roundRect">
            <a:avLst/>
          </a:prstGeom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Sport Mode:</a:t>
            </a:r>
          </a:p>
          <a:p>
            <a:pPr algn="ctr">
              <a:lnSpc>
                <a:spcPct val="150000"/>
              </a:lnSpc>
            </a:pPr>
            <a:r>
              <a:rPr lang="en-US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PCM – 02</a:t>
            </a:r>
          </a:p>
          <a:p>
            <a:pPr algn="ctr">
              <a:lnSpc>
                <a:spcPct val="150000"/>
              </a:lnSpc>
            </a:pPr>
            <a:r>
              <a:rPr lang="en-US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ABS - 01</a:t>
            </a:r>
            <a:endParaRPr lang="en-IN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2BAB0F6-D061-699E-A5DF-71A1047908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4541" y="1340199"/>
            <a:ext cx="7676176" cy="77427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9336E1E-BF00-C435-2FAD-1A972F5E8C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4541" y="2992841"/>
            <a:ext cx="4612259" cy="138031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23C9C40D-13CE-FC54-1CB8-9974336BF5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4541" y="5100518"/>
            <a:ext cx="9496913" cy="99065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999958921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773863-6E4D-6B78-FBFD-7AA33537CD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914026-07B5-A468-46E7-4EA392D200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01150" y="6518583"/>
            <a:ext cx="2743200" cy="365125"/>
          </a:xfrm>
        </p:spPr>
        <p:txBody>
          <a:bodyPr/>
          <a:lstStyle/>
          <a:p>
            <a:fld id="{C5E635EA-281D-47C8-A0EC-B8A06226CB83}" type="slidenum">
              <a:rPr lang="en-IN" smtClean="0"/>
              <a:t>70</a:t>
            </a:fld>
            <a:endParaRPr lang="en-IN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A5BE2FA-8613-F737-8069-9F5A03AD02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4433"/>
            <a:ext cx="10515600" cy="315910"/>
          </a:xfrm>
        </p:spPr>
        <p:txBody>
          <a:bodyPr/>
          <a:lstStyle/>
          <a:p>
            <a:r>
              <a:rPr lang="en-US" dirty="0"/>
              <a:t>Test Verification</a:t>
            </a:r>
            <a:endParaRPr lang="en-IN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EDDDBFF-78F9-1286-B445-E852BACFEED2}"/>
              </a:ext>
            </a:extLst>
          </p:cNvPr>
          <p:cNvCxnSpPr>
            <a:cxnSpLocks/>
          </p:cNvCxnSpPr>
          <p:nvPr/>
        </p:nvCxnSpPr>
        <p:spPr bwMode="auto">
          <a:xfrm>
            <a:off x="7275834" y="3286438"/>
            <a:ext cx="43562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39F9E31E-38B8-8F60-5E74-423850260488}"/>
              </a:ext>
            </a:extLst>
          </p:cNvPr>
          <p:cNvSpPr txBox="1"/>
          <p:nvPr/>
        </p:nvSpPr>
        <p:spPr>
          <a:xfrm>
            <a:off x="7794885" y="3124462"/>
            <a:ext cx="107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Request</a:t>
            </a:r>
            <a:endParaRPr lang="en-IN" sz="1400" dirty="0">
              <a:solidFill>
                <a:srgbClr val="000099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EC361F1-526A-DC66-2BA3-B56FD52D0690}"/>
              </a:ext>
            </a:extLst>
          </p:cNvPr>
          <p:cNvCxnSpPr>
            <a:cxnSpLocks/>
          </p:cNvCxnSpPr>
          <p:nvPr/>
        </p:nvCxnSpPr>
        <p:spPr bwMode="auto">
          <a:xfrm>
            <a:off x="7275834" y="3718993"/>
            <a:ext cx="43562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7D869F3A-FF44-4699-4D0C-22DF32A7C711}"/>
              </a:ext>
            </a:extLst>
          </p:cNvPr>
          <p:cNvSpPr txBox="1"/>
          <p:nvPr/>
        </p:nvSpPr>
        <p:spPr>
          <a:xfrm>
            <a:off x="7794885" y="3565104"/>
            <a:ext cx="107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99"/>
                </a:solidFill>
                <a:effectLst/>
                <a:latin typeface="Arial" pitchFamily="34" charset="0"/>
                <a:cs typeface="Arial" pitchFamily="34" charset="0"/>
              </a:rPr>
              <a:t>Response</a:t>
            </a:r>
            <a:endParaRPr lang="en-IN" sz="1400" dirty="0">
              <a:solidFill>
                <a:srgbClr val="000099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44913F7-93C7-F848-3B6D-77B8C79918F9}"/>
              </a:ext>
            </a:extLst>
          </p:cNvPr>
          <p:cNvSpPr txBox="1"/>
          <p:nvPr/>
        </p:nvSpPr>
        <p:spPr>
          <a:xfrm>
            <a:off x="1117333" y="869430"/>
            <a:ext cx="6677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PCM – Quick Shift Enable: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26E822E-F48C-A29A-121B-BD4E98C6256F}"/>
              </a:ext>
            </a:extLst>
          </p:cNvPr>
          <p:cNvSpPr txBox="1"/>
          <p:nvPr/>
        </p:nvSpPr>
        <p:spPr>
          <a:xfrm>
            <a:off x="1117333" y="2529619"/>
            <a:ext cx="14010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 File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28B46BA-1429-4212-AEDE-1B32635E68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5117" y="1335920"/>
            <a:ext cx="7194051" cy="89055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09FA453-805E-342E-43B3-C9538D6924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5117" y="3006817"/>
            <a:ext cx="5929802" cy="89055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009625127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6C9366-C040-43C0-17F3-D143A7CE83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D8CC8E-D7C8-0A08-EF28-D475B3B3DE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01150" y="6518583"/>
            <a:ext cx="2743200" cy="365125"/>
          </a:xfrm>
        </p:spPr>
        <p:txBody>
          <a:bodyPr/>
          <a:lstStyle/>
          <a:p>
            <a:fld id="{C5E635EA-281D-47C8-A0EC-B8A06226CB83}" type="slidenum">
              <a:rPr lang="en-IN" smtClean="0"/>
              <a:t>71</a:t>
            </a:fld>
            <a:endParaRPr lang="en-IN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146B996-2329-E71E-2210-E7708CEF3D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4433"/>
            <a:ext cx="10515600" cy="315910"/>
          </a:xfrm>
        </p:spPr>
        <p:txBody>
          <a:bodyPr/>
          <a:lstStyle/>
          <a:p>
            <a:r>
              <a:rPr lang="en-US" dirty="0"/>
              <a:t>Test Verification</a:t>
            </a:r>
            <a:endParaRPr lang="en-IN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04C85D0-2731-AF07-28B0-8F175C29E59B}"/>
              </a:ext>
            </a:extLst>
          </p:cNvPr>
          <p:cNvCxnSpPr>
            <a:cxnSpLocks/>
          </p:cNvCxnSpPr>
          <p:nvPr/>
        </p:nvCxnSpPr>
        <p:spPr bwMode="auto">
          <a:xfrm>
            <a:off x="6699699" y="3423202"/>
            <a:ext cx="43562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30E021F1-1018-A68A-2D07-86DB6B2DAAF5}"/>
              </a:ext>
            </a:extLst>
          </p:cNvPr>
          <p:cNvSpPr txBox="1"/>
          <p:nvPr/>
        </p:nvSpPr>
        <p:spPr>
          <a:xfrm>
            <a:off x="7218750" y="3268022"/>
            <a:ext cx="107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Request</a:t>
            </a:r>
            <a:endParaRPr lang="en-IN" sz="1400" dirty="0">
              <a:solidFill>
                <a:srgbClr val="000099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CB58A2FD-5D0A-A79F-A9C0-45424F15AEB1}"/>
              </a:ext>
            </a:extLst>
          </p:cNvPr>
          <p:cNvCxnSpPr>
            <a:cxnSpLocks/>
          </p:cNvCxnSpPr>
          <p:nvPr/>
        </p:nvCxnSpPr>
        <p:spPr bwMode="auto">
          <a:xfrm>
            <a:off x="6699699" y="3776179"/>
            <a:ext cx="43562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F15787A7-5D92-72EA-5F6A-A634EDF31051}"/>
              </a:ext>
            </a:extLst>
          </p:cNvPr>
          <p:cNvSpPr txBox="1"/>
          <p:nvPr/>
        </p:nvSpPr>
        <p:spPr>
          <a:xfrm>
            <a:off x="7218750" y="3622290"/>
            <a:ext cx="107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99"/>
                </a:solidFill>
                <a:effectLst/>
                <a:latin typeface="Arial" pitchFamily="34" charset="0"/>
                <a:cs typeface="Arial" pitchFamily="34" charset="0"/>
              </a:rPr>
              <a:t>Response</a:t>
            </a:r>
            <a:endParaRPr lang="en-IN" sz="1400" dirty="0">
              <a:solidFill>
                <a:srgbClr val="000099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3F72BEC-D8D9-DCD9-74D5-318A9F6E75B2}"/>
              </a:ext>
            </a:extLst>
          </p:cNvPr>
          <p:cNvSpPr txBox="1"/>
          <p:nvPr/>
        </p:nvSpPr>
        <p:spPr>
          <a:xfrm>
            <a:off x="1117333" y="869430"/>
            <a:ext cx="6677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IPC – Write &amp; Read Variant Data for Base SKUs: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0E04FD0-DFDB-E5FB-BD9E-651F7DEC834E}"/>
              </a:ext>
            </a:extLst>
          </p:cNvPr>
          <p:cNvSpPr txBox="1"/>
          <p:nvPr/>
        </p:nvSpPr>
        <p:spPr>
          <a:xfrm>
            <a:off x="1117333" y="2699740"/>
            <a:ext cx="14010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 File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B1465D6-562A-C82C-ED7A-E5B92FFC6977}"/>
              </a:ext>
            </a:extLst>
          </p:cNvPr>
          <p:cNvSpPr txBox="1"/>
          <p:nvPr/>
        </p:nvSpPr>
        <p:spPr>
          <a:xfrm>
            <a:off x="1117333" y="4885847"/>
            <a:ext cx="19556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Report Logiq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EEE301C-8D0F-3768-3B71-67F1E62F33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5567" y="1315043"/>
            <a:ext cx="7415345" cy="111570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56B2976-3330-6B94-A2E8-72A2D717AF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5567" y="3207477"/>
            <a:ext cx="5384810" cy="138028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98D0ED6-38A9-E103-32A2-03BAF8CE41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5567" y="5385230"/>
            <a:ext cx="9467882" cy="78165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454387558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FEF37A-1488-2311-F40E-E5DEA3E093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96B3E0-A584-50AA-71B3-CA9794407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01150" y="6518583"/>
            <a:ext cx="2743200" cy="365125"/>
          </a:xfrm>
        </p:spPr>
        <p:txBody>
          <a:bodyPr/>
          <a:lstStyle/>
          <a:p>
            <a:fld id="{C5E635EA-281D-47C8-A0EC-B8A06226CB83}" type="slidenum">
              <a:rPr lang="en-IN" smtClean="0"/>
              <a:t>72</a:t>
            </a:fld>
            <a:endParaRPr lang="en-IN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19E808B-EB66-13A7-ABF5-248B11A6A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4433"/>
            <a:ext cx="10515600" cy="315910"/>
          </a:xfrm>
        </p:spPr>
        <p:txBody>
          <a:bodyPr/>
          <a:lstStyle/>
          <a:p>
            <a:r>
              <a:rPr lang="en-US" dirty="0"/>
              <a:t>Test Verification</a:t>
            </a:r>
            <a:endParaRPr lang="en-IN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0567188-9D2E-42E8-0C56-22E19CE35939}"/>
              </a:ext>
            </a:extLst>
          </p:cNvPr>
          <p:cNvCxnSpPr>
            <a:cxnSpLocks/>
          </p:cNvCxnSpPr>
          <p:nvPr/>
        </p:nvCxnSpPr>
        <p:spPr bwMode="auto">
          <a:xfrm>
            <a:off x="8081359" y="3156272"/>
            <a:ext cx="43562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479C89EB-D3CD-7FCD-3223-BC28AA907090}"/>
              </a:ext>
            </a:extLst>
          </p:cNvPr>
          <p:cNvSpPr txBox="1"/>
          <p:nvPr/>
        </p:nvSpPr>
        <p:spPr>
          <a:xfrm>
            <a:off x="8600410" y="3018788"/>
            <a:ext cx="107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Request</a:t>
            </a:r>
            <a:endParaRPr lang="en-IN" sz="1400" dirty="0">
              <a:solidFill>
                <a:srgbClr val="000099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AC2B49D-8A58-38AD-6348-7842D806C53E}"/>
              </a:ext>
            </a:extLst>
          </p:cNvPr>
          <p:cNvCxnSpPr>
            <a:cxnSpLocks/>
          </p:cNvCxnSpPr>
          <p:nvPr/>
        </p:nvCxnSpPr>
        <p:spPr bwMode="auto">
          <a:xfrm>
            <a:off x="8081359" y="3904410"/>
            <a:ext cx="43562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49B02B51-2F8B-1F2A-2EE6-1FC6D0EF6E67}"/>
              </a:ext>
            </a:extLst>
          </p:cNvPr>
          <p:cNvSpPr txBox="1"/>
          <p:nvPr/>
        </p:nvSpPr>
        <p:spPr>
          <a:xfrm>
            <a:off x="8600410" y="3750521"/>
            <a:ext cx="107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99"/>
                </a:solidFill>
                <a:effectLst/>
                <a:latin typeface="Arial" pitchFamily="34" charset="0"/>
                <a:cs typeface="Arial" pitchFamily="34" charset="0"/>
              </a:rPr>
              <a:t>Response</a:t>
            </a:r>
            <a:endParaRPr lang="en-IN" sz="1400" dirty="0">
              <a:solidFill>
                <a:srgbClr val="000099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9FC8661-767D-9C02-207B-3484ACFE323C}"/>
              </a:ext>
            </a:extLst>
          </p:cNvPr>
          <p:cNvSpPr txBox="1"/>
          <p:nvPr/>
        </p:nvSpPr>
        <p:spPr>
          <a:xfrm>
            <a:off x="1117333" y="869430"/>
            <a:ext cx="6677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IPC – Write &amp; Read SKU: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F96F77B-6EE8-C60D-4943-838015E0A613}"/>
              </a:ext>
            </a:extLst>
          </p:cNvPr>
          <p:cNvSpPr txBox="1"/>
          <p:nvPr/>
        </p:nvSpPr>
        <p:spPr>
          <a:xfrm>
            <a:off x="1117333" y="2529619"/>
            <a:ext cx="14010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 File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68D4737-3C97-5C01-AC25-4BF1AA7F15B5}"/>
              </a:ext>
            </a:extLst>
          </p:cNvPr>
          <p:cNvSpPr txBox="1"/>
          <p:nvPr/>
        </p:nvSpPr>
        <p:spPr>
          <a:xfrm>
            <a:off x="1218075" y="4305048"/>
            <a:ext cx="19556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Report Logiq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B292B69-C6DF-9FDF-1505-2EA809F551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8075" y="1285430"/>
            <a:ext cx="7785562" cy="87829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39364C4-6ED5-58EA-B270-3B14E83B17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8075" y="2969521"/>
            <a:ext cx="6815232" cy="107005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E186AD2-531F-820D-0554-791147A6E3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8075" y="4806435"/>
            <a:ext cx="8125243" cy="122878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850632238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5582CF-F0F9-2BE7-546D-6F242D7368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BE7E66-F348-B72C-ADF2-AC4CF5015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01150" y="6518583"/>
            <a:ext cx="2743200" cy="365125"/>
          </a:xfrm>
        </p:spPr>
        <p:txBody>
          <a:bodyPr/>
          <a:lstStyle/>
          <a:p>
            <a:fld id="{C5E635EA-281D-47C8-A0EC-B8A06226CB83}" type="slidenum">
              <a:rPr lang="en-IN" smtClean="0"/>
              <a:t>73</a:t>
            </a:fld>
            <a:endParaRPr lang="en-IN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8B7383F-208F-F356-CFE7-9D5FA8349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4433"/>
            <a:ext cx="10515600" cy="315910"/>
          </a:xfrm>
        </p:spPr>
        <p:txBody>
          <a:bodyPr/>
          <a:lstStyle/>
          <a:p>
            <a:r>
              <a:rPr lang="en-US" dirty="0"/>
              <a:t>Test Verification</a:t>
            </a:r>
            <a:endParaRPr lang="en-IN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D896B8D-00CD-BEDD-F655-2EC5A243F3AB}"/>
              </a:ext>
            </a:extLst>
          </p:cNvPr>
          <p:cNvCxnSpPr>
            <a:cxnSpLocks/>
          </p:cNvCxnSpPr>
          <p:nvPr/>
        </p:nvCxnSpPr>
        <p:spPr bwMode="auto">
          <a:xfrm>
            <a:off x="9048922" y="3097310"/>
            <a:ext cx="43562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0D6920B4-6A1C-0020-3C73-BC98B6354706}"/>
              </a:ext>
            </a:extLst>
          </p:cNvPr>
          <p:cNvSpPr txBox="1"/>
          <p:nvPr/>
        </p:nvSpPr>
        <p:spPr>
          <a:xfrm>
            <a:off x="9567973" y="2959826"/>
            <a:ext cx="107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Request</a:t>
            </a:r>
            <a:endParaRPr lang="en-IN" sz="1400" dirty="0">
              <a:solidFill>
                <a:srgbClr val="000099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E38AB913-86CB-40AF-012A-133A9EFBA974}"/>
              </a:ext>
            </a:extLst>
          </p:cNvPr>
          <p:cNvCxnSpPr>
            <a:cxnSpLocks/>
          </p:cNvCxnSpPr>
          <p:nvPr/>
        </p:nvCxnSpPr>
        <p:spPr bwMode="auto">
          <a:xfrm>
            <a:off x="9048922" y="3504463"/>
            <a:ext cx="43562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82D1CB78-AC05-743A-75C4-BDC38CB73F28}"/>
              </a:ext>
            </a:extLst>
          </p:cNvPr>
          <p:cNvSpPr txBox="1"/>
          <p:nvPr/>
        </p:nvSpPr>
        <p:spPr>
          <a:xfrm>
            <a:off x="9567973" y="3350574"/>
            <a:ext cx="107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99"/>
                </a:solidFill>
                <a:effectLst/>
                <a:latin typeface="Arial" pitchFamily="34" charset="0"/>
                <a:cs typeface="Arial" pitchFamily="34" charset="0"/>
              </a:rPr>
              <a:t>Response</a:t>
            </a:r>
            <a:endParaRPr lang="en-IN" sz="1400" dirty="0">
              <a:solidFill>
                <a:srgbClr val="000099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6D48202-E2F5-FB13-7CC6-7A2F768DA24F}"/>
              </a:ext>
            </a:extLst>
          </p:cNvPr>
          <p:cNvSpPr txBox="1"/>
          <p:nvPr/>
        </p:nvSpPr>
        <p:spPr>
          <a:xfrm>
            <a:off x="1117333" y="869430"/>
            <a:ext cx="6677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IPC – Read &amp; Compare IMEI no: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760C659-2F5E-AA0A-2A4D-93B5C3717548}"/>
              </a:ext>
            </a:extLst>
          </p:cNvPr>
          <p:cNvSpPr txBox="1"/>
          <p:nvPr/>
        </p:nvSpPr>
        <p:spPr>
          <a:xfrm>
            <a:off x="1117333" y="2529619"/>
            <a:ext cx="14010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 File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A5B9EB3-6C87-25A7-D352-D664E5865A05}"/>
              </a:ext>
            </a:extLst>
          </p:cNvPr>
          <p:cNvSpPr txBox="1"/>
          <p:nvPr/>
        </p:nvSpPr>
        <p:spPr>
          <a:xfrm>
            <a:off x="1072556" y="4039010"/>
            <a:ext cx="19556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Report Logiq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B74DDCD-1292-7C7B-EDBB-8E602F5854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8075" y="4614501"/>
            <a:ext cx="9168086" cy="126006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325AA06-3353-D0FF-2D98-1CF6A22E37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8075" y="1350616"/>
            <a:ext cx="7681059" cy="86116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90C4193-16C6-ACD5-C6FE-31070F8C2C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8075" y="2983190"/>
            <a:ext cx="7752276" cy="63469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886908044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CFA291-6F37-B779-7B5E-1765564C6B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A9C5DF-9B96-7358-EC79-0176A46147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01150" y="6518583"/>
            <a:ext cx="2743200" cy="365125"/>
          </a:xfrm>
        </p:spPr>
        <p:txBody>
          <a:bodyPr/>
          <a:lstStyle/>
          <a:p>
            <a:fld id="{C5E635EA-281D-47C8-A0EC-B8A06226CB83}" type="slidenum">
              <a:rPr lang="en-IN" smtClean="0"/>
              <a:t>74</a:t>
            </a:fld>
            <a:endParaRPr lang="en-IN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A7F2CBA-E076-36F8-8838-6E7F131221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4433"/>
            <a:ext cx="10515600" cy="315910"/>
          </a:xfrm>
        </p:spPr>
        <p:txBody>
          <a:bodyPr/>
          <a:lstStyle/>
          <a:p>
            <a:r>
              <a:rPr lang="en-US" dirty="0"/>
              <a:t>Test Verification</a:t>
            </a:r>
            <a:endParaRPr lang="en-IN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883C0E6-CAF4-FCE1-3C32-9FA6689102EE}"/>
              </a:ext>
            </a:extLst>
          </p:cNvPr>
          <p:cNvCxnSpPr>
            <a:cxnSpLocks/>
          </p:cNvCxnSpPr>
          <p:nvPr/>
        </p:nvCxnSpPr>
        <p:spPr bwMode="auto">
          <a:xfrm>
            <a:off x="9118034" y="3126830"/>
            <a:ext cx="43562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AD032ACA-F8BF-4B55-0662-63EADBF0D162}"/>
              </a:ext>
            </a:extLst>
          </p:cNvPr>
          <p:cNvSpPr txBox="1"/>
          <p:nvPr/>
        </p:nvSpPr>
        <p:spPr>
          <a:xfrm>
            <a:off x="9637085" y="2955432"/>
            <a:ext cx="107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Request</a:t>
            </a:r>
            <a:endParaRPr lang="en-IN" sz="1400" dirty="0">
              <a:solidFill>
                <a:srgbClr val="000099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D9DE22FA-2342-0DA6-FC64-D59C0984C9FB}"/>
              </a:ext>
            </a:extLst>
          </p:cNvPr>
          <p:cNvCxnSpPr>
            <a:cxnSpLocks/>
          </p:cNvCxnSpPr>
          <p:nvPr/>
        </p:nvCxnSpPr>
        <p:spPr bwMode="auto">
          <a:xfrm>
            <a:off x="9118034" y="3429000"/>
            <a:ext cx="43562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1AFFFCAC-2E0C-17C3-7000-2167E4813AB4}"/>
              </a:ext>
            </a:extLst>
          </p:cNvPr>
          <p:cNvSpPr txBox="1"/>
          <p:nvPr/>
        </p:nvSpPr>
        <p:spPr>
          <a:xfrm>
            <a:off x="9637085" y="3275111"/>
            <a:ext cx="107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99"/>
                </a:solidFill>
                <a:effectLst/>
                <a:latin typeface="Arial" pitchFamily="34" charset="0"/>
                <a:cs typeface="Arial" pitchFamily="34" charset="0"/>
              </a:rPr>
              <a:t>Response</a:t>
            </a:r>
            <a:endParaRPr lang="en-IN" sz="1400" dirty="0">
              <a:solidFill>
                <a:srgbClr val="000099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427A338-17B9-414F-5F90-7B5F7DF716E8}"/>
              </a:ext>
            </a:extLst>
          </p:cNvPr>
          <p:cNvSpPr txBox="1"/>
          <p:nvPr/>
        </p:nvSpPr>
        <p:spPr>
          <a:xfrm>
            <a:off x="1117333" y="869430"/>
            <a:ext cx="6677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IPC – Read &amp; Compare ICCID 1: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9B42ED4-E737-83F1-1E07-8636FFC9BB9D}"/>
              </a:ext>
            </a:extLst>
          </p:cNvPr>
          <p:cNvSpPr txBox="1"/>
          <p:nvPr/>
        </p:nvSpPr>
        <p:spPr>
          <a:xfrm>
            <a:off x="1117333" y="2529619"/>
            <a:ext cx="14010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 File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292E33E-0EF4-A425-4AF6-AD7E01B026CE}"/>
              </a:ext>
            </a:extLst>
          </p:cNvPr>
          <p:cNvSpPr txBox="1"/>
          <p:nvPr/>
        </p:nvSpPr>
        <p:spPr>
          <a:xfrm>
            <a:off x="1072556" y="4039010"/>
            <a:ext cx="19556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Report Logiq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A6DB563-4EAE-BEC6-F3FE-727D1C80E6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8075" y="1288975"/>
            <a:ext cx="8087772" cy="77374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1813A25-9805-6136-30BD-3234F71A51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8075" y="2980434"/>
            <a:ext cx="7783719" cy="52402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D7AF6F9-4557-2E5D-7105-865846DECC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8074" y="4587646"/>
            <a:ext cx="8769647" cy="94778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25873091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D0B0DA-E369-2C61-1B8E-8B9E8DA24D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1E2BDA-BA37-87B6-2632-A577F639A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01150" y="6518583"/>
            <a:ext cx="2743200" cy="365125"/>
          </a:xfrm>
        </p:spPr>
        <p:txBody>
          <a:bodyPr/>
          <a:lstStyle/>
          <a:p>
            <a:fld id="{C5E635EA-281D-47C8-A0EC-B8A06226CB83}" type="slidenum">
              <a:rPr lang="en-IN" smtClean="0"/>
              <a:t>75</a:t>
            </a:fld>
            <a:endParaRPr lang="en-IN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803DAA6-8F6A-AC2D-27C8-526D12A49C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4433"/>
            <a:ext cx="10515600" cy="315910"/>
          </a:xfrm>
        </p:spPr>
        <p:txBody>
          <a:bodyPr/>
          <a:lstStyle/>
          <a:p>
            <a:r>
              <a:rPr lang="en-US" dirty="0"/>
              <a:t>Test Verification</a:t>
            </a:r>
            <a:endParaRPr lang="en-IN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43EBF92-990F-FCB2-AB1B-D0CC672F3B7C}"/>
              </a:ext>
            </a:extLst>
          </p:cNvPr>
          <p:cNvCxnSpPr>
            <a:cxnSpLocks/>
          </p:cNvCxnSpPr>
          <p:nvPr/>
        </p:nvCxnSpPr>
        <p:spPr bwMode="auto">
          <a:xfrm>
            <a:off x="9118034" y="3126830"/>
            <a:ext cx="43562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3FC5BF59-427E-0EC4-70EE-3FBA13FCEACF}"/>
              </a:ext>
            </a:extLst>
          </p:cNvPr>
          <p:cNvSpPr txBox="1"/>
          <p:nvPr/>
        </p:nvSpPr>
        <p:spPr>
          <a:xfrm>
            <a:off x="9637085" y="2955432"/>
            <a:ext cx="107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Request</a:t>
            </a:r>
            <a:endParaRPr lang="en-IN" sz="1400" dirty="0">
              <a:solidFill>
                <a:srgbClr val="000099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D05F7B98-FC44-1F0B-E23B-FCCD90B73F31}"/>
              </a:ext>
            </a:extLst>
          </p:cNvPr>
          <p:cNvCxnSpPr>
            <a:cxnSpLocks/>
          </p:cNvCxnSpPr>
          <p:nvPr/>
        </p:nvCxnSpPr>
        <p:spPr bwMode="auto">
          <a:xfrm>
            <a:off x="9118034" y="3429000"/>
            <a:ext cx="43562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8FBF1C5C-0A7D-B5BD-B78B-6CDFF0E9AB6C}"/>
              </a:ext>
            </a:extLst>
          </p:cNvPr>
          <p:cNvSpPr txBox="1"/>
          <p:nvPr/>
        </p:nvSpPr>
        <p:spPr>
          <a:xfrm>
            <a:off x="9637085" y="3275111"/>
            <a:ext cx="107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99"/>
                </a:solidFill>
                <a:effectLst/>
                <a:latin typeface="Arial" pitchFamily="34" charset="0"/>
                <a:cs typeface="Arial" pitchFamily="34" charset="0"/>
              </a:rPr>
              <a:t>Response</a:t>
            </a:r>
            <a:endParaRPr lang="en-IN" sz="1400" dirty="0">
              <a:solidFill>
                <a:srgbClr val="000099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7F4BB9A-5C07-E160-7C9D-70B8FB65B24D}"/>
              </a:ext>
            </a:extLst>
          </p:cNvPr>
          <p:cNvSpPr txBox="1"/>
          <p:nvPr/>
        </p:nvSpPr>
        <p:spPr>
          <a:xfrm>
            <a:off x="1117333" y="869430"/>
            <a:ext cx="6677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IPC – Read &amp; Compare ICCID 2: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C82B759-5134-F87F-B61D-95CB69F9774B}"/>
              </a:ext>
            </a:extLst>
          </p:cNvPr>
          <p:cNvSpPr txBox="1"/>
          <p:nvPr/>
        </p:nvSpPr>
        <p:spPr>
          <a:xfrm>
            <a:off x="1117333" y="2529619"/>
            <a:ext cx="14010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 File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05E1435-5C5D-EC3E-D3E5-3F1D91147AA4}"/>
              </a:ext>
            </a:extLst>
          </p:cNvPr>
          <p:cNvSpPr txBox="1"/>
          <p:nvPr/>
        </p:nvSpPr>
        <p:spPr>
          <a:xfrm>
            <a:off x="1072556" y="4039010"/>
            <a:ext cx="19556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Report Logiq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6D64AEF-6A62-D303-4610-8AA50AB056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8074" y="1358460"/>
            <a:ext cx="7174103" cy="77868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CDF1A10-5A17-EEF4-8C9C-B274D48794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8074" y="2999979"/>
            <a:ext cx="7772400" cy="52240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E7DED46-B490-0CD2-BB74-4FDEE1A127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8074" y="4529982"/>
            <a:ext cx="9275626" cy="99891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603131039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2F9627-D1D0-42F5-2971-A2D9E79EF3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9DF95F-CF93-A3F9-E3B1-3022D0D91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01150" y="6518583"/>
            <a:ext cx="2743200" cy="365125"/>
          </a:xfrm>
        </p:spPr>
        <p:txBody>
          <a:bodyPr/>
          <a:lstStyle/>
          <a:p>
            <a:fld id="{C5E635EA-281D-47C8-A0EC-B8A06226CB83}" type="slidenum">
              <a:rPr lang="en-IN" smtClean="0"/>
              <a:t>76</a:t>
            </a:fld>
            <a:endParaRPr lang="en-IN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BCC3F3A-093E-0F8C-CD4B-5A03740C3A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4433"/>
            <a:ext cx="10515600" cy="315910"/>
          </a:xfrm>
        </p:spPr>
        <p:txBody>
          <a:bodyPr/>
          <a:lstStyle/>
          <a:p>
            <a:r>
              <a:rPr lang="en-US" dirty="0"/>
              <a:t>Test Verification</a:t>
            </a:r>
            <a:endParaRPr lang="en-IN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9E5466C-CA2D-1079-B1DE-07A106D16DB9}"/>
              </a:ext>
            </a:extLst>
          </p:cNvPr>
          <p:cNvCxnSpPr>
            <a:cxnSpLocks/>
          </p:cNvCxnSpPr>
          <p:nvPr/>
        </p:nvCxnSpPr>
        <p:spPr bwMode="auto">
          <a:xfrm>
            <a:off x="6838604" y="3257732"/>
            <a:ext cx="43562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C397A43C-8C52-A979-5F14-6C5FCA270B72}"/>
              </a:ext>
            </a:extLst>
          </p:cNvPr>
          <p:cNvSpPr txBox="1"/>
          <p:nvPr/>
        </p:nvSpPr>
        <p:spPr>
          <a:xfrm>
            <a:off x="7274224" y="3103843"/>
            <a:ext cx="107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Request</a:t>
            </a:r>
            <a:endParaRPr lang="en-IN" sz="1400" dirty="0">
              <a:solidFill>
                <a:srgbClr val="000099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7633F49E-1A76-2B3A-BB7E-AA9D56A2EE8B}"/>
              </a:ext>
            </a:extLst>
          </p:cNvPr>
          <p:cNvCxnSpPr>
            <a:cxnSpLocks/>
          </p:cNvCxnSpPr>
          <p:nvPr/>
        </p:nvCxnSpPr>
        <p:spPr bwMode="auto">
          <a:xfrm>
            <a:off x="6838604" y="4458212"/>
            <a:ext cx="43562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C027F95D-552C-BC44-C17E-DA3C7F974944}"/>
              </a:ext>
            </a:extLst>
          </p:cNvPr>
          <p:cNvSpPr txBox="1"/>
          <p:nvPr/>
        </p:nvSpPr>
        <p:spPr>
          <a:xfrm>
            <a:off x="7274224" y="4304323"/>
            <a:ext cx="107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99"/>
                </a:solidFill>
                <a:effectLst/>
                <a:latin typeface="Arial" pitchFamily="34" charset="0"/>
                <a:cs typeface="Arial" pitchFamily="34" charset="0"/>
              </a:rPr>
              <a:t>Response</a:t>
            </a:r>
            <a:endParaRPr lang="en-IN" sz="1400" dirty="0">
              <a:solidFill>
                <a:srgbClr val="000099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6D4CC1D-FAB2-4517-016E-B35153674D20}"/>
              </a:ext>
            </a:extLst>
          </p:cNvPr>
          <p:cNvSpPr txBox="1"/>
          <p:nvPr/>
        </p:nvSpPr>
        <p:spPr>
          <a:xfrm>
            <a:off x="1117333" y="869430"/>
            <a:ext cx="6677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IPC – Read e-Sim Status: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9349422-8D78-006F-C047-AA7BA9A8F9BC}"/>
              </a:ext>
            </a:extLst>
          </p:cNvPr>
          <p:cNvSpPr txBox="1"/>
          <p:nvPr/>
        </p:nvSpPr>
        <p:spPr>
          <a:xfrm>
            <a:off x="1117333" y="2529619"/>
            <a:ext cx="14010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 File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9E1112B-1DB6-7CFF-5077-7E9DEF5357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5425" y="1258771"/>
            <a:ext cx="8028888" cy="85178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C8CA4B1-00CA-CF26-D906-DCA53D26FC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5425" y="3011893"/>
            <a:ext cx="5480710" cy="160020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564545274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06419B-3B88-3D4A-CBF4-CE81714D60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D42639-B6CB-D871-2615-629FA35392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01150" y="6518583"/>
            <a:ext cx="2743200" cy="365125"/>
          </a:xfrm>
        </p:spPr>
        <p:txBody>
          <a:bodyPr/>
          <a:lstStyle/>
          <a:p>
            <a:fld id="{C5E635EA-281D-47C8-A0EC-B8A06226CB83}" type="slidenum">
              <a:rPr lang="en-IN" smtClean="0"/>
              <a:t>77</a:t>
            </a:fld>
            <a:endParaRPr lang="en-IN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84810B9-8A3C-5767-0AEE-B2A64EB12B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4433"/>
            <a:ext cx="10515600" cy="315910"/>
          </a:xfrm>
        </p:spPr>
        <p:txBody>
          <a:bodyPr/>
          <a:lstStyle/>
          <a:p>
            <a:r>
              <a:rPr lang="en-US" dirty="0"/>
              <a:t>Test Verification</a:t>
            </a:r>
            <a:endParaRPr lang="en-IN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A58D521-A3FC-D550-3347-7132D78B9DDE}"/>
              </a:ext>
            </a:extLst>
          </p:cNvPr>
          <p:cNvCxnSpPr>
            <a:cxnSpLocks/>
          </p:cNvCxnSpPr>
          <p:nvPr/>
        </p:nvCxnSpPr>
        <p:spPr bwMode="auto">
          <a:xfrm>
            <a:off x="7237327" y="3350574"/>
            <a:ext cx="43562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E1C3916F-90ED-5D84-BB29-E32E00832712}"/>
              </a:ext>
            </a:extLst>
          </p:cNvPr>
          <p:cNvSpPr txBox="1"/>
          <p:nvPr/>
        </p:nvSpPr>
        <p:spPr>
          <a:xfrm>
            <a:off x="7746834" y="3196685"/>
            <a:ext cx="107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Request</a:t>
            </a:r>
            <a:endParaRPr lang="en-IN" sz="1400" dirty="0">
              <a:solidFill>
                <a:srgbClr val="000099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87DECB1-188D-3C70-24EB-0D070F0C2D08}"/>
              </a:ext>
            </a:extLst>
          </p:cNvPr>
          <p:cNvCxnSpPr>
            <a:cxnSpLocks/>
          </p:cNvCxnSpPr>
          <p:nvPr/>
        </p:nvCxnSpPr>
        <p:spPr bwMode="auto">
          <a:xfrm>
            <a:off x="7227783" y="3788435"/>
            <a:ext cx="43562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9B565281-540D-4265-203D-CBFE5ED12DE7}"/>
              </a:ext>
            </a:extLst>
          </p:cNvPr>
          <p:cNvSpPr txBox="1"/>
          <p:nvPr/>
        </p:nvSpPr>
        <p:spPr>
          <a:xfrm>
            <a:off x="7746834" y="3634546"/>
            <a:ext cx="107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99"/>
                </a:solidFill>
                <a:effectLst/>
                <a:latin typeface="Arial" pitchFamily="34" charset="0"/>
                <a:cs typeface="Arial" pitchFamily="34" charset="0"/>
              </a:rPr>
              <a:t>Response</a:t>
            </a:r>
            <a:endParaRPr lang="en-IN" sz="1400" dirty="0">
              <a:solidFill>
                <a:srgbClr val="000099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CD3037B-A5E0-6D4F-6E69-44534B707D2A}"/>
              </a:ext>
            </a:extLst>
          </p:cNvPr>
          <p:cNvSpPr txBox="1"/>
          <p:nvPr/>
        </p:nvSpPr>
        <p:spPr>
          <a:xfrm>
            <a:off x="1117333" y="869430"/>
            <a:ext cx="6677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IPC – Write ABS Variant in Cluster: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56BCBD8-67A5-CEF0-5D41-AF5699AD5A05}"/>
              </a:ext>
            </a:extLst>
          </p:cNvPr>
          <p:cNvSpPr txBox="1"/>
          <p:nvPr/>
        </p:nvSpPr>
        <p:spPr>
          <a:xfrm>
            <a:off x="1117333" y="2604569"/>
            <a:ext cx="14010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 File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BCF9FD6-6C2A-F956-EF26-E2B64D16A2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2022" y="1366063"/>
            <a:ext cx="8509396" cy="81848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15612EA-4E5F-F311-C44C-F171050080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2022" y="3123841"/>
            <a:ext cx="5923219" cy="81848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786148353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5FAC2D-3E9D-900F-579F-F24F3030DC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A1A0F0-F748-3597-4539-EDA05C5DD3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01150" y="6518583"/>
            <a:ext cx="2743200" cy="365125"/>
          </a:xfrm>
        </p:spPr>
        <p:txBody>
          <a:bodyPr/>
          <a:lstStyle/>
          <a:p>
            <a:fld id="{C5E635EA-281D-47C8-A0EC-B8A06226CB83}" type="slidenum">
              <a:rPr lang="en-IN" smtClean="0"/>
              <a:t>78</a:t>
            </a:fld>
            <a:endParaRPr lang="en-IN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D7422C0-D280-F6DA-05D1-83A6A9D076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4433"/>
            <a:ext cx="10515600" cy="315910"/>
          </a:xfrm>
        </p:spPr>
        <p:txBody>
          <a:bodyPr/>
          <a:lstStyle/>
          <a:p>
            <a:r>
              <a:rPr lang="en-US" dirty="0"/>
              <a:t>Test Verification</a:t>
            </a:r>
            <a:endParaRPr lang="en-IN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7FE1006-0FD5-338E-5804-40A0107DAFF5}"/>
              </a:ext>
            </a:extLst>
          </p:cNvPr>
          <p:cNvCxnSpPr>
            <a:cxnSpLocks/>
          </p:cNvCxnSpPr>
          <p:nvPr/>
        </p:nvCxnSpPr>
        <p:spPr bwMode="auto">
          <a:xfrm>
            <a:off x="7106950" y="3346702"/>
            <a:ext cx="43562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0108193C-EBB2-321B-8E64-D8613474BD3F}"/>
              </a:ext>
            </a:extLst>
          </p:cNvPr>
          <p:cNvSpPr txBox="1"/>
          <p:nvPr/>
        </p:nvSpPr>
        <p:spPr>
          <a:xfrm>
            <a:off x="7626001" y="3192813"/>
            <a:ext cx="107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Request</a:t>
            </a:r>
            <a:endParaRPr lang="en-IN" sz="1400" dirty="0">
              <a:solidFill>
                <a:srgbClr val="000099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869FFF3-9DF6-A3FC-CF96-BABDB383FC72}"/>
              </a:ext>
            </a:extLst>
          </p:cNvPr>
          <p:cNvCxnSpPr>
            <a:cxnSpLocks/>
          </p:cNvCxnSpPr>
          <p:nvPr/>
        </p:nvCxnSpPr>
        <p:spPr bwMode="auto">
          <a:xfrm>
            <a:off x="7097406" y="3817688"/>
            <a:ext cx="43562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31AEECD2-F08A-25F5-7778-5D01F3E23068}"/>
              </a:ext>
            </a:extLst>
          </p:cNvPr>
          <p:cNvSpPr txBox="1"/>
          <p:nvPr/>
        </p:nvSpPr>
        <p:spPr>
          <a:xfrm>
            <a:off x="7616457" y="3663799"/>
            <a:ext cx="107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99"/>
                </a:solidFill>
                <a:effectLst/>
                <a:latin typeface="Arial" pitchFamily="34" charset="0"/>
                <a:cs typeface="Arial" pitchFamily="34" charset="0"/>
              </a:rPr>
              <a:t>Response</a:t>
            </a:r>
            <a:endParaRPr lang="en-IN" sz="1400" dirty="0">
              <a:solidFill>
                <a:srgbClr val="000099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D0D5796-30DF-B7F3-590F-2F4D233FDC43}"/>
              </a:ext>
            </a:extLst>
          </p:cNvPr>
          <p:cNvSpPr txBox="1"/>
          <p:nvPr/>
        </p:nvSpPr>
        <p:spPr>
          <a:xfrm>
            <a:off x="1117333" y="869430"/>
            <a:ext cx="6677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IPC – Read Bluetooth Firmware Version: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5938433-5718-8D43-DCB7-91A2D9D80641}"/>
              </a:ext>
            </a:extLst>
          </p:cNvPr>
          <p:cNvSpPr txBox="1"/>
          <p:nvPr/>
        </p:nvSpPr>
        <p:spPr>
          <a:xfrm>
            <a:off x="1117333" y="2604569"/>
            <a:ext cx="14010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 File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23F1D40-CA14-1F06-8C3F-14205B84BDFE}"/>
              </a:ext>
            </a:extLst>
          </p:cNvPr>
          <p:cNvSpPr txBox="1"/>
          <p:nvPr/>
        </p:nvSpPr>
        <p:spPr>
          <a:xfrm>
            <a:off x="1117333" y="4339708"/>
            <a:ext cx="19556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Report Logiq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A14889E-EF0A-6E36-C764-08F6E96AE4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0892" y="1318879"/>
            <a:ext cx="8050478" cy="73932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27121E0-A1A1-D5FD-D635-75ED7DE61F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0892" y="3081654"/>
            <a:ext cx="5848052" cy="88992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48A2C65-94E0-FD9D-C8F1-33C1C91BDF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0891" y="4874287"/>
            <a:ext cx="8863853" cy="85676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43137628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4D80CC-D27F-F5BC-CB2E-B2DFDB43E1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15C35F-9566-296F-97FE-C02A09D392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01150" y="6518583"/>
            <a:ext cx="2743200" cy="365125"/>
          </a:xfrm>
        </p:spPr>
        <p:txBody>
          <a:bodyPr/>
          <a:lstStyle/>
          <a:p>
            <a:fld id="{C5E635EA-281D-47C8-A0EC-B8A06226CB83}" type="slidenum">
              <a:rPr lang="en-IN" smtClean="0"/>
              <a:t>79</a:t>
            </a:fld>
            <a:endParaRPr lang="en-IN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060E4F3-BE53-9DE1-1DC4-DA69F8BE75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4433"/>
            <a:ext cx="10515600" cy="315910"/>
          </a:xfrm>
        </p:spPr>
        <p:txBody>
          <a:bodyPr/>
          <a:lstStyle/>
          <a:p>
            <a:r>
              <a:rPr lang="en-US" dirty="0"/>
              <a:t>Test Verification</a:t>
            </a:r>
            <a:endParaRPr lang="en-IN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5E54371-8FDF-0470-57CC-361F2CEB42A8}"/>
              </a:ext>
            </a:extLst>
          </p:cNvPr>
          <p:cNvCxnSpPr>
            <a:cxnSpLocks/>
          </p:cNvCxnSpPr>
          <p:nvPr/>
        </p:nvCxnSpPr>
        <p:spPr bwMode="auto">
          <a:xfrm>
            <a:off x="7769667" y="3160309"/>
            <a:ext cx="43562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25E449F8-E596-F037-E7D3-503DF20A8AEC}"/>
              </a:ext>
            </a:extLst>
          </p:cNvPr>
          <p:cNvSpPr txBox="1"/>
          <p:nvPr/>
        </p:nvSpPr>
        <p:spPr>
          <a:xfrm>
            <a:off x="8288718" y="3006420"/>
            <a:ext cx="107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Request</a:t>
            </a:r>
            <a:endParaRPr lang="en-IN" sz="1400" dirty="0">
              <a:solidFill>
                <a:srgbClr val="000099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6D6D67A-CF12-7F76-D514-24C2B180BFC6}"/>
              </a:ext>
            </a:extLst>
          </p:cNvPr>
          <p:cNvCxnSpPr>
            <a:cxnSpLocks/>
          </p:cNvCxnSpPr>
          <p:nvPr/>
        </p:nvCxnSpPr>
        <p:spPr bwMode="auto">
          <a:xfrm>
            <a:off x="7760123" y="3631295"/>
            <a:ext cx="43562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92E3B24E-429C-DBB7-70EA-DEA6B6C15925}"/>
              </a:ext>
            </a:extLst>
          </p:cNvPr>
          <p:cNvSpPr txBox="1"/>
          <p:nvPr/>
        </p:nvSpPr>
        <p:spPr>
          <a:xfrm>
            <a:off x="8279174" y="3477406"/>
            <a:ext cx="107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99"/>
                </a:solidFill>
                <a:effectLst/>
                <a:latin typeface="Arial" pitchFamily="34" charset="0"/>
                <a:cs typeface="Arial" pitchFamily="34" charset="0"/>
              </a:rPr>
              <a:t>Response</a:t>
            </a:r>
            <a:endParaRPr lang="en-IN" sz="1400" dirty="0">
              <a:solidFill>
                <a:srgbClr val="000099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B17627A-B64C-52B0-3356-E6A2716AD954}"/>
              </a:ext>
            </a:extLst>
          </p:cNvPr>
          <p:cNvSpPr txBox="1"/>
          <p:nvPr/>
        </p:nvSpPr>
        <p:spPr>
          <a:xfrm>
            <a:off x="1117333" y="869430"/>
            <a:ext cx="6677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IPC – Read MAC ID of Bluetooth Chip: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590A00D-B7A9-A85E-D2DD-E6D2838E320B}"/>
              </a:ext>
            </a:extLst>
          </p:cNvPr>
          <p:cNvSpPr txBox="1"/>
          <p:nvPr/>
        </p:nvSpPr>
        <p:spPr>
          <a:xfrm>
            <a:off x="1117333" y="2581375"/>
            <a:ext cx="14010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 File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7E87932-9DA2-380B-B936-C67802C25B56}"/>
              </a:ext>
            </a:extLst>
          </p:cNvPr>
          <p:cNvSpPr txBox="1"/>
          <p:nvPr/>
        </p:nvSpPr>
        <p:spPr>
          <a:xfrm>
            <a:off x="1117333" y="4110550"/>
            <a:ext cx="19556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Report Logiq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574F3B4-B3F4-C442-72A8-91F9399722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2011" y="1339417"/>
            <a:ext cx="7905968" cy="86061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499B607-A434-AC8E-2B50-5E3E050EA2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2011" y="3051363"/>
            <a:ext cx="6450468" cy="74208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F44ECD3-603F-DE93-8E32-656B951009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2010" y="4591572"/>
            <a:ext cx="9548163" cy="97988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455219161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B19F89-03E5-685B-29C8-494BE68EBA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C81A2D-5DB0-06C2-3C91-D6D0A12F8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01150" y="6518583"/>
            <a:ext cx="2743200" cy="365125"/>
          </a:xfrm>
        </p:spPr>
        <p:txBody>
          <a:bodyPr/>
          <a:lstStyle/>
          <a:p>
            <a:fld id="{C5E635EA-281D-47C8-A0EC-B8A06226CB83}" type="slidenum">
              <a:rPr lang="en-IN" smtClean="0"/>
              <a:t>80</a:t>
            </a:fld>
            <a:endParaRPr lang="en-IN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5FA849C-D79D-52E8-D90F-CAF63C8EFF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4433"/>
            <a:ext cx="10515600" cy="315910"/>
          </a:xfrm>
        </p:spPr>
        <p:txBody>
          <a:bodyPr/>
          <a:lstStyle/>
          <a:p>
            <a:r>
              <a:rPr lang="en-US" dirty="0"/>
              <a:t>Test Verification</a:t>
            </a:r>
            <a:endParaRPr lang="en-IN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831C8DA-61C3-B425-14A6-B76EA3C6EF9B}"/>
              </a:ext>
            </a:extLst>
          </p:cNvPr>
          <p:cNvCxnSpPr>
            <a:cxnSpLocks/>
          </p:cNvCxnSpPr>
          <p:nvPr/>
        </p:nvCxnSpPr>
        <p:spPr bwMode="auto">
          <a:xfrm>
            <a:off x="5703314" y="2974963"/>
            <a:ext cx="43562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8FFE2BD3-8C83-08A6-BC64-89876322054B}"/>
              </a:ext>
            </a:extLst>
          </p:cNvPr>
          <p:cNvSpPr txBox="1"/>
          <p:nvPr/>
        </p:nvSpPr>
        <p:spPr>
          <a:xfrm>
            <a:off x="6222365" y="2837479"/>
            <a:ext cx="107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Request</a:t>
            </a:r>
            <a:endParaRPr lang="en-IN" sz="1400" dirty="0">
              <a:solidFill>
                <a:srgbClr val="000099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EE508495-B993-B5A6-B28B-B8455063B67A}"/>
              </a:ext>
            </a:extLst>
          </p:cNvPr>
          <p:cNvCxnSpPr>
            <a:cxnSpLocks/>
          </p:cNvCxnSpPr>
          <p:nvPr/>
        </p:nvCxnSpPr>
        <p:spPr bwMode="auto">
          <a:xfrm>
            <a:off x="5703314" y="3350574"/>
            <a:ext cx="43562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F1B38746-EADE-F60E-5112-4A6DDEE671E6}"/>
              </a:ext>
            </a:extLst>
          </p:cNvPr>
          <p:cNvSpPr txBox="1"/>
          <p:nvPr/>
        </p:nvSpPr>
        <p:spPr>
          <a:xfrm>
            <a:off x="6222365" y="3196685"/>
            <a:ext cx="107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99"/>
                </a:solidFill>
                <a:effectLst/>
                <a:latin typeface="Arial" pitchFamily="34" charset="0"/>
                <a:cs typeface="Arial" pitchFamily="34" charset="0"/>
              </a:rPr>
              <a:t>Response</a:t>
            </a:r>
            <a:endParaRPr lang="en-IN" sz="1400" dirty="0">
              <a:solidFill>
                <a:srgbClr val="000099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2F6958C-068F-6D6E-A6EA-7AD0218629BF}"/>
              </a:ext>
            </a:extLst>
          </p:cNvPr>
          <p:cNvSpPr txBox="1"/>
          <p:nvPr/>
        </p:nvSpPr>
        <p:spPr>
          <a:xfrm>
            <a:off x="1117333" y="869430"/>
            <a:ext cx="6677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IPC – Read Mode selection status (SET):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AC9A235-0544-776A-5593-86140B1F1AF8}"/>
              </a:ext>
            </a:extLst>
          </p:cNvPr>
          <p:cNvSpPr txBox="1"/>
          <p:nvPr/>
        </p:nvSpPr>
        <p:spPr>
          <a:xfrm>
            <a:off x="1117333" y="2418440"/>
            <a:ext cx="14010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 File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8B8066C-7B55-F159-95EA-A0AD1229CF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9211" y="1332084"/>
            <a:ext cx="6533796" cy="70363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082DD7D-B5E5-D1A8-DDC4-CAC2CDDCFD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9542" y="2837479"/>
            <a:ext cx="4466716" cy="123275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028368076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8A2EB8-432E-8DD7-D783-D1A75BAE7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5060E4-77C0-E14E-61CA-B8C338CF3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01150" y="6518583"/>
            <a:ext cx="2743200" cy="365125"/>
          </a:xfrm>
        </p:spPr>
        <p:txBody>
          <a:bodyPr/>
          <a:lstStyle/>
          <a:p>
            <a:fld id="{C5E635EA-281D-47C8-A0EC-B8A06226CB83}" type="slidenum">
              <a:rPr lang="en-IN" smtClean="0"/>
              <a:t>81</a:t>
            </a:fld>
            <a:endParaRPr lang="en-IN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F7C716D-C6B6-1475-4211-668E4B96F6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4433"/>
            <a:ext cx="10515600" cy="315910"/>
          </a:xfrm>
        </p:spPr>
        <p:txBody>
          <a:bodyPr/>
          <a:lstStyle/>
          <a:p>
            <a:r>
              <a:rPr lang="en-US" dirty="0"/>
              <a:t>Test Verification</a:t>
            </a:r>
            <a:endParaRPr lang="en-IN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3AB36A1-A613-3228-0F29-56D738B8A9B1}"/>
              </a:ext>
            </a:extLst>
          </p:cNvPr>
          <p:cNvCxnSpPr>
            <a:cxnSpLocks/>
          </p:cNvCxnSpPr>
          <p:nvPr/>
        </p:nvCxnSpPr>
        <p:spPr bwMode="auto">
          <a:xfrm>
            <a:off x="5756477" y="3032409"/>
            <a:ext cx="43562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AD6703A2-0CB0-6BCA-29E8-E0B2A59827C3}"/>
              </a:ext>
            </a:extLst>
          </p:cNvPr>
          <p:cNvSpPr txBox="1"/>
          <p:nvPr/>
        </p:nvSpPr>
        <p:spPr>
          <a:xfrm>
            <a:off x="6275528" y="2894925"/>
            <a:ext cx="107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Request</a:t>
            </a:r>
            <a:endParaRPr lang="en-IN" sz="1400" dirty="0">
              <a:solidFill>
                <a:srgbClr val="000099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D96319C-1401-1611-DB6E-49EB59CED1E7}"/>
              </a:ext>
            </a:extLst>
          </p:cNvPr>
          <p:cNvCxnSpPr>
            <a:cxnSpLocks/>
          </p:cNvCxnSpPr>
          <p:nvPr/>
        </p:nvCxnSpPr>
        <p:spPr bwMode="auto">
          <a:xfrm>
            <a:off x="5756477" y="3408020"/>
            <a:ext cx="43562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E3CEA72E-BCFA-FEB8-7375-8F84659D8E34}"/>
              </a:ext>
            </a:extLst>
          </p:cNvPr>
          <p:cNvSpPr txBox="1"/>
          <p:nvPr/>
        </p:nvSpPr>
        <p:spPr>
          <a:xfrm>
            <a:off x="6275528" y="3254131"/>
            <a:ext cx="107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99"/>
                </a:solidFill>
                <a:effectLst/>
                <a:latin typeface="Arial" pitchFamily="34" charset="0"/>
                <a:cs typeface="Arial" pitchFamily="34" charset="0"/>
              </a:rPr>
              <a:t>Response</a:t>
            </a:r>
            <a:endParaRPr lang="en-IN" sz="1400" dirty="0">
              <a:solidFill>
                <a:srgbClr val="000099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65EECCA-EF23-484B-27B6-1412C9DAA4F7}"/>
              </a:ext>
            </a:extLst>
          </p:cNvPr>
          <p:cNvSpPr txBox="1"/>
          <p:nvPr/>
        </p:nvSpPr>
        <p:spPr>
          <a:xfrm>
            <a:off x="1117333" y="869430"/>
            <a:ext cx="6677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IPC – Read Mode selection status (BACK):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E0CE740-99EB-37A5-9E7C-36CBBEE36C98}"/>
              </a:ext>
            </a:extLst>
          </p:cNvPr>
          <p:cNvSpPr txBox="1"/>
          <p:nvPr/>
        </p:nvSpPr>
        <p:spPr>
          <a:xfrm>
            <a:off x="1117333" y="2418440"/>
            <a:ext cx="14010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 File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A6B2A81-6A82-58F4-FB97-79ABE8AE00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9542" y="1302795"/>
            <a:ext cx="7951335" cy="80406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CD0B3BF-8076-5E41-F235-20CE3C962C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9542" y="2888065"/>
            <a:ext cx="4516628" cy="66852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739990365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21DB65-5E59-7546-835B-E52BAA1D20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7CEDDD-5DFA-07BA-DFC0-500A02B7C9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01150" y="6518583"/>
            <a:ext cx="2743200" cy="365125"/>
          </a:xfrm>
        </p:spPr>
        <p:txBody>
          <a:bodyPr/>
          <a:lstStyle/>
          <a:p>
            <a:fld id="{C5E635EA-281D-47C8-A0EC-B8A06226CB83}" type="slidenum">
              <a:rPr lang="en-IN" smtClean="0"/>
              <a:t>82</a:t>
            </a:fld>
            <a:endParaRPr lang="en-IN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E1275F4-A1B6-7125-62DA-C3876142CB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4433"/>
            <a:ext cx="10515600" cy="315910"/>
          </a:xfrm>
        </p:spPr>
        <p:txBody>
          <a:bodyPr/>
          <a:lstStyle/>
          <a:p>
            <a:r>
              <a:rPr lang="en-US" dirty="0"/>
              <a:t>Test Verification</a:t>
            </a:r>
            <a:endParaRPr lang="en-IN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CC6B9F2-A4B6-C8AB-D5A5-D6CD652677DF}"/>
              </a:ext>
            </a:extLst>
          </p:cNvPr>
          <p:cNvCxnSpPr>
            <a:cxnSpLocks/>
          </p:cNvCxnSpPr>
          <p:nvPr/>
        </p:nvCxnSpPr>
        <p:spPr bwMode="auto">
          <a:xfrm>
            <a:off x="5777741" y="3032409"/>
            <a:ext cx="43562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7E3F9963-0451-8561-60DC-BD38B9D707B7}"/>
              </a:ext>
            </a:extLst>
          </p:cNvPr>
          <p:cNvSpPr txBox="1"/>
          <p:nvPr/>
        </p:nvSpPr>
        <p:spPr>
          <a:xfrm>
            <a:off x="6296792" y="2894925"/>
            <a:ext cx="107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Request</a:t>
            </a:r>
            <a:endParaRPr lang="en-IN" sz="1400" dirty="0">
              <a:solidFill>
                <a:srgbClr val="000099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038A7EB-7924-323F-39B6-3B5ABC9396D7}"/>
              </a:ext>
            </a:extLst>
          </p:cNvPr>
          <p:cNvCxnSpPr>
            <a:cxnSpLocks/>
          </p:cNvCxnSpPr>
          <p:nvPr/>
        </p:nvCxnSpPr>
        <p:spPr bwMode="auto">
          <a:xfrm>
            <a:off x="5777741" y="3408020"/>
            <a:ext cx="43562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94155166-3BBD-A255-4085-A048E2173FAB}"/>
              </a:ext>
            </a:extLst>
          </p:cNvPr>
          <p:cNvSpPr txBox="1"/>
          <p:nvPr/>
        </p:nvSpPr>
        <p:spPr>
          <a:xfrm>
            <a:off x="6296792" y="3254131"/>
            <a:ext cx="107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99"/>
                </a:solidFill>
                <a:effectLst/>
                <a:latin typeface="Arial" pitchFamily="34" charset="0"/>
                <a:cs typeface="Arial" pitchFamily="34" charset="0"/>
              </a:rPr>
              <a:t>Response</a:t>
            </a:r>
            <a:endParaRPr lang="en-IN" sz="1400" dirty="0">
              <a:solidFill>
                <a:srgbClr val="000099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8D8693B-49C1-1359-EF7F-A7BEB4859A94}"/>
              </a:ext>
            </a:extLst>
          </p:cNvPr>
          <p:cNvSpPr txBox="1"/>
          <p:nvPr/>
        </p:nvSpPr>
        <p:spPr>
          <a:xfrm>
            <a:off x="1117333" y="869430"/>
            <a:ext cx="6677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IPC – Read Mode selection status (UP):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90A9E6E-2356-879C-090B-6ED8238DCE8E}"/>
              </a:ext>
            </a:extLst>
          </p:cNvPr>
          <p:cNvSpPr txBox="1"/>
          <p:nvPr/>
        </p:nvSpPr>
        <p:spPr>
          <a:xfrm>
            <a:off x="1117333" y="2418440"/>
            <a:ext cx="14010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 File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4B67BEB-E0A9-2E4C-2EB5-8F763923DD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9542" y="1276122"/>
            <a:ext cx="8058552" cy="87038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3E02928-ACAA-A1AD-9862-1E21A01D96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9541" y="2894924"/>
            <a:ext cx="4563235" cy="129429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220329927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4E046E-81A6-CAFA-77C4-D8ED9F9231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AA71F2-8E54-713A-D5BA-D7350DA47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01150" y="6518583"/>
            <a:ext cx="2743200" cy="365125"/>
          </a:xfrm>
        </p:spPr>
        <p:txBody>
          <a:bodyPr/>
          <a:lstStyle/>
          <a:p>
            <a:fld id="{C5E635EA-281D-47C8-A0EC-B8A06226CB83}" type="slidenum">
              <a:rPr lang="en-IN" smtClean="0"/>
              <a:t>83</a:t>
            </a:fld>
            <a:endParaRPr lang="en-IN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8EE9FA1-3E6A-DFBF-9D98-C555C4F570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4433"/>
            <a:ext cx="10515600" cy="315910"/>
          </a:xfrm>
        </p:spPr>
        <p:txBody>
          <a:bodyPr/>
          <a:lstStyle/>
          <a:p>
            <a:r>
              <a:rPr lang="en-US" dirty="0"/>
              <a:t>Test Verification</a:t>
            </a:r>
            <a:endParaRPr lang="en-IN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12A7EDD-75FE-9B1E-D266-C867CBAB4553}"/>
              </a:ext>
            </a:extLst>
          </p:cNvPr>
          <p:cNvCxnSpPr>
            <a:cxnSpLocks/>
          </p:cNvCxnSpPr>
          <p:nvPr/>
        </p:nvCxnSpPr>
        <p:spPr bwMode="auto">
          <a:xfrm>
            <a:off x="5889378" y="3032409"/>
            <a:ext cx="43562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0F10A9C1-43FB-D306-3596-2A66C5573A81}"/>
              </a:ext>
            </a:extLst>
          </p:cNvPr>
          <p:cNvSpPr txBox="1"/>
          <p:nvPr/>
        </p:nvSpPr>
        <p:spPr>
          <a:xfrm>
            <a:off x="6408429" y="2894925"/>
            <a:ext cx="107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Request</a:t>
            </a:r>
            <a:endParaRPr lang="en-IN" sz="1400" dirty="0">
              <a:solidFill>
                <a:srgbClr val="000099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4F1C9E85-A19B-2158-A39C-BBB09BC7ACBA}"/>
              </a:ext>
            </a:extLst>
          </p:cNvPr>
          <p:cNvCxnSpPr>
            <a:cxnSpLocks/>
          </p:cNvCxnSpPr>
          <p:nvPr/>
        </p:nvCxnSpPr>
        <p:spPr bwMode="auto">
          <a:xfrm>
            <a:off x="5889378" y="3408020"/>
            <a:ext cx="43562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EA4C9B93-11D5-274A-A287-C344C1CB70E6}"/>
              </a:ext>
            </a:extLst>
          </p:cNvPr>
          <p:cNvSpPr txBox="1"/>
          <p:nvPr/>
        </p:nvSpPr>
        <p:spPr>
          <a:xfrm>
            <a:off x="6408429" y="3254131"/>
            <a:ext cx="107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99"/>
                </a:solidFill>
                <a:effectLst/>
                <a:latin typeface="Arial" pitchFamily="34" charset="0"/>
                <a:cs typeface="Arial" pitchFamily="34" charset="0"/>
              </a:rPr>
              <a:t>Response</a:t>
            </a:r>
            <a:endParaRPr lang="en-IN" sz="1400" dirty="0">
              <a:solidFill>
                <a:srgbClr val="000099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780E855-6C5F-DBCD-8E8A-D9258906752E}"/>
              </a:ext>
            </a:extLst>
          </p:cNvPr>
          <p:cNvSpPr txBox="1"/>
          <p:nvPr/>
        </p:nvSpPr>
        <p:spPr>
          <a:xfrm>
            <a:off x="1117333" y="869430"/>
            <a:ext cx="6677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IPC – Read Mode selection status (DOWN):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375DA88-0C60-5330-08C2-9A8F4C73336F}"/>
              </a:ext>
            </a:extLst>
          </p:cNvPr>
          <p:cNvSpPr txBox="1"/>
          <p:nvPr/>
        </p:nvSpPr>
        <p:spPr>
          <a:xfrm>
            <a:off x="1117333" y="2418440"/>
            <a:ext cx="14010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 File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BBD25F2-E233-1807-ACE2-14E610CF0A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9541" y="1290191"/>
            <a:ext cx="7435960" cy="89839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6FC74EA-E054-A142-1605-F9D2865471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9540" y="2848777"/>
            <a:ext cx="4669279" cy="71312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702174430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CF3478-A2AE-1D11-A400-5DE043D0A0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F6CF37-C03D-4CD2-A6A7-B36EBD3BF8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01150" y="6518583"/>
            <a:ext cx="2743200" cy="365125"/>
          </a:xfrm>
        </p:spPr>
        <p:txBody>
          <a:bodyPr/>
          <a:lstStyle/>
          <a:p>
            <a:fld id="{C5E635EA-281D-47C8-A0EC-B8A06226CB83}" type="slidenum">
              <a:rPr lang="en-IN" smtClean="0"/>
              <a:t>84</a:t>
            </a:fld>
            <a:endParaRPr lang="en-IN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36666B4-555F-8747-4790-FF9C6600E6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4433"/>
            <a:ext cx="10515600" cy="315910"/>
          </a:xfrm>
        </p:spPr>
        <p:txBody>
          <a:bodyPr/>
          <a:lstStyle/>
          <a:p>
            <a:r>
              <a:rPr lang="en-US" dirty="0"/>
              <a:t>Test Verification</a:t>
            </a:r>
            <a:endParaRPr lang="en-IN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B5ADE5B-E6BB-A27E-477D-1F4D8208EBCA}"/>
              </a:ext>
            </a:extLst>
          </p:cNvPr>
          <p:cNvCxnSpPr>
            <a:cxnSpLocks/>
          </p:cNvCxnSpPr>
          <p:nvPr/>
        </p:nvCxnSpPr>
        <p:spPr bwMode="auto">
          <a:xfrm>
            <a:off x="5889378" y="3032409"/>
            <a:ext cx="43562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DF30C528-0C45-C79F-ABB8-B58A3038FB90}"/>
              </a:ext>
            </a:extLst>
          </p:cNvPr>
          <p:cNvSpPr txBox="1"/>
          <p:nvPr/>
        </p:nvSpPr>
        <p:spPr>
          <a:xfrm>
            <a:off x="6408429" y="2894925"/>
            <a:ext cx="107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Request</a:t>
            </a:r>
            <a:endParaRPr lang="en-IN" sz="1400" dirty="0">
              <a:solidFill>
                <a:srgbClr val="000099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6D4E7B3-4CD0-D364-2B54-DF1B13CD4AD3}"/>
              </a:ext>
            </a:extLst>
          </p:cNvPr>
          <p:cNvCxnSpPr>
            <a:cxnSpLocks/>
          </p:cNvCxnSpPr>
          <p:nvPr/>
        </p:nvCxnSpPr>
        <p:spPr bwMode="auto">
          <a:xfrm>
            <a:off x="5889378" y="3408020"/>
            <a:ext cx="43562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9F44738D-8445-BABA-4FCB-4BF40B14B28B}"/>
              </a:ext>
            </a:extLst>
          </p:cNvPr>
          <p:cNvSpPr txBox="1"/>
          <p:nvPr/>
        </p:nvSpPr>
        <p:spPr>
          <a:xfrm>
            <a:off x="6408429" y="3254131"/>
            <a:ext cx="107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99"/>
                </a:solidFill>
                <a:effectLst/>
                <a:latin typeface="Arial" pitchFamily="34" charset="0"/>
                <a:cs typeface="Arial" pitchFamily="34" charset="0"/>
              </a:rPr>
              <a:t>Response</a:t>
            </a:r>
            <a:endParaRPr lang="en-IN" sz="1400" dirty="0">
              <a:solidFill>
                <a:srgbClr val="000099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D930F45-C4FC-8670-BC9D-83CF113BE136}"/>
              </a:ext>
            </a:extLst>
          </p:cNvPr>
          <p:cNvSpPr txBox="1"/>
          <p:nvPr/>
        </p:nvSpPr>
        <p:spPr>
          <a:xfrm>
            <a:off x="1117333" y="869430"/>
            <a:ext cx="6677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IPC – Read Cruise SET button status: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D6754F8-A100-BCCD-38A1-C27D2495A8CD}"/>
              </a:ext>
            </a:extLst>
          </p:cNvPr>
          <p:cNvSpPr txBox="1"/>
          <p:nvPr/>
        </p:nvSpPr>
        <p:spPr>
          <a:xfrm>
            <a:off x="1117333" y="2418440"/>
            <a:ext cx="14010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 File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4511FAD-6381-7FC0-70CB-AF32F9A231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9540" y="1269191"/>
            <a:ext cx="7925116" cy="71312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E7151F5-0D1D-7EB2-8ABE-594E635873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481" y="2894924"/>
            <a:ext cx="4585504" cy="66698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205490725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7FE137-657C-8E3A-DB8A-01E4A079D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CB85B7-3303-A369-7422-544790640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01150" y="6518583"/>
            <a:ext cx="2743200" cy="365125"/>
          </a:xfrm>
        </p:spPr>
        <p:txBody>
          <a:bodyPr/>
          <a:lstStyle/>
          <a:p>
            <a:fld id="{C5E635EA-281D-47C8-A0EC-B8A06226CB83}" type="slidenum">
              <a:rPr lang="en-IN" smtClean="0"/>
              <a:t>85</a:t>
            </a:fld>
            <a:endParaRPr lang="en-IN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E975475-B39A-32D8-4E76-E8D51411CB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4433"/>
            <a:ext cx="10515600" cy="315910"/>
          </a:xfrm>
        </p:spPr>
        <p:txBody>
          <a:bodyPr/>
          <a:lstStyle/>
          <a:p>
            <a:r>
              <a:rPr lang="en-US" dirty="0"/>
              <a:t>Test Verification</a:t>
            </a:r>
            <a:endParaRPr lang="en-IN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D089288-9785-75C4-FF8E-574F9BFF8E08}"/>
              </a:ext>
            </a:extLst>
          </p:cNvPr>
          <p:cNvCxnSpPr>
            <a:cxnSpLocks/>
          </p:cNvCxnSpPr>
          <p:nvPr/>
        </p:nvCxnSpPr>
        <p:spPr bwMode="auto">
          <a:xfrm>
            <a:off x="6261518" y="3133416"/>
            <a:ext cx="43562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5D3840BE-1B8C-9866-7E0A-83404347E434}"/>
              </a:ext>
            </a:extLst>
          </p:cNvPr>
          <p:cNvSpPr txBox="1"/>
          <p:nvPr/>
        </p:nvSpPr>
        <p:spPr>
          <a:xfrm>
            <a:off x="6780569" y="2995932"/>
            <a:ext cx="107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Request</a:t>
            </a:r>
            <a:endParaRPr lang="en-IN" sz="1400" dirty="0">
              <a:solidFill>
                <a:srgbClr val="000099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7B7F1D6D-B3F3-91B4-5366-D94917A989D1}"/>
              </a:ext>
            </a:extLst>
          </p:cNvPr>
          <p:cNvCxnSpPr>
            <a:cxnSpLocks/>
          </p:cNvCxnSpPr>
          <p:nvPr/>
        </p:nvCxnSpPr>
        <p:spPr bwMode="auto">
          <a:xfrm>
            <a:off x="6261518" y="3509027"/>
            <a:ext cx="43562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86F1648A-C899-12FA-375F-98516A17ABA4}"/>
              </a:ext>
            </a:extLst>
          </p:cNvPr>
          <p:cNvSpPr txBox="1"/>
          <p:nvPr/>
        </p:nvSpPr>
        <p:spPr>
          <a:xfrm>
            <a:off x="6780569" y="3355138"/>
            <a:ext cx="107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99"/>
                </a:solidFill>
                <a:effectLst/>
                <a:latin typeface="Arial" pitchFamily="34" charset="0"/>
                <a:cs typeface="Arial" pitchFamily="34" charset="0"/>
              </a:rPr>
              <a:t>Response</a:t>
            </a:r>
            <a:endParaRPr lang="en-IN" sz="1400" dirty="0">
              <a:solidFill>
                <a:srgbClr val="000099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87CA4D6-0998-4CEC-4CC4-09B98647FA49}"/>
              </a:ext>
            </a:extLst>
          </p:cNvPr>
          <p:cNvSpPr txBox="1"/>
          <p:nvPr/>
        </p:nvSpPr>
        <p:spPr>
          <a:xfrm>
            <a:off x="1117333" y="869430"/>
            <a:ext cx="6677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IPC – Read Cruise RESET button status: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722A6FB-5EA3-27BA-B7C5-0C6EA9D54C02}"/>
              </a:ext>
            </a:extLst>
          </p:cNvPr>
          <p:cNvSpPr txBox="1"/>
          <p:nvPr/>
        </p:nvSpPr>
        <p:spPr>
          <a:xfrm>
            <a:off x="1117333" y="2418440"/>
            <a:ext cx="14010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 File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A173306-AA79-0357-25B2-80008036D2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481" y="1319081"/>
            <a:ext cx="7927213" cy="82741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A94EFD8-4F07-2A0E-E2C3-A6A726B9AB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481" y="2894924"/>
            <a:ext cx="4955366" cy="76799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898942112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5C92C1-55AF-6B26-1DA5-FA9FDE93D2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F12042-C9DD-0D29-C037-7F7DA2C11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01150" y="6518583"/>
            <a:ext cx="2743200" cy="365125"/>
          </a:xfrm>
        </p:spPr>
        <p:txBody>
          <a:bodyPr/>
          <a:lstStyle/>
          <a:p>
            <a:fld id="{C5E635EA-281D-47C8-A0EC-B8A06226CB83}" type="slidenum">
              <a:rPr lang="en-IN" smtClean="0"/>
              <a:t>86</a:t>
            </a:fld>
            <a:endParaRPr lang="en-IN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AEBA1AA-272A-7CAA-6035-8DE672C42D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4433"/>
            <a:ext cx="10515600" cy="315910"/>
          </a:xfrm>
        </p:spPr>
        <p:txBody>
          <a:bodyPr/>
          <a:lstStyle/>
          <a:p>
            <a:r>
              <a:rPr lang="en-US" dirty="0"/>
              <a:t>Test Verification</a:t>
            </a:r>
            <a:endParaRPr lang="en-IN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009526F-8A4F-ED53-95E4-6EC42AB0E5A1}"/>
              </a:ext>
            </a:extLst>
          </p:cNvPr>
          <p:cNvCxnSpPr>
            <a:cxnSpLocks/>
          </p:cNvCxnSpPr>
          <p:nvPr/>
        </p:nvCxnSpPr>
        <p:spPr bwMode="auto">
          <a:xfrm>
            <a:off x="6740095" y="3133415"/>
            <a:ext cx="43562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3EE73466-CE4B-1D4E-E0E5-728737760B2C}"/>
              </a:ext>
            </a:extLst>
          </p:cNvPr>
          <p:cNvSpPr txBox="1"/>
          <p:nvPr/>
        </p:nvSpPr>
        <p:spPr>
          <a:xfrm>
            <a:off x="7259146" y="2995931"/>
            <a:ext cx="107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Request</a:t>
            </a:r>
            <a:endParaRPr lang="en-IN" sz="1400" dirty="0">
              <a:solidFill>
                <a:srgbClr val="000099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4EB38D6-4E93-4923-1D80-27D4F9CBBD8E}"/>
              </a:ext>
            </a:extLst>
          </p:cNvPr>
          <p:cNvCxnSpPr>
            <a:cxnSpLocks/>
          </p:cNvCxnSpPr>
          <p:nvPr/>
        </p:nvCxnSpPr>
        <p:spPr bwMode="auto">
          <a:xfrm>
            <a:off x="6740095" y="3509026"/>
            <a:ext cx="43562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BA651DD8-DD85-8145-E553-5320011A83AC}"/>
              </a:ext>
            </a:extLst>
          </p:cNvPr>
          <p:cNvSpPr txBox="1"/>
          <p:nvPr/>
        </p:nvSpPr>
        <p:spPr>
          <a:xfrm>
            <a:off x="7259146" y="3355137"/>
            <a:ext cx="107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99"/>
                </a:solidFill>
                <a:effectLst/>
                <a:latin typeface="Arial" pitchFamily="34" charset="0"/>
                <a:cs typeface="Arial" pitchFamily="34" charset="0"/>
              </a:rPr>
              <a:t>Response</a:t>
            </a:r>
            <a:endParaRPr lang="en-IN" sz="1400" dirty="0">
              <a:solidFill>
                <a:srgbClr val="000099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323039A-3A97-DC8A-D817-E04EDD2F9793}"/>
              </a:ext>
            </a:extLst>
          </p:cNvPr>
          <p:cNvSpPr txBox="1"/>
          <p:nvPr/>
        </p:nvSpPr>
        <p:spPr>
          <a:xfrm>
            <a:off x="1117333" y="869430"/>
            <a:ext cx="6677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IPC – Read Cruise ON/OFF button status: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494708C-29C2-5B95-BD1E-45C7C421BF3B}"/>
              </a:ext>
            </a:extLst>
          </p:cNvPr>
          <p:cNvSpPr txBox="1"/>
          <p:nvPr/>
        </p:nvSpPr>
        <p:spPr>
          <a:xfrm>
            <a:off x="1117333" y="2418440"/>
            <a:ext cx="14010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 File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26B06B8-7865-B4AA-0264-D5304AE893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481" y="1288605"/>
            <a:ext cx="7976362" cy="69968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590E652-798D-EE8C-83DD-DEA430F1CB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481" y="2878329"/>
            <a:ext cx="5512214" cy="78458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33203971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2D9FED-8CA3-DE2D-3E69-5171D09FD4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7423E3-CB6E-1E8B-F974-A158A6ACA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01150" y="6518583"/>
            <a:ext cx="2743200" cy="365125"/>
          </a:xfrm>
        </p:spPr>
        <p:txBody>
          <a:bodyPr/>
          <a:lstStyle/>
          <a:p>
            <a:fld id="{C5E635EA-281D-47C8-A0EC-B8A06226CB83}" type="slidenum">
              <a:rPr lang="en-IN" smtClean="0"/>
              <a:t>87</a:t>
            </a:fld>
            <a:endParaRPr lang="en-IN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D9DF990-A86F-53AD-CCA3-5C2E5BFC36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4433"/>
            <a:ext cx="10515600" cy="315910"/>
          </a:xfrm>
        </p:spPr>
        <p:txBody>
          <a:bodyPr/>
          <a:lstStyle/>
          <a:p>
            <a:r>
              <a:rPr lang="en-US" dirty="0"/>
              <a:t>Test Verification</a:t>
            </a:r>
            <a:endParaRPr lang="en-IN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4F3BAA4-B2A2-719B-F60D-A98AFEFFCF27}"/>
              </a:ext>
            </a:extLst>
          </p:cNvPr>
          <p:cNvCxnSpPr>
            <a:cxnSpLocks/>
          </p:cNvCxnSpPr>
          <p:nvPr/>
        </p:nvCxnSpPr>
        <p:spPr bwMode="auto">
          <a:xfrm>
            <a:off x="6841104" y="3053389"/>
            <a:ext cx="43562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4382DBA1-04ED-12AA-E769-01716BD73CEA}"/>
              </a:ext>
            </a:extLst>
          </p:cNvPr>
          <p:cNvSpPr txBox="1"/>
          <p:nvPr/>
        </p:nvSpPr>
        <p:spPr>
          <a:xfrm>
            <a:off x="7360155" y="2915905"/>
            <a:ext cx="107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Request</a:t>
            </a:r>
            <a:endParaRPr lang="en-IN" sz="1400" dirty="0">
              <a:solidFill>
                <a:srgbClr val="000099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1E451BC9-460A-F00D-A468-CB386DB10822}"/>
              </a:ext>
            </a:extLst>
          </p:cNvPr>
          <p:cNvCxnSpPr>
            <a:cxnSpLocks/>
          </p:cNvCxnSpPr>
          <p:nvPr/>
        </p:nvCxnSpPr>
        <p:spPr bwMode="auto">
          <a:xfrm>
            <a:off x="6841104" y="3429000"/>
            <a:ext cx="43562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8AD83E61-20AD-B2DB-951C-33ADF143682F}"/>
              </a:ext>
            </a:extLst>
          </p:cNvPr>
          <p:cNvSpPr txBox="1"/>
          <p:nvPr/>
        </p:nvSpPr>
        <p:spPr>
          <a:xfrm>
            <a:off x="7360155" y="3275111"/>
            <a:ext cx="107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99"/>
                </a:solidFill>
                <a:effectLst/>
                <a:latin typeface="Arial" pitchFamily="34" charset="0"/>
                <a:cs typeface="Arial" pitchFamily="34" charset="0"/>
              </a:rPr>
              <a:t>Response</a:t>
            </a:r>
            <a:endParaRPr lang="en-IN" sz="1400" dirty="0">
              <a:solidFill>
                <a:srgbClr val="000099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3636D25-838C-20F2-7856-6F78B4699FFE}"/>
              </a:ext>
            </a:extLst>
          </p:cNvPr>
          <p:cNvSpPr txBox="1"/>
          <p:nvPr/>
        </p:nvSpPr>
        <p:spPr>
          <a:xfrm>
            <a:off x="1117333" y="869430"/>
            <a:ext cx="6677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IPC – Read Traction control button status: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9E16347-15D2-8CF3-EEF3-DC67DFB554AE}"/>
              </a:ext>
            </a:extLst>
          </p:cNvPr>
          <p:cNvSpPr txBox="1"/>
          <p:nvPr/>
        </p:nvSpPr>
        <p:spPr>
          <a:xfrm>
            <a:off x="1117333" y="2418440"/>
            <a:ext cx="14010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 File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B9D9D9F-E9EF-E1CA-B9BB-0A2A4385BB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6326" y="1329319"/>
            <a:ext cx="8206345" cy="86457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9E5B2CC-2A41-BEDD-2471-2772A027B3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6326" y="2857448"/>
            <a:ext cx="5539169" cy="160291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455719248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E9D118-0D16-3626-D94C-26E5AF252E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A1435E-09C9-F4F0-E7DC-CD1BC4753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01150" y="6518583"/>
            <a:ext cx="2743200" cy="365125"/>
          </a:xfrm>
        </p:spPr>
        <p:txBody>
          <a:bodyPr/>
          <a:lstStyle/>
          <a:p>
            <a:fld id="{C5E635EA-281D-47C8-A0EC-B8A06226CB83}" type="slidenum">
              <a:rPr lang="en-IN" smtClean="0"/>
              <a:t>88</a:t>
            </a:fld>
            <a:endParaRPr lang="en-IN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AAFA622-7FAD-7293-92BD-2523F86665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4433"/>
            <a:ext cx="10515600" cy="315910"/>
          </a:xfrm>
        </p:spPr>
        <p:txBody>
          <a:bodyPr/>
          <a:lstStyle/>
          <a:p>
            <a:r>
              <a:rPr lang="en-US" dirty="0"/>
              <a:t>Test Verification</a:t>
            </a:r>
            <a:endParaRPr lang="en-IN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87407D0-0D94-EC75-5391-94BBDFD7E6C7}"/>
              </a:ext>
            </a:extLst>
          </p:cNvPr>
          <p:cNvCxnSpPr>
            <a:cxnSpLocks/>
          </p:cNvCxnSpPr>
          <p:nvPr/>
        </p:nvCxnSpPr>
        <p:spPr bwMode="auto">
          <a:xfrm>
            <a:off x="6325425" y="2977383"/>
            <a:ext cx="43562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20FFAEFB-5FE0-18B8-728C-4142750EF3C0}"/>
              </a:ext>
            </a:extLst>
          </p:cNvPr>
          <p:cNvSpPr txBox="1"/>
          <p:nvPr/>
        </p:nvSpPr>
        <p:spPr>
          <a:xfrm>
            <a:off x="6844476" y="2839899"/>
            <a:ext cx="107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Request</a:t>
            </a:r>
            <a:endParaRPr lang="en-IN" sz="1400" dirty="0">
              <a:solidFill>
                <a:srgbClr val="000099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C4EB37A6-585A-5FD2-7A7B-0FE8C159C21F}"/>
              </a:ext>
            </a:extLst>
          </p:cNvPr>
          <p:cNvCxnSpPr>
            <a:cxnSpLocks/>
          </p:cNvCxnSpPr>
          <p:nvPr/>
        </p:nvCxnSpPr>
        <p:spPr bwMode="auto">
          <a:xfrm>
            <a:off x="6325425" y="3352994"/>
            <a:ext cx="43562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255F8EB4-3293-BE4B-8936-DEE7F499CA16}"/>
              </a:ext>
            </a:extLst>
          </p:cNvPr>
          <p:cNvSpPr txBox="1"/>
          <p:nvPr/>
        </p:nvSpPr>
        <p:spPr>
          <a:xfrm>
            <a:off x="6844476" y="3199105"/>
            <a:ext cx="107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99"/>
                </a:solidFill>
                <a:effectLst/>
                <a:latin typeface="Arial" pitchFamily="34" charset="0"/>
                <a:cs typeface="Arial" pitchFamily="34" charset="0"/>
              </a:rPr>
              <a:t>Response</a:t>
            </a:r>
            <a:endParaRPr lang="en-IN" sz="1400" dirty="0">
              <a:solidFill>
                <a:srgbClr val="000099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E3B07D3-2657-AFD5-D1E5-BCB2394813F3}"/>
              </a:ext>
            </a:extLst>
          </p:cNvPr>
          <p:cNvSpPr txBox="1"/>
          <p:nvPr/>
        </p:nvSpPr>
        <p:spPr>
          <a:xfrm>
            <a:off x="1117333" y="869430"/>
            <a:ext cx="6677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IPC – Read Fuel level sensor resistance: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88D257F-52C2-4C4D-ED79-8F4A85CA693B}"/>
              </a:ext>
            </a:extLst>
          </p:cNvPr>
          <p:cNvSpPr txBox="1"/>
          <p:nvPr/>
        </p:nvSpPr>
        <p:spPr>
          <a:xfrm>
            <a:off x="1117333" y="2418440"/>
            <a:ext cx="14010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 File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137FE60-2A28-A7F9-2DA0-112EE9B10D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6326" y="1317795"/>
            <a:ext cx="7620602" cy="94693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E6AB8DA-A19D-B60F-F094-F303D60B9D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6326" y="2839899"/>
            <a:ext cx="5018400" cy="141312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890BE87-CB9B-8248-C197-C2E500BF5C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6326" y="5024078"/>
            <a:ext cx="9496913" cy="42864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6EAF16D-5263-C998-1938-17F793E84638}"/>
              </a:ext>
            </a:extLst>
          </p:cNvPr>
          <p:cNvSpPr txBox="1"/>
          <p:nvPr/>
        </p:nvSpPr>
        <p:spPr>
          <a:xfrm>
            <a:off x="1117333" y="4458855"/>
            <a:ext cx="19342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Report Logiq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6921247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EE006B-D2D7-F8B7-1787-E8F5EEA856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4AC977-2A66-1226-EEC0-0B5C56381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01150" y="6518583"/>
            <a:ext cx="2743200" cy="365125"/>
          </a:xfrm>
        </p:spPr>
        <p:txBody>
          <a:bodyPr/>
          <a:lstStyle/>
          <a:p>
            <a:fld id="{C5E635EA-281D-47C8-A0EC-B8A06226CB83}" type="slidenum">
              <a:rPr lang="en-IN" smtClean="0"/>
              <a:t>89</a:t>
            </a:fld>
            <a:endParaRPr lang="en-IN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FCE8A6C-82E4-F178-7BED-5CF8633670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4433"/>
            <a:ext cx="10515600" cy="315910"/>
          </a:xfrm>
        </p:spPr>
        <p:txBody>
          <a:bodyPr/>
          <a:lstStyle/>
          <a:p>
            <a:r>
              <a:rPr lang="en-US" dirty="0"/>
              <a:t>Test Verification</a:t>
            </a:r>
            <a:endParaRPr lang="en-IN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73FE042-42B5-B1BA-C0DE-CF7F45F8BF5B}"/>
              </a:ext>
            </a:extLst>
          </p:cNvPr>
          <p:cNvCxnSpPr>
            <a:cxnSpLocks/>
          </p:cNvCxnSpPr>
          <p:nvPr/>
        </p:nvCxnSpPr>
        <p:spPr bwMode="auto">
          <a:xfrm>
            <a:off x="6112773" y="3076637"/>
            <a:ext cx="43562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4348BFF8-30DD-13E2-1D0E-55FCEE5D6D31}"/>
              </a:ext>
            </a:extLst>
          </p:cNvPr>
          <p:cNvSpPr txBox="1"/>
          <p:nvPr/>
        </p:nvSpPr>
        <p:spPr>
          <a:xfrm>
            <a:off x="6631824" y="2939153"/>
            <a:ext cx="107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Request</a:t>
            </a:r>
            <a:endParaRPr lang="en-IN" sz="1400" dirty="0">
              <a:solidFill>
                <a:srgbClr val="000099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86DA982-926E-1E7B-F1A9-481D1685104B}"/>
              </a:ext>
            </a:extLst>
          </p:cNvPr>
          <p:cNvCxnSpPr>
            <a:cxnSpLocks/>
          </p:cNvCxnSpPr>
          <p:nvPr/>
        </p:nvCxnSpPr>
        <p:spPr bwMode="auto">
          <a:xfrm>
            <a:off x="6112773" y="3452248"/>
            <a:ext cx="43562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2D2A598D-3F84-124F-101B-08F0F7D53AFC}"/>
              </a:ext>
            </a:extLst>
          </p:cNvPr>
          <p:cNvSpPr txBox="1"/>
          <p:nvPr/>
        </p:nvSpPr>
        <p:spPr>
          <a:xfrm>
            <a:off x="6631824" y="3298359"/>
            <a:ext cx="107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99"/>
                </a:solidFill>
                <a:effectLst/>
                <a:latin typeface="Arial" pitchFamily="34" charset="0"/>
                <a:cs typeface="Arial" pitchFamily="34" charset="0"/>
              </a:rPr>
              <a:t>Response</a:t>
            </a:r>
            <a:endParaRPr lang="en-IN" sz="1400" dirty="0">
              <a:solidFill>
                <a:srgbClr val="000099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85E4DC1-2B73-0C84-BC50-2396A82C4D7D}"/>
              </a:ext>
            </a:extLst>
          </p:cNvPr>
          <p:cNvSpPr txBox="1"/>
          <p:nvPr/>
        </p:nvSpPr>
        <p:spPr>
          <a:xfrm>
            <a:off x="1117333" y="869430"/>
            <a:ext cx="6677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PCM – Read Engine temperature: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BACC8EC-AEAE-8AA9-B12A-914EAC428D1A}"/>
              </a:ext>
            </a:extLst>
          </p:cNvPr>
          <p:cNvSpPr txBox="1"/>
          <p:nvPr/>
        </p:nvSpPr>
        <p:spPr>
          <a:xfrm>
            <a:off x="1117333" y="2418440"/>
            <a:ext cx="14010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 File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C081869-F4F1-5CD4-FD62-E29FBA661E28}"/>
              </a:ext>
            </a:extLst>
          </p:cNvPr>
          <p:cNvSpPr txBox="1"/>
          <p:nvPr/>
        </p:nvSpPr>
        <p:spPr>
          <a:xfrm>
            <a:off x="1117333" y="4070229"/>
            <a:ext cx="19342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Report Logiq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FC198A9-E7BD-D0E4-5D29-19B67B3C8A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7210" y="1320643"/>
            <a:ext cx="7354522" cy="77083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9FA3551-D7B2-483C-E326-446F20D9F8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7210" y="2894145"/>
            <a:ext cx="4859334" cy="71199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BA59163-A48D-65BF-D4A1-CEA038085A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7210" y="4529386"/>
            <a:ext cx="9554152" cy="71199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230886415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DAB39D-76C8-7CCF-3AE5-3C48E33400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95638D-96A4-A4EA-41E4-2946A3D303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01150" y="6518583"/>
            <a:ext cx="2743200" cy="365125"/>
          </a:xfrm>
        </p:spPr>
        <p:txBody>
          <a:bodyPr/>
          <a:lstStyle/>
          <a:p>
            <a:fld id="{C5E635EA-281D-47C8-A0EC-B8A06226CB83}" type="slidenum">
              <a:rPr lang="en-IN" smtClean="0"/>
              <a:t>90</a:t>
            </a:fld>
            <a:endParaRPr lang="en-IN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29A4DDA-F004-AA71-CA90-5D6C3EFE24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4433"/>
            <a:ext cx="10515600" cy="315910"/>
          </a:xfrm>
        </p:spPr>
        <p:txBody>
          <a:bodyPr/>
          <a:lstStyle/>
          <a:p>
            <a:r>
              <a:rPr lang="en-US" dirty="0"/>
              <a:t>Test Verification</a:t>
            </a:r>
            <a:endParaRPr lang="en-IN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69248DF-B54E-75EB-F168-3E8FF9F2B559}"/>
              </a:ext>
            </a:extLst>
          </p:cNvPr>
          <p:cNvCxnSpPr>
            <a:cxnSpLocks/>
          </p:cNvCxnSpPr>
          <p:nvPr/>
        </p:nvCxnSpPr>
        <p:spPr bwMode="auto">
          <a:xfrm>
            <a:off x="6204356" y="3053389"/>
            <a:ext cx="43562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39AF5818-F586-7907-C4F3-561811E54C35}"/>
              </a:ext>
            </a:extLst>
          </p:cNvPr>
          <p:cNvSpPr txBox="1"/>
          <p:nvPr/>
        </p:nvSpPr>
        <p:spPr>
          <a:xfrm>
            <a:off x="6723407" y="2915905"/>
            <a:ext cx="107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Request</a:t>
            </a:r>
            <a:endParaRPr lang="en-IN" sz="1400" dirty="0">
              <a:solidFill>
                <a:srgbClr val="000099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704EEBB4-93D4-95F1-9C13-A1F5EDFA6D0D}"/>
              </a:ext>
            </a:extLst>
          </p:cNvPr>
          <p:cNvCxnSpPr>
            <a:cxnSpLocks/>
          </p:cNvCxnSpPr>
          <p:nvPr/>
        </p:nvCxnSpPr>
        <p:spPr bwMode="auto">
          <a:xfrm>
            <a:off x="6204356" y="3429000"/>
            <a:ext cx="43562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9E272C4E-BACA-0C4E-AD6D-4F160323B779}"/>
              </a:ext>
            </a:extLst>
          </p:cNvPr>
          <p:cNvSpPr txBox="1"/>
          <p:nvPr/>
        </p:nvSpPr>
        <p:spPr>
          <a:xfrm>
            <a:off x="6723407" y="3275111"/>
            <a:ext cx="107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99"/>
                </a:solidFill>
                <a:effectLst/>
                <a:latin typeface="Arial" pitchFamily="34" charset="0"/>
                <a:cs typeface="Arial" pitchFamily="34" charset="0"/>
              </a:rPr>
              <a:t>Response</a:t>
            </a:r>
            <a:endParaRPr lang="en-IN" sz="1400" dirty="0">
              <a:solidFill>
                <a:srgbClr val="000099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2B100E1-905F-A3EF-C604-375E269F47FF}"/>
              </a:ext>
            </a:extLst>
          </p:cNvPr>
          <p:cNvSpPr txBox="1"/>
          <p:nvPr/>
        </p:nvSpPr>
        <p:spPr>
          <a:xfrm>
            <a:off x="1117333" y="869430"/>
            <a:ext cx="6677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PCM – Read Intake Air temperature: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A266F48-ABF3-CADC-7B66-E926DDBD18CE}"/>
              </a:ext>
            </a:extLst>
          </p:cNvPr>
          <p:cNvSpPr txBox="1"/>
          <p:nvPr/>
        </p:nvSpPr>
        <p:spPr>
          <a:xfrm>
            <a:off x="1117333" y="2418440"/>
            <a:ext cx="14010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 File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6F38DAF-90AE-75ED-5B62-F09EB19CF9BB}"/>
              </a:ext>
            </a:extLst>
          </p:cNvPr>
          <p:cNvSpPr txBox="1"/>
          <p:nvPr/>
        </p:nvSpPr>
        <p:spPr>
          <a:xfrm>
            <a:off x="1117333" y="4070229"/>
            <a:ext cx="19342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Report Logiq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3FED30F-9919-7992-ECBC-1FD1F6C950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7210" y="1286117"/>
            <a:ext cx="7563182" cy="90461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4CB3614-A588-0183-7CA7-F0F2CA7FFD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7210" y="2888232"/>
            <a:ext cx="4953366" cy="75927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F54D616-B0B5-65FA-F15A-CFBE5006B2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7210" y="4522087"/>
            <a:ext cx="9742382" cy="75927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796864289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C4AA9E-0F69-5ABF-B34E-7975CB681C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738B34-213D-A686-1C38-A6718314B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01150" y="6518583"/>
            <a:ext cx="2743200" cy="365125"/>
          </a:xfrm>
        </p:spPr>
        <p:txBody>
          <a:bodyPr/>
          <a:lstStyle/>
          <a:p>
            <a:fld id="{C5E635EA-281D-47C8-A0EC-B8A06226CB83}" type="slidenum">
              <a:rPr lang="en-IN" smtClean="0"/>
              <a:t>91</a:t>
            </a:fld>
            <a:endParaRPr lang="en-IN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93074DA-55FB-2C1E-801A-D472360F62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4433"/>
            <a:ext cx="10515600" cy="315910"/>
          </a:xfrm>
        </p:spPr>
        <p:txBody>
          <a:bodyPr/>
          <a:lstStyle/>
          <a:p>
            <a:r>
              <a:rPr lang="en-US" dirty="0"/>
              <a:t>Test Verification</a:t>
            </a:r>
            <a:endParaRPr lang="en-IN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56ECD89-DA03-4793-39D9-3E9F6F71F0DF}"/>
              </a:ext>
            </a:extLst>
          </p:cNvPr>
          <p:cNvCxnSpPr>
            <a:cxnSpLocks/>
          </p:cNvCxnSpPr>
          <p:nvPr/>
        </p:nvCxnSpPr>
        <p:spPr bwMode="auto">
          <a:xfrm>
            <a:off x="6576497" y="3094184"/>
            <a:ext cx="43562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9BD32188-4F5E-6D02-F568-38CB71C53F72}"/>
              </a:ext>
            </a:extLst>
          </p:cNvPr>
          <p:cNvSpPr txBox="1"/>
          <p:nvPr/>
        </p:nvSpPr>
        <p:spPr>
          <a:xfrm>
            <a:off x="7095548" y="2956700"/>
            <a:ext cx="107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Request</a:t>
            </a:r>
            <a:endParaRPr lang="en-IN" sz="1400" dirty="0">
              <a:solidFill>
                <a:srgbClr val="000099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23EF514-6DB4-70D4-0F42-2649695081C3}"/>
              </a:ext>
            </a:extLst>
          </p:cNvPr>
          <p:cNvCxnSpPr>
            <a:cxnSpLocks/>
          </p:cNvCxnSpPr>
          <p:nvPr/>
        </p:nvCxnSpPr>
        <p:spPr bwMode="auto">
          <a:xfrm>
            <a:off x="6576497" y="3469795"/>
            <a:ext cx="43562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51674EE9-A36E-DC2B-0EA4-9959A3ABFF81}"/>
              </a:ext>
            </a:extLst>
          </p:cNvPr>
          <p:cNvSpPr txBox="1"/>
          <p:nvPr/>
        </p:nvSpPr>
        <p:spPr>
          <a:xfrm>
            <a:off x="7095548" y="3315906"/>
            <a:ext cx="107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99"/>
                </a:solidFill>
                <a:effectLst/>
                <a:latin typeface="Arial" pitchFamily="34" charset="0"/>
                <a:cs typeface="Arial" pitchFamily="34" charset="0"/>
              </a:rPr>
              <a:t>Response</a:t>
            </a:r>
            <a:endParaRPr lang="en-IN" sz="1400" dirty="0">
              <a:solidFill>
                <a:srgbClr val="000099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EF5D4CB-0B54-81E8-0185-AA6126EB9E9C}"/>
              </a:ext>
            </a:extLst>
          </p:cNvPr>
          <p:cNvSpPr txBox="1"/>
          <p:nvPr/>
        </p:nvSpPr>
        <p:spPr>
          <a:xfrm>
            <a:off x="1117333" y="869430"/>
            <a:ext cx="6677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IPC – Read Neutral Gear position from Cluster: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9C235DD-8A98-BE5D-3CC4-AAF135F9C89C}"/>
              </a:ext>
            </a:extLst>
          </p:cNvPr>
          <p:cNvSpPr txBox="1"/>
          <p:nvPr/>
        </p:nvSpPr>
        <p:spPr>
          <a:xfrm>
            <a:off x="1117333" y="2418440"/>
            <a:ext cx="14010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 File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945177A-D88B-7E8E-AE94-D940AB4C37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52" y="1333344"/>
            <a:ext cx="8109574" cy="91289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4398F93-AB92-F025-9000-D853BC41A0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52" y="2887470"/>
            <a:ext cx="5250356" cy="73621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554703520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CC2F0A-7736-D804-A77D-65A0A6EF05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215CE9-1362-7D79-040C-52273A6FE5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01150" y="6518583"/>
            <a:ext cx="2743200" cy="365125"/>
          </a:xfrm>
        </p:spPr>
        <p:txBody>
          <a:bodyPr/>
          <a:lstStyle/>
          <a:p>
            <a:fld id="{C5E635EA-281D-47C8-A0EC-B8A06226CB83}" type="slidenum">
              <a:rPr lang="en-IN" smtClean="0"/>
              <a:t>92</a:t>
            </a:fld>
            <a:endParaRPr lang="en-IN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13251D4-6E17-A00A-15DF-F657164282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4433"/>
            <a:ext cx="10515600" cy="315910"/>
          </a:xfrm>
        </p:spPr>
        <p:txBody>
          <a:bodyPr/>
          <a:lstStyle/>
          <a:p>
            <a:r>
              <a:rPr lang="en-US" dirty="0"/>
              <a:t>Test Verification</a:t>
            </a:r>
            <a:endParaRPr lang="en-IN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0F114E7-106B-4550-F1BB-D49E0A1E0B48}"/>
              </a:ext>
            </a:extLst>
          </p:cNvPr>
          <p:cNvCxnSpPr>
            <a:cxnSpLocks/>
          </p:cNvCxnSpPr>
          <p:nvPr/>
        </p:nvCxnSpPr>
        <p:spPr bwMode="auto">
          <a:xfrm>
            <a:off x="6454223" y="3170592"/>
            <a:ext cx="43562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F784AD43-D0B8-AFE3-C6B3-6326C9B33B14}"/>
              </a:ext>
            </a:extLst>
          </p:cNvPr>
          <p:cNvSpPr txBox="1"/>
          <p:nvPr/>
        </p:nvSpPr>
        <p:spPr>
          <a:xfrm>
            <a:off x="6973274" y="3033108"/>
            <a:ext cx="107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Request</a:t>
            </a:r>
            <a:endParaRPr lang="en-IN" sz="1400" dirty="0">
              <a:solidFill>
                <a:srgbClr val="000099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0D344A1-1156-817F-1EF6-9C9D620D7DEF}"/>
              </a:ext>
            </a:extLst>
          </p:cNvPr>
          <p:cNvCxnSpPr>
            <a:cxnSpLocks/>
          </p:cNvCxnSpPr>
          <p:nvPr/>
        </p:nvCxnSpPr>
        <p:spPr bwMode="auto">
          <a:xfrm>
            <a:off x="6454223" y="3546203"/>
            <a:ext cx="43562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3A904745-7047-28E6-2832-129FD21DFBD4}"/>
              </a:ext>
            </a:extLst>
          </p:cNvPr>
          <p:cNvSpPr txBox="1"/>
          <p:nvPr/>
        </p:nvSpPr>
        <p:spPr>
          <a:xfrm>
            <a:off x="6973274" y="3392314"/>
            <a:ext cx="107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99"/>
                </a:solidFill>
                <a:effectLst/>
                <a:latin typeface="Arial" pitchFamily="34" charset="0"/>
                <a:cs typeface="Arial" pitchFamily="34" charset="0"/>
              </a:rPr>
              <a:t>Response</a:t>
            </a:r>
            <a:endParaRPr lang="en-IN" sz="1400" dirty="0">
              <a:solidFill>
                <a:srgbClr val="000099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271214A-D20B-12D6-0656-BFB720D40182}"/>
              </a:ext>
            </a:extLst>
          </p:cNvPr>
          <p:cNvSpPr txBox="1"/>
          <p:nvPr/>
        </p:nvSpPr>
        <p:spPr>
          <a:xfrm>
            <a:off x="1117333" y="869430"/>
            <a:ext cx="6677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PCM – Read Map sensor voltage: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7D2F7C0-9E28-403E-6499-CB9DD034ADD7}"/>
              </a:ext>
            </a:extLst>
          </p:cNvPr>
          <p:cNvSpPr txBox="1"/>
          <p:nvPr/>
        </p:nvSpPr>
        <p:spPr>
          <a:xfrm>
            <a:off x="1117333" y="2418440"/>
            <a:ext cx="14010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 File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641CB1-0A65-3263-864E-4DB69973B344}"/>
              </a:ext>
            </a:extLst>
          </p:cNvPr>
          <p:cNvSpPr txBox="1"/>
          <p:nvPr/>
        </p:nvSpPr>
        <p:spPr>
          <a:xfrm>
            <a:off x="1117333" y="4070229"/>
            <a:ext cx="19342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Report Logiq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3BFDE9D-AACC-2268-DE84-6F10A3AF2E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8949" y="1323585"/>
            <a:ext cx="7425644" cy="88469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A77263B-11E4-C0AC-7410-A358C99BD3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8949" y="2924840"/>
            <a:ext cx="5165616" cy="74339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D0AEDD8-BA45-4342-9C27-B6C519EBC6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8949" y="4662614"/>
            <a:ext cx="9468337" cy="76203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783831402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569E25-B8DA-9D85-9CD9-E1173AE923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5284BB-4FC3-2458-3FC8-67FF49E36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01150" y="6518583"/>
            <a:ext cx="2743200" cy="365125"/>
          </a:xfrm>
        </p:spPr>
        <p:txBody>
          <a:bodyPr/>
          <a:lstStyle/>
          <a:p>
            <a:fld id="{C5E635EA-281D-47C8-A0EC-B8A06226CB83}" type="slidenum">
              <a:rPr lang="en-IN" smtClean="0"/>
              <a:t>93</a:t>
            </a:fld>
            <a:endParaRPr lang="en-IN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94FD4BA-223D-AC40-EAF8-63E61EBE12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4433"/>
            <a:ext cx="10515600" cy="315910"/>
          </a:xfrm>
        </p:spPr>
        <p:txBody>
          <a:bodyPr/>
          <a:lstStyle/>
          <a:p>
            <a:r>
              <a:rPr lang="en-US" dirty="0"/>
              <a:t>Test Verification</a:t>
            </a:r>
            <a:endParaRPr lang="en-IN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CB8C8F0-1906-D696-6FED-840987B30141}"/>
              </a:ext>
            </a:extLst>
          </p:cNvPr>
          <p:cNvCxnSpPr>
            <a:cxnSpLocks/>
          </p:cNvCxnSpPr>
          <p:nvPr/>
        </p:nvCxnSpPr>
        <p:spPr bwMode="auto">
          <a:xfrm>
            <a:off x="6491437" y="3170591"/>
            <a:ext cx="43562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6BDABDEF-A749-2FEB-4577-9311B451DA41}"/>
              </a:ext>
            </a:extLst>
          </p:cNvPr>
          <p:cNvSpPr txBox="1"/>
          <p:nvPr/>
        </p:nvSpPr>
        <p:spPr>
          <a:xfrm>
            <a:off x="7010488" y="3033107"/>
            <a:ext cx="107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Request</a:t>
            </a:r>
            <a:endParaRPr lang="en-IN" sz="1400" dirty="0">
              <a:solidFill>
                <a:srgbClr val="000099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F4716853-2C9C-919E-B022-47D27E31BF76}"/>
              </a:ext>
            </a:extLst>
          </p:cNvPr>
          <p:cNvCxnSpPr>
            <a:cxnSpLocks/>
          </p:cNvCxnSpPr>
          <p:nvPr/>
        </p:nvCxnSpPr>
        <p:spPr bwMode="auto">
          <a:xfrm>
            <a:off x="6491437" y="3546202"/>
            <a:ext cx="43562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D16D0069-59A0-56FA-D650-C6D8329B0BE3}"/>
              </a:ext>
            </a:extLst>
          </p:cNvPr>
          <p:cNvSpPr txBox="1"/>
          <p:nvPr/>
        </p:nvSpPr>
        <p:spPr>
          <a:xfrm>
            <a:off x="7010488" y="3392313"/>
            <a:ext cx="107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99"/>
                </a:solidFill>
                <a:effectLst/>
                <a:latin typeface="Arial" pitchFamily="34" charset="0"/>
                <a:cs typeface="Arial" pitchFamily="34" charset="0"/>
              </a:rPr>
              <a:t>Response</a:t>
            </a:r>
            <a:endParaRPr lang="en-IN" sz="1400" dirty="0">
              <a:solidFill>
                <a:srgbClr val="000099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767EADA-FBC9-2BC5-9E4D-5FEE4C229A07}"/>
              </a:ext>
            </a:extLst>
          </p:cNvPr>
          <p:cNvSpPr txBox="1"/>
          <p:nvPr/>
        </p:nvSpPr>
        <p:spPr>
          <a:xfrm>
            <a:off x="1117333" y="869430"/>
            <a:ext cx="6677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IPC – Read Photo sensor: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1607074-2600-3CD1-B9E2-2DED0AD1C380}"/>
              </a:ext>
            </a:extLst>
          </p:cNvPr>
          <p:cNvSpPr txBox="1"/>
          <p:nvPr/>
        </p:nvSpPr>
        <p:spPr>
          <a:xfrm>
            <a:off x="1117333" y="2418440"/>
            <a:ext cx="14010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 File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89F1743-2399-186F-EF5A-727E10B1AA20}"/>
              </a:ext>
            </a:extLst>
          </p:cNvPr>
          <p:cNvSpPr txBox="1"/>
          <p:nvPr/>
        </p:nvSpPr>
        <p:spPr>
          <a:xfrm>
            <a:off x="1117333" y="4070229"/>
            <a:ext cx="19342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Report Logiq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DA1B2AD-7D9F-C537-8E5E-2146FF5EB0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8949" y="1374046"/>
            <a:ext cx="6641992" cy="69653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80EC023-182F-BF8B-185D-6364CCEB60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8949" y="2954287"/>
            <a:ext cx="5226129" cy="70571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102AE4D-6E16-E127-302A-70AEC85769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8949" y="4622528"/>
            <a:ext cx="9449286" cy="69536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125231339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6398F7-9DC6-4E23-100E-8F0F83C7C1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CA1AF0-5EB0-1FCA-58B3-3BCDF6F212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01150" y="6518583"/>
            <a:ext cx="2743200" cy="365125"/>
          </a:xfrm>
        </p:spPr>
        <p:txBody>
          <a:bodyPr/>
          <a:lstStyle/>
          <a:p>
            <a:fld id="{C5E635EA-281D-47C8-A0EC-B8A06226CB83}" type="slidenum">
              <a:rPr lang="en-IN" smtClean="0"/>
              <a:t>94</a:t>
            </a:fld>
            <a:endParaRPr lang="en-IN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42F61EF-69EC-82F1-342C-2C886FA0B6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4433"/>
            <a:ext cx="10515600" cy="315910"/>
          </a:xfrm>
        </p:spPr>
        <p:txBody>
          <a:bodyPr/>
          <a:lstStyle/>
          <a:p>
            <a:r>
              <a:rPr lang="en-US" dirty="0"/>
              <a:t>Test Verification</a:t>
            </a:r>
            <a:endParaRPr lang="en-IN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0AB9F57-8F60-0C1D-D6E8-5CC2AB3B4B2F}"/>
              </a:ext>
            </a:extLst>
          </p:cNvPr>
          <p:cNvCxnSpPr>
            <a:cxnSpLocks/>
          </p:cNvCxnSpPr>
          <p:nvPr/>
        </p:nvCxnSpPr>
        <p:spPr bwMode="auto">
          <a:xfrm>
            <a:off x="6565865" y="3078315"/>
            <a:ext cx="43562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3F67F303-CFED-4FC6-20BE-3B5E2864D364}"/>
              </a:ext>
            </a:extLst>
          </p:cNvPr>
          <p:cNvSpPr txBox="1"/>
          <p:nvPr/>
        </p:nvSpPr>
        <p:spPr>
          <a:xfrm>
            <a:off x="7084916" y="2940831"/>
            <a:ext cx="107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Request</a:t>
            </a:r>
            <a:endParaRPr lang="en-IN" sz="1400" dirty="0">
              <a:solidFill>
                <a:srgbClr val="000099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1C4F2D3B-9070-0B6F-B2EC-2C3795DD82A0}"/>
              </a:ext>
            </a:extLst>
          </p:cNvPr>
          <p:cNvCxnSpPr>
            <a:cxnSpLocks/>
          </p:cNvCxnSpPr>
          <p:nvPr/>
        </p:nvCxnSpPr>
        <p:spPr bwMode="auto">
          <a:xfrm>
            <a:off x="6565865" y="3453926"/>
            <a:ext cx="43562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04032EF8-A23D-211E-8393-7A769CC04484}"/>
              </a:ext>
            </a:extLst>
          </p:cNvPr>
          <p:cNvSpPr txBox="1"/>
          <p:nvPr/>
        </p:nvSpPr>
        <p:spPr>
          <a:xfrm>
            <a:off x="7084916" y="3300037"/>
            <a:ext cx="107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99"/>
                </a:solidFill>
                <a:effectLst/>
                <a:latin typeface="Arial" pitchFamily="34" charset="0"/>
                <a:cs typeface="Arial" pitchFamily="34" charset="0"/>
              </a:rPr>
              <a:t>Response</a:t>
            </a:r>
            <a:endParaRPr lang="en-IN" sz="1400" dirty="0">
              <a:solidFill>
                <a:srgbClr val="000099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F0D9F91-4159-4B38-669E-D18753309A7C}"/>
              </a:ext>
            </a:extLst>
          </p:cNvPr>
          <p:cNvSpPr txBox="1"/>
          <p:nvPr/>
        </p:nvSpPr>
        <p:spPr>
          <a:xfrm>
            <a:off x="1117333" y="869430"/>
            <a:ext cx="8723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PCM – Read Lambda multiplicative adaptation - Upstream Lambda Sensor: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13A6DB5-315D-47AA-67BB-8D61561A1BBA}"/>
              </a:ext>
            </a:extLst>
          </p:cNvPr>
          <p:cNvSpPr txBox="1"/>
          <p:nvPr/>
        </p:nvSpPr>
        <p:spPr>
          <a:xfrm>
            <a:off x="1117333" y="2418440"/>
            <a:ext cx="14010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 File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CA520BA-4BD6-2662-3B63-0A30C97EE636}"/>
              </a:ext>
            </a:extLst>
          </p:cNvPr>
          <p:cNvSpPr txBox="1"/>
          <p:nvPr/>
        </p:nvSpPr>
        <p:spPr>
          <a:xfrm>
            <a:off x="1117333" y="4070229"/>
            <a:ext cx="19342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Report Logiq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231BE0A-C62F-D356-4F8B-DF07442F08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8948" y="1315957"/>
            <a:ext cx="7510787" cy="71589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854D8B2-3CCC-1832-3F84-82BF5990FD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8948" y="2871758"/>
            <a:ext cx="5236942" cy="75925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DB52C43-6C6F-6F3B-4B0D-259126DAD3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8948" y="4559326"/>
            <a:ext cx="9373082" cy="74298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85354608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DB40E7-E313-F7E6-495D-1F4D36C7B3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AD05E4-2940-58F3-ED0D-B5DE1AB16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01150" y="6518583"/>
            <a:ext cx="2743200" cy="365125"/>
          </a:xfrm>
        </p:spPr>
        <p:txBody>
          <a:bodyPr/>
          <a:lstStyle/>
          <a:p>
            <a:fld id="{C5E635EA-281D-47C8-A0EC-B8A06226CB83}" type="slidenum">
              <a:rPr lang="en-IN" smtClean="0"/>
              <a:t>95</a:t>
            </a:fld>
            <a:endParaRPr lang="en-IN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42FF8C0-75C3-420C-8955-FED452DA1A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4433"/>
            <a:ext cx="10515600" cy="315910"/>
          </a:xfrm>
        </p:spPr>
        <p:txBody>
          <a:bodyPr/>
          <a:lstStyle/>
          <a:p>
            <a:r>
              <a:rPr lang="en-US" dirty="0"/>
              <a:t>Test Verification</a:t>
            </a:r>
            <a:endParaRPr lang="en-IN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740BDB7-CF79-EF10-B35E-557F4866E848}"/>
              </a:ext>
            </a:extLst>
          </p:cNvPr>
          <p:cNvCxnSpPr>
            <a:cxnSpLocks/>
          </p:cNvCxnSpPr>
          <p:nvPr/>
        </p:nvCxnSpPr>
        <p:spPr bwMode="auto">
          <a:xfrm>
            <a:off x="6565865" y="3078315"/>
            <a:ext cx="43562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171B90B1-5120-7483-A8A5-48D1F9918979}"/>
              </a:ext>
            </a:extLst>
          </p:cNvPr>
          <p:cNvSpPr txBox="1"/>
          <p:nvPr/>
        </p:nvSpPr>
        <p:spPr>
          <a:xfrm>
            <a:off x="7084916" y="2940831"/>
            <a:ext cx="107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Request</a:t>
            </a:r>
            <a:endParaRPr lang="en-IN" sz="1400" dirty="0">
              <a:solidFill>
                <a:srgbClr val="000099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AE997A8-D9DD-D09C-8C04-DE97D5CF0AD4}"/>
              </a:ext>
            </a:extLst>
          </p:cNvPr>
          <p:cNvCxnSpPr>
            <a:cxnSpLocks/>
          </p:cNvCxnSpPr>
          <p:nvPr/>
        </p:nvCxnSpPr>
        <p:spPr bwMode="auto">
          <a:xfrm>
            <a:off x="6565865" y="3453926"/>
            <a:ext cx="43562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43A8609C-4CFA-14F0-F2DB-880FDE14A667}"/>
              </a:ext>
            </a:extLst>
          </p:cNvPr>
          <p:cNvSpPr txBox="1"/>
          <p:nvPr/>
        </p:nvSpPr>
        <p:spPr>
          <a:xfrm>
            <a:off x="7084916" y="3300037"/>
            <a:ext cx="107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99"/>
                </a:solidFill>
                <a:effectLst/>
                <a:latin typeface="Arial" pitchFamily="34" charset="0"/>
                <a:cs typeface="Arial" pitchFamily="34" charset="0"/>
              </a:rPr>
              <a:t>Response</a:t>
            </a:r>
            <a:endParaRPr lang="en-IN" sz="1400" dirty="0">
              <a:solidFill>
                <a:srgbClr val="000099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15E7CCB-DE06-E5B3-9E8D-0D36475C04ED}"/>
              </a:ext>
            </a:extLst>
          </p:cNvPr>
          <p:cNvSpPr txBox="1"/>
          <p:nvPr/>
        </p:nvSpPr>
        <p:spPr>
          <a:xfrm>
            <a:off x="1117333" y="869430"/>
            <a:ext cx="8723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PCM – Read Lambda additive adaptation - Upstream Lambda Sensor: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9B2D57D-5D66-AF76-0244-CD2DDA5FBAC2}"/>
              </a:ext>
            </a:extLst>
          </p:cNvPr>
          <p:cNvSpPr txBox="1"/>
          <p:nvPr/>
        </p:nvSpPr>
        <p:spPr>
          <a:xfrm>
            <a:off x="1117333" y="2418440"/>
            <a:ext cx="14010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 File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DD0240C-6934-19EA-05D1-A42B2309F763}"/>
              </a:ext>
            </a:extLst>
          </p:cNvPr>
          <p:cNvSpPr txBox="1"/>
          <p:nvPr/>
        </p:nvSpPr>
        <p:spPr>
          <a:xfrm>
            <a:off x="1117333" y="4070229"/>
            <a:ext cx="19342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Report Logiq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B9E2D3B-58E3-84A2-DF98-E967A1273B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8947" y="1370457"/>
            <a:ext cx="7693575" cy="71331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E677192-FA38-8233-0210-C31D6B5908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8947" y="2853960"/>
            <a:ext cx="5263487" cy="75747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3F68C10-5B95-0AAA-7E50-380321458F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8947" y="4605983"/>
            <a:ext cx="9468337" cy="78109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176385986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F7C3D8-E5E1-0C7C-E5CE-DEF33A471C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025BF2-989D-CA32-E23F-FD2A89E5D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01150" y="6518583"/>
            <a:ext cx="2743200" cy="365125"/>
          </a:xfrm>
        </p:spPr>
        <p:txBody>
          <a:bodyPr/>
          <a:lstStyle/>
          <a:p>
            <a:fld id="{C5E635EA-281D-47C8-A0EC-B8A06226CB83}" type="slidenum">
              <a:rPr lang="en-IN" smtClean="0"/>
              <a:t>96</a:t>
            </a:fld>
            <a:endParaRPr lang="en-IN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3441458-3F3A-027E-4BDD-82718082E4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4433"/>
            <a:ext cx="10515600" cy="315910"/>
          </a:xfrm>
        </p:spPr>
        <p:txBody>
          <a:bodyPr/>
          <a:lstStyle/>
          <a:p>
            <a:r>
              <a:rPr lang="en-US" dirty="0"/>
              <a:t>Test Verification</a:t>
            </a:r>
            <a:endParaRPr lang="en-IN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4AC75F9-4F84-ED4A-83EA-61901A96AE12}"/>
              </a:ext>
            </a:extLst>
          </p:cNvPr>
          <p:cNvCxnSpPr>
            <a:cxnSpLocks/>
          </p:cNvCxnSpPr>
          <p:nvPr/>
        </p:nvCxnSpPr>
        <p:spPr bwMode="auto">
          <a:xfrm>
            <a:off x="6842310" y="3078315"/>
            <a:ext cx="43562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D65AEE47-C61E-D758-CFDB-1D237610BDE0}"/>
              </a:ext>
            </a:extLst>
          </p:cNvPr>
          <p:cNvSpPr txBox="1"/>
          <p:nvPr/>
        </p:nvSpPr>
        <p:spPr>
          <a:xfrm>
            <a:off x="7361361" y="2940831"/>
            <a:ext cx="107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Request</a:t>
            </a:r>
            <a:endParaRPr lang="en-IN" sz="1400" dirty="0">
              <a:solidFill>
                <a:srgbClr val="000099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A146C7F-DCDD-17D6-9282-750A9AD9F096}"/>
              </a:ext>
            </a:extLst>
          </p:cNvPr>
          <p:cNvCxnSpPr>
            <a:cxnSpLocks/>
          </p:cNvCxnSpPr>
          <p:nvPr/>
        </p:nvCxnSpPr>
        <p:spPr bwMode="auto">
          <a:xfrm>
            <a:off x="6842310" y="3453926"/>
            <a:ext cx="43562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092EBA49-E70D-755D-47D6-D809A8F5E4E0}"/>
              </a:ext>
            </a:extLst>
          </p:cNvPr>
          <p:cNvSpPr txBox="1"/>
          <p:nvPr/>
        </p:nvSpPr>
        <p:spPr>
          <a:xfrm>
            <a:off x="7361361" y="3300037"/>
            <a:ext cx="107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99"/>
                </a:solidFill>
                <a:effectLst/>
                <a:latin typeface="Arial" pitchFamily="34" charset="0"/>
                <a:cs typeface="Arial" pitchFamily="34" charset="0"/>
              </a:rPr>
              <a:t>Response</a:t>
            </a:r>
            <a:endParaRPr lang="en-IN" sz="1400" dirty="0">
              <a:solidFill>
                <a:srgbClr val="000099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179C38E-39D4-93C6-A2FA-04EC9C613739}"/>
              </a:ext>
            </a:extLst>
          </p:cNvPr>
          <p:cNvSpPr txBox="1"/>
          <p:nvPr/>
        </p:nvSpPr>
        <p:spPr>
          <a:xfrm>
            <a:off x="1117333" y="869430"/>
            <a:ext cx="91058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PCM – Read Lambda correction upstream – Cylinder 2 (Upstream lambda sensor):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CA7E695-CABE-8C4F-A449-B30B7024874A}"/>
              </a:ext>
            </a:extLst>
          </p:cNvPr>
          <p:cNvSpPr txBox="1"/>
          <p:nvPr/>
        </p:nvSpPr>
        <p:spPr>
          <a:xfrm>
            <a:off x="1117333" y="2418440"/>
            <a:ext cx="14010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 File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EE572FA-5366-B62A-82F3-C8CDF3C365BB}"/>
              </a:ext>
            </a:extLst>
          </p:cNvPr>
          <p:cNvSpPr txBox="1"/>
          <p:nvPr/>
        </p:nvSpPr>
        <p:spPr>
          <a:xfrm>
            <a:off x="1117333" y="4070229"/>
            <a:ext cx="19342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Report Logiq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F02B328-E917-819A-9F31-02A435CFFA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8946" y="1330522"/>
            <a:ext cx="7587671" cy="77501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8ECD086-254B-A842-6D3A-FD41EBF2BC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8946" y="2841506"/>
            <a:ext cx="5515207" cy="78501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1201B61-85A4-C4F8-1490-1360A7D5F7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8946" y="4599293"/>
            <a:ext cx="9506439" cy="74298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369811590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C09CA4-E0F9-B018-FB68-499FE081E2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154F32-5F1F-3CBB-89D0-570384EC36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01150" y="6518583"/>
            <a:ext cx="2743200" cy="365125"/>
          </a:xfrm>
        </p:spPr>
        <p:txBody>
          <a:bodyPr/>
          <a:lstStyle/>
          <a:p>
            <a:fld id="{C5E635EA-281D-47C8-A0EC-B8A06226CB83}" type="slidenum">
              <a:rPr lang="en-IN" smtClean="0"/>
              <a:t>97</a:t>
            </a:fld>
            <a:endParaRPr lang="en-IN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A82C3CD-9C85-5D96-4AC9-5F8AD21B5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4433"/>
            <a:ext cx="10515600" cy="315910"/>
          </a:xfrm>
        </p:spPr>
        <p:txBody>
          <a:bodyPr/>
          <a:lstStyle/>
          <a:p>
            <a:r>
              <a:rPr lang="en-US" dirty="0"/>
              <a:t>Test Verification</a:t>
            </a:r>
            <a:endParaRPr lang="en-IN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1D617B9-58F9-3B0C-0E46-5338541C27A3}"/>
              </a:ext>
            </a:extLst>
          </p:cNvPr>
          <p:cNvCxnSpPr>
            <a:cxnSpLocks/>
          </p:cNvCxnSpPr>
          <p:nvPr/>
        </p:nvCxnSpPr>
        <p:spPr bwMode="auto">
          <a:xfrm>
            <a:off x="6640291" y="3047380"/>
            <a:ext cx="43562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00969220-BD5E-7EA7-5AC6-F612BE173358}"/>
              </a:ext>
            </a:extLst>
          </p:cNvPr>
          <p:cNvSpPr txBox="1"/>
          <p:nvPr/>
        </p:nvSpPr>
        <p:spPr>
          <a:xfrm>
            <a:off x="7159342" y="2909896"/>
            <a:ext cx="107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Request</a:t>
            </a:r>
            <a:endParaRPr lang="en-IN" sz="1400" dirty="0">
              <a:solidFill>
                <a:srgbClr val="000099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55D5CA6-4FCC-FE16-CFDA-B2151A2056A3}"/>
              </a:ext>
            </a:extLst>
          </p:cNvPr>
          <p:cNvCxnSpPr>
            <a:cxnSpLocks/>
          </p:cNvCxnSpPr>
          <p:nvPr/>
        </p:nvCxnSpPr>
        <p:spPr bwMode="auto">
          <a:xfrm>
            <a:off x="6640291" y="3422991"/>
            <a:ext cx="43562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D27BB636-6175-40C4-471C-FF82C8367248}"/>
              </a:ext>
            </a:extLst>
          </p:cNvPr>
          <p:cNvSpPr txBox="1"/>
          <p:nvPr/>
        </p:nvSpPr>
        <p:spPr>
          <a:xfrm>
            <a:off x="7159342" y="3269102"/>
            <a:ext cx="107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99"/>
                </a:solidFill>
                <a:effectLst/>
                <a:latin typeface="Arial" pitchFamily="34" charset="0"/>
                <a:cs typeface="Arial" pitchFamily="34" charset="0"/>
              </a:rPr>
              <a:t>Response</a:t>
            </a:r>
            <a:endParaRPr lang="en-IN" sz="1400" dirty="0">
              <a:solidFill>
                <a:srgbClr val="000099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7486328-9619-6F3B-A77E-36CE5D5BA6DA}"/>
              </a:ext>
            </a:extLst>
          </p:cNvPr>
          <p:cNvSpPr txBox="1"/>
          <p:nvPr/>
        </p:nvSpPr>
        <p:spPr>
          <a:xfrm>
            <a:off x="1117333" y="869430"/>
            <a:ext cx="91856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PCM – Read Lambda average correction – Cylinder 2 (upstream lambda sensor):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E0F6535-2A10-8608-A5F8-04510FBBFEF4}"/>
              </a:ext>
            </a:extLst>
          </p:cNvPr>
          <p:cNvSpPr txBox="1"/>
          <p:nvPr/>
        </p:nvSpPr>
        <p:spPr>
          <a:xfrm>
            <a:off x="1117333" y="2418440"/>
            <a:ext cx="14010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 File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B85976A-A13A-351C-F479-37C1D4FA7686}"/>
              </a:ext>
            </a:extLst>
          </p:cNvPr>
          <p:cNvSpPr txBox="1"/>
          <p:nvPr/>
        </p:nvSpPr>
        <p:spPr>
          <a:xfrm>
            <a:off x="1117333" y="4070229"/>
            <a:ext cx="19342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Report Logiq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E1CA2EA-343E-6A65-1322-4D3186DD05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8946" y="1379573"/>
            <a:ext cx="7101386" cy="66325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0DC1E81-D955-ECE1-D6B9-85BF7AA22E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8946" y="2795022"/>
            <a:ext cx="5353483" cy="83405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77C7DE7-9CB8-F1AC-B783-8D911E4AF9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8946" y="4549567"/>
            <a:ext cx="9487388" cy="72393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513365932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E814C4-018E-CAE9-2D0A-2CEB64489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B6A0FE-8515-19F0-B487-754E876AE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01150" y="6518583"/>
            <a:ext cx="2743200" cy="365125"/>
          </a:xfrm>
        </p:spPr>
        <p:txBody>
          <a:bodyPr/>
          <a:lstStyle/>
          <a:p>
            <a:fld id="{C5E635EA-281D-47C8-A0EC-B8A06226CB83}" type="slidenum">
              <a:rPr lang="en-IN" smtClean="0"/>
              <a:t>98</a:t>
            </a:fld>
            <a:endParaRPr lang="en-IN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A91ABF3-8DDB-B91D-F371-F079076A41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4433"/>
            <a:ext cx="10515600" cy="315910"/>
          </a:xfrm>
        </p:spPr>
        <p:txBody>
          <a:bodyPr/>
          <a:lstStyle/>
          <a:p>
            <a:r>
              <a:rPr lang="en-US" dirty="0"/>
              <a:t>Test Verification</a:t>
            </a:r>
            <a:endParaRPr lang="en-IN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D6310EC-E5E4-0689-69AD-484696B39049}"/>
              </a:ext>
            </a:extLst>
          </p:cNvPr>
          <p:cNvCxnSpPr>
            <a:cxnSpLocks/>
          </p:cNvCxnSpPr>
          <p:nvPr/>
        </p:nvCxnSpPr>
        <p:spPr bwMode="auto">
          <a:xfrm>
            <a:off x="6640291" y="3047380"/>
            <a:ext cx="43562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B1C09485-A85E-48A2-C0C7-EF5F7D894F94}"/>
              </a:ext>
            </a:extLst>
          </p:cNvPr>
          <p:cNvSpPr txBox="1"/>
          <p:nvPr/>
        </p:nvSpPr>
        <p:spPr>
          <a:xfrm>
            <a:off x="7159342" y="2909896"/>
            <a:ext cx="107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Request</a:t>
            </a:r>
            <a:endParaRPr lang="en-IN" sz="1400" dirty="0">
              <a:solidFill>
                <a:srgbClr val="000099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07B33A6-7A13-64E1-D1D8-C7F367DA6F6A}"/>
              </a:ext>
            </a:extLst>
          </p:cNvPr>
          <p:cNvCxnSpPr>
            <a:cxnSpLocks/>
          </p:cNvCxnSpPr>
          <p:nvPr/>
        </p:nvCxnSpPr>
        <p:spPr bwMode="auto">
          <a:xfrm>
            <a:off x="6640291" y="3422991"/>
            <a:ext cx="43562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EA9EA195-677D-33A3-C8C5-51B45BF2DFA5}"/>
              </a:ext>
            </a:extLst>
          </p:cNvPr>
          <p:cNvSpPr txBox="1"/>
          <p:nvPr/>
        </p:nvSpPr>
        <p:spPr>
          <a:xfrm>
            <a:off x="7159342" y="3269102"/>
            <a:ext cx="107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99"/>
                </a:solidFill>
                <a:effectLst/>
                <a:latin typeface="Arial" pitchFamily="34" charset="0"/>
                <a:cs typeface="Arial" pitchFamily="34" charset="0"/>
              </a:rPr>
              <a:t>Response</a:t>
            </a:r>
            <a:endParaRPr lang="en-IN" sz="1400" dirty="0">
              <a:solidFill>
                <a:srgbClr val="000099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2C02B06-2D3A-7653-F188-37F546627F82}"/>
              </a:ext>
            </a:extLst>
          </p:cNvPr>
          <p:cNvSpPr txBox="1"/>
          <p:nvPr/>
        </p:nvSpPr>
        <p:spPr>
          <a:xfrm>
            <a:off x="1117333" y="869430"/>
            <a:ext cx="91856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PCM – Read Ambient Pressure of Engine ECU: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1F6A095-DBD8-5050-FC15-43EAA70FA84A}"/>
              </a:ext>
            </a:extLst>
          </p:cNvPr>
          <p:cNvSpPr txBox="1"/>
          <p:nvPr/>
        </p:nvSpPr>
        <p:spPr>
          <a:xfrm>
            <a:off x="1117333" y="2418440"/>
            <a:ext cx="14010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 File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A0B3117-A33F-5572-86D1-391932853695}"/>
              </a:ext>
            </a:extLst>
          </p:cNvPr>
          <p:cNvSpPr txBox="1"/>
          <p:nvPr/>
        </p:nvSpPr>
        <p:spPr>
          <a:xfrm>
            <a:off x="1117333" y="4070229"/>
            <a:ext cx="19342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Report Logiq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0A80666-D9C6-D023-7B52-0A54A8700E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8946" y="1283953"/>
            <a:ext cx="7990272" cy="85857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09B0CB0-EF99-17D3-879F-13830EE687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8945" y="2873175"/>
            <a:ext cx="5285009" cy="77153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B95209D-F3FB-7DA3-51A7-91DDB76120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8945" y="4549564"/>
            <a:ext cx="9477862" cy="66678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265168802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FAE291-FB3D-F5AA-9BB4-188A4A12A0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D0EB23-6A84-28FF-4F86-2C424C9F3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01150" y="6518583"/>
            <a:ext cx="2743200" cy="365125"/>
          </a:xfrm>
        </p:spPr>
        <p:txBody>
          <a:bodyPr/>
          <a:lstStyle/>
          <a:p>
            <a:fld id="{C5E635EA-281D-47C8-A0EC-B8A06226CB83}" type="slidenum">
              <a:rPr lang="en-IN" smtClean="0"/>
              <a:t>99</a:t>
            </a:fld>
            <a:endParaRPr lang="en-IN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9AD5139-49B5-F7EB-AC5B-F511B8183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4433"/>
            <a:ext cx="10515600" cy="315910"/>
          </a:xfrm>
        </p:spPr>
        <p:txBody>
          <a:bodyPr/>
          <a:lstStyle/>
          <a:p>
            <a:r>
              <a:rPr lang="en-US" dirty="0"/>
              <a:t>Test Verification</a:t>
            </a:r>
            <a:endParaRPr lang="en-IN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ADE6BC6-7B8D-F528-D9B3-86E26D4AE25B}"/>
              </a:ext>
            </a:extLst>
          </p:cNvPr>
          <p:cNvCxnSpPr>
            <a:cxnSpLocks/>
          </p:cNvCxnSpPr>
          <p:nvPr/>
        </p:nvCxnSpPr>
        <p:spPr bwMode="auto">
          <a:xfrm>
            <a:off x="6640291" y="3092905"/>
            <a:ext cx="43562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32FF10B8-B92C-4565-7116-11E0250270CF}"/>
              </a:ext>
            </a:extLst>
          </p:cNvPr>
          <p:cNvSpPr txBox="1"/>
          <p:nvPr/>
        </p:nvSpPr>
        <p:spPr>
          <a:xfrm>
            <a:off x="7159342" y="2955421"/>
            <a:ext cx="107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Request</a:t>
            </a:r>
            <a:endParaRPr lang="en-IN" sz="1400" dirty="0">
              <a:solidFill>
                <a:srgbClr val="000099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7FC0022-6ACB-091F-0D37-95516A63AFCA}"/>
              </a:ext>
            </a:extLst>
          </p:cNvPr>
          <p:cNvCxnSpPr>
            <a:cxnSpLocks/>
          </p:cNvCxnSpPr>
          <p:nvPr/>
        </p:nvCxnSpPr>
        <p:spPr bwMode="auto">
          <a:xfrm>
            <a:off x="6640291" y="3468516"/>
            <a:ext cx="43562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4D6DF305-4E2E-0A6C-3173-1E96FC31D057}"/>
              </a:ext>
            </a:extLst>
          </p:cNvPr>
          <p:cNvSpPr txBox="1"/>
          <p:nvPr/>
        </p:nvSpPr>
        <p:spPr>
          <a:xfrm>
            <a:off x="7159342" y="3314627"/>
            <a:ext cx="107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99"/>
                </a:solidFill>
                <a:effectLst/>
                <a:latin typeface="Arial" pitchFamily="34" charset="0"/>
                <a:cs typeface="Arial" pitchFamily="34" charset="0"/>
              </a:rPr>
              <a:t>Response</a:t>
            </a:r>
            <a:endParaRPr lang="en-IN" sz="1400" dirty="0">
              <a:solidFill>
                <a:srgbClr val="000099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9AE5921-86B2-8194-1932-A7A15DE03C64}"/>
              </a:ext>
            </a:extLst>
          </p:cNvPr>
          <p:cNvSpPr txBox="1"/>
          <p:nvPr/>
        </p:nvSpPr>
        <p:spPr>
          <a:xfrm>
            <a:off x="1117333" y="869430"/>
            <a:ext cx="91856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PCM – Read Clutch switch status: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2E4F0F1-346F-C0EB-9DF7-9BEAF0FE0343}"/>
              </a:ext>
            </a:extLst>
          </p:cNvPr>
          <p:cNvSpPr txBox="1"/>
          <p:nvPr/>
        </p:nvSpPr>
        <p:spPr>
          <a:xfrm>
            <a:off x="1117333" y="2418440"/>
            <a:ext cx="14010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 File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968575C-BAFD-517D-02E7-EB42132FB0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8944" y="1324164"/>
            <a:ext cx="7668011" cy="66678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056B05D-6E78-BBB9-92DF-F694CA8039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8944" y="2879219"/>
            <a:ext cx="5275250" cy="77577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174252944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B54266-B328-7468-3444-81CC7C262F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68573B-FA62-0F59-93FA-D8BC70DBF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01150" y="6518583"/>
            <a:ext cx="2743200" cy="365125"/>
          </a:xfrm>
        </p:spPr>
        <p:txBody>
          <a:bodyPr/>
          <a:lstStyle/>
          <a:p>
            <a:fld id="{C5E635EA-281D-47C8-A0EC-B8A06226CB83}" type="slidenum">
              <a:rPr lang="en-IN" smtClean="0"/>
              <a:t>100</a:t>
            </a:fld>
            <a:endParaRPr lang="en-IN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225471F-2DA8-C50F-6466-0C4F360F42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4433"/>
            <a:ext cx="10515600" cy="315910"/>
          </a:xfrm>
        </p:spPr>
        <p:txBody>
          <a:bodyPr/>
          <a:lstStyle/>
          <a:p>
            <a:r>
              <a:rPr lang="en-US" dirty="0"/>
              <a:t>Test Verification</a:t>
            </a:r>
            <a:endParaRPr lang="en-IN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DC49077-A279-6E1A-EF3E-7D50DF164A5C}"/>
              </a:ext>
            </a:extLst>
          </p:cNvPr>
          <p:cNvCxnSpPr>
            <a:cxnSpLocks/>
          </p:cNvCxnSpPr>
          <p:nvPr/>
        </p:nvCxnSpPr>
        <p:spPr bwMode="auto">
          <a:xfrm>
            <a:off x="6571179" y="3089005"/>
            <a:ext cx="43562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AD257BEA-E58F-6B11-C984-483EB4D82CB8}"/>
              </a:ext>
            </a:extLst>
          </p:cNvPr>
          <p:cNvSpPr txBox="1"/>
          <p:nvPr/>
        </p:nvSpPr>
        <p:spPr>
          <a:xfrm>
            <a:off x="7090230" y="2951521"/>
            <a:ext cx="107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Request</a:t>
            </a:r>
            <a:endParaRPr lang="en-IN" sz="1400" dirty="0">
              <a:solidFill>
                <a:srgbClr val="000099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52F64EE-E292-1B76-FF51-67AFEA9C638A}"/>
              </a:ext>
            </a:extLst>
          </p:cNvPr>
          <p:cNvCxnSpPr>
            <a:cxnSpLocks/>
          </p:cNvCxnSpPr>
          <p:nvPr/>
        </p:nvCxnSpPr>
        <p:spPr bwMode="auto">
          <a:xfrm>
            <a:off x="6571179" y="3464616"/>
            <a:ext cx="43562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C5062580-9836-57C9-F06C-8C9199953350}"/>
              </a:ext>
            </a:extLst>
          </p:cNvPr>
          <p:cNvSpPr txBox="1"/>
          <p:nvPr/>
        </p:nvSpPr>
        <p:spPr>
          <a:xfrm>
            <a:off x="7090230" y="3310727"/>
            <a:ext cx="107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99"/>
                </a:solidFill>
                <a:effectLst/>
                <a:latin typeface="Arial" pitchFamily="34" charset="0"/>
                <a:cs typeface="Arial" pitchFamily="34" charset="0"/>
              </a:rPr>
              <a:t>Response</a:t>
            </a:r>
            <a:endParaRPr lang="en-IN" sz="1400" dirty="0">
              <a:solidFill>
                <a:srgbClr val="000099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1CC54C7-C3A7-8ADB-395A-B02F9108AEEB}"/>
              </a:ext>
            </a:extLst>
          </p:cNvPr>
          <p:cNvSpPr txBox="1"/>
          <p:nvPr/>
        </p:nvSpPr>
        <p:spPr>
          <a:xfrm>
            <a:off x="1117333" y="869430"/>
            <a:ext cx="91856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IPC – Read Variant control: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C816D50-4637-C2C5-1C27-E738D2569965}"/>
              </a:ext>
            </a:extLst>
          </p:cNvPr>
          <p:cNvSpPr txBox="1"/>
          <p:nvPr/>
        </p:nvSpPr>
        <p:spPr>
          <a:xfrm>
            <a:off x="1117333" y="2418440"/>
            <a:ext cx="14010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 File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3D1DE0E-1FAD-2D3D-CCF7-1E552B82A4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8944" y="1301714"/>
            <a:ext cx="7780510" cy="69189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AC1A3C1-4BA0-B232-D51F-03722F5341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8944" y="2937847"/>
            <a:ext cx="5250968" cy="69754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840FB51-2A47-2F7C-494B-67D01994FADF}"/>
              </a:ext>
            </a:extLst>
          </p:cNvPr>
          <p:cNvSpPr txBox="1"/>
          <p:nvPr/>
        </p:nvSpPr>
        <p:spPr>
          <a:xfrm>
            <a:off x="1117333" y="4070229"/>
            <a:ext cx="19342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Report Logiq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1C29D92-56A4-8F1E-7418-B8DA04D773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8944" y="4900961"/>
            <a:ext cx="9773455" cy="31591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7E39534-0FC9-39C2-99EC-D9669DBC62D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8944" y="4493355"/>
            <a:ext cx="9773455" cy="40007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129779138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2582E8-F917-7074-DD47-39530EFBF0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1717BD-2E3C-F01A-8292-E1D531E9E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01150" y="6518583"/>
            <a:ext cx="2743200" cy="365125"/>
          </a:xfrm>
        </p:spPr>
        <p:txBody>
          <a:bodyPr/>
          <a:lstStyle/>
          <a:p>
            <a:fld id="{C5E635EA-281D-47C8-A0EC-B8A06226CB83}" type="slidenum">
              <a:rPr lang="en-IN" smtClean="0"/>
              <a:t>101</a:t>
            </a:fld>
            <a:endParaRPr lang="en-IN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C1EB6AF-3AAA-3059-BA6E-12A4E9CD15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4433"/>
            <a:ext cx="10515600" cy="315910"/>
          </a:xfrm>
        </p:spPr>
        <p:txBody>
          <a:bodyPr/>
          <a:lstStyle/>
          <a:p>
            <a:r>
              <a:rPr lang="en-US" dirty="0"/>
              <a:t>Test Verification</a:t>
            </a:r>
            <a:endParaRPr lang="en-IN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8C1A52D-ACBF-4BB7-EFE9-F37BBB5CE0D9}"/>
              </a:ext>
            </a:extLst>
          </p:cNvPr>
          <p:cNvCxnSpPr>
            <a:cxnSpLocks/>
          </p:cNvCxnSpPr>
          <p:nvPr/>
        </p:nvCxnSpPr>
        <p:spPr bwMode="auto">
          <a:xfrm>
            <a:off x="5529188" y="2957631"/>
            <a:ext cx="43562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BB3A9D54-F5DD-7B48-6165-4A59E13FF9F8}"/>
              </a:ext>
            </a:extLst>
          </p:cNvPr>
          <p:cNvSpPr txBox="1"/>
          <p:nvPr/>
        </p:nvSpPr>
        <p:spPr>
          <a:xfrm>
            <a:off x="6048239" y="2820147"/>
            <a:ext cx="107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Request</a:t>
            </a:r>
            <a:endParaRPr lang="en-IN" sz="1400" dirty="0">
              <a:solidFill>
                <a:srgbClr val="000099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41930C78-2D3D-2521-E80C-9022E5CC6FDD}"/>
              </a:ext>
            </a:extLst>
          </p:cNvPr>
          <p:cNvCxnSpPr>
            <a:cxnSpLocks/>
          </p:cNvCxnSpPr>
          <p:nvPr/>
        </p:nvCxnSpPr>
        <p:spPr bwMode="auto">
          <a:xfrm>
            <a:off x="5529188" y="3333242"/>
            <a:ext cx="43562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5E7A1A62-898D-C2E1-F892-12E652DEF503}"/>
              </a:ext>
            </a:extLst>
          </p:cNvPr>
          <p:cNvSpPr txBox="1"/>
          <p:nvPr/>
        </p:nvSpPr>
        <p:spPr>
          <a:xfrm>
            <a:off x="6048239" y="3179353"/>
            <a:ext cx="107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99"/>
                </a:solidFill>
                <a:effectLst/>
                <a:latin typeface="Arial" pitchFamily="34" charset="0"/>
                <a:cs typeface="Arial" pitchFamily="34" charset="0"/>
              </a:rPr>
              <a:t>Response</a:t>
            </a:r>
            <a:endParaRPr lang="en-IN" sz="1400" dirty="0">
              <a:solidFill>
                <a:srgbClr val="000099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1797546-394D-A069-BCF5-005FD6F5FF87}"/>
              </a:ext>
            </a:extLst>
          </p:cNvPr>
          <p:cNvSpPr txBox="1"/>
          <p:nvPr/>
        </p:nvSpPr>
        <p:spPr>
          <a:xfrm>
            <a:off x="1117333" y="869430"/>
            <a:ext cx="91856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PCM – Read APS Output 1&amp;2: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324B107-6905-2711-EC8D-C0BE02B4A35E}"/>
              </a:ext>
            </a:extLst>
          </p:cNvPr>
          <p:cNvSpPr txBox="1"/>
          <p:nvPr/>
        </p:nvSpPr>
        <p:spPr>
          <a:xfrm>
            <a:off x="1117333" y="2418440"/>
            <a:ext cx="14010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 File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034CCC0-3ADF-8B78-9862-96B804E93575}"/>
              </a:ext>
            </a:extLst>
          </p:cNvPr>
          <p:cNvSpPr txBox="1"/>
          <p:nvPr/>
        </p:nvSpPr>
        <p:spPr>
          <a:xfrm>
            <a:off x="1117333" y="4299038"/>
            <a:ext cx="19342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Report Logiq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BF47688-C3F0-0940-AA2A-70183C1FD8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8944" y="1312816"/>
            <a:ext cx="8108539" cy="85008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DD9E31E-DA97-AED1-0D2D-B595F8C71E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8943" y="2820147"/>
            <a:ext cx="4202335" cy="119628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FA23E8A-7F1D-A9C6-2D8D-01BBD47F15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8943" y="4779947"/>
            <a:ext cx="9496913" cy="149550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09195484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E74552-9EFE-4871-717F-D7B21388E3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ADA5A1-C1D3-17C3-A118-95403DB0A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01150" y="6518583"/>
            <a:ext cx="2743200" cy="365125"/>
          </a:xfrm>
        </p:spPr>
        <p:txBody>
          <a:bodyPr/>
          <a:lstStyle/>
          <a:p>
            <a:fld id="{C5E635EA-281D-47C8-A0EC-B8A06226CB83}" type="slidenum">
              <a:rPr lang="en-IN" smtClean="0"/>
              <a:t>102</a:t>
            </a:fld>
            <a:endParaRPr lang="en-IN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3E09DA1-3EA5-1564-0FD6-6D0D8C8A8A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4433"/>
            <a:ext cx="10515600" cy="315910"/>
          </a:xfrm>
        </p:spPr>
        <p:txBody>
          <a:bodyPr/>
          <a:lstStyle/>
          <a:p>
            <a:r>
              <a:rPr lang="en-US" dirty="0"/>
              <a:t>Test Verification</a:t>
            </a:r>
            <a:endParaRPr lang="en-IN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2C1C688-0437-21A6-25D3-350524707E7B}"/>
              </a:ext>
            </a:extLst>
          </p:cNvPr>
          <p:cNvCxnSpPr>
            <a:cxnSpLocks/>
          </p:cNvCxnSpPr>
          <p:nvPr/>
        </p:nvCxnSpPr>
        <p:spPr bwMode="auto">
          <a:xfrm>
            <a:off x="5611766" y="2915816"/>
            <a:ext cx="43562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E9B9C384-B416-1454-85E8-1F8500376342}"/>
              </a:ext>
            </a:extLst>
          </p:cNvPr>
          <p:cNvSpPr txBox="1"/>
          <p:nvPr/>
        </p:nvSpPr>
        <p:spPr>
          <a:xfrm>
            <a:off x="6130817" y="2778332"/>
            <a:ext cx="107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Request</a:t>
            </a:r>
            <a:endParaRPr lang="en-IN" sz="1400" dirty="0">
              <a:solidFill>
                <a:srgbClr val="000099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111165E1-93B7-E842-3436-B7A2EEE157F9}"/>
              </a:ext>
            </a:extLst>
          </p:cNvPr>
          <p:cNvCxnSpPr>
            <a:cxnSpLocks/>
          </p:cNvCxnSpPr>
          <p:nvPr/>
        </p:nvCxnSpPr>
        <p:spPr bwMode="auto">
          <a:xfrm>
            <a:off x="5611766" y="3291427"/>
            <a:ext cx="43562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F6E3DFD2-4A56-E457-EB23-A6DDD3486438}"/>
              </a:ext>
            </a:extLst>
          </p:cNvPr>
          <p:cNvSpPr txBox="1"/>
          <p:nvPr/>
        </p:nvSpPr>
        <p:spPr>
          <a:xfrm>
            <a:off x="6130817" y="3137538"/>
            <a:ext cx="107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99"/>
                </a:solidFill>
                <a:effectLst/>
                <a:latin typeface="Arial" pitchFamily="34" charset="0"/>
                <a:cs typeface="Arial" pitchFamily="34" charset="0"/>
              </a:rPr>
              <a:t>Response</a:t>
            </a:r>
            <a:endParaRPr lang="en-IN" sz="1400" dirty="0">
              <a:solidFill>
                <a:srgbClr val="000099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6CCD057-A436-522C-27B3-86FEBAED3A5A}"/>
              </a:ext>
            </a:extLst>
          </p:cNvPr>
          <p:cNvSpPr txBox="1"/>
          <p:nvPr/>
        </p:nvSpPr>
        <p:spPr>
          <a:xfrm>
            <a:off x="1117333" y="869430"/>
            <a:ext cx="91856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PCM – Read APS Output 1&amp;2: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56ED7C2-2114-16D3-0151-4581528608E1}"/>
              </a:ext>
            </a:extLst>
          </p:cNvPr>
          <p:cNvSpPr txBox="1"/>
          <p:nvPr/>
        </p:nvSpPr>
        <p:spPr>
          <a:xfrm>
            <a:off x="1117333" y="2418440"/>
            <a:ext cx="14010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 File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8F59A4D-025B-2FD2-DE26-22F045E76179}"/>
              </a:ext>
            </a:extLst>
          </p:cNvPr>
          <p:cNvSpPr txBox="1"/>
          <p:nvPr/>
        </p:nvSpPr>
        <p:spPr>
          <a:xfrm>
            <a:off x="1117333" y="4299038"/>
            <a:ext cx="19342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Report Logiq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5DC8AB1-D9C5-CD35-A760-DB1985723D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8943" y="1303186"/>
            <a:ext cx="6723783" cy="85892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CE0D553-458F-5AA2-F409-FE7AB684C5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8943" y="2787772"/>
            <a:ext cx="4306503" cy="124375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3E90F2F-F40C-ACC7-E98F-EF07F66CA8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8943" y="4727787"/>
            <a:ext cx="9458811" cy="98112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289733441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6850F1-5D25-AF75-A508-70A5BB784E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8FAD90-B3E1-743B-0871-430918072E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01150" y="6518583"/>
            <a:ext cx="2743200" cy="365125"/>
          </a:xfrm>
        </p:spPr>
        <p:txBody>
          <a:bodyPr/>
          <a:lstStyle/>
          <a:p>
            <a:fld id="{C5E635EA-281D-47C8-A0EC-B8A06226CB83}" type="slidenum">
              <a:rPr lang="en-IN" smtClean="0"/>
              <a:t>103</a:t>
            </a:fld>
            <a:endParaRPr lang="en-IN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3F63AE0-3F04-E7D3-E6A0-28A2E66D58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4433"/>
            <a:ext cx="10515600" cy="315910"/>
          </a:xfrm>
        </p:spPr>
        <p:txBody>
          <a:bodyPr/>
          <a:lstStyle/>
          <a:p>
            <a:r>
              <a:rPr lang="en-US" dirty="0"/>
              <a:t>Test Verification</a:t>
            </a:r>
            <a:endParaRPr lang="en-IN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7BAE293-8B9A-1BFA-8558-D30C96586906}"/>
              </a:ext>
            </a:extLst>
          </p:cNvPr>
          <p:cNvCxnSpPr>
            <a:cxnSpLocks/>
          </p:cNvCxnSpPr>
          <p:nvPr/>
        </p:nvCxnSpPr>
        <p:spPr bwMode="auto">
          <a:xfrm>
            <a:off x="5576949" y="2972705"/>
            <a:ext cx="43562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DD7A3A4B-208F-8744-F54C-F13EAB9BDABA}"/>
              </a:ext>
            </a:extLst>
          </p:cNvPr>
          <p:cNvSpPr txBox="1"/>
          <p:nvPr/>
        </p:nvSpPr>
        <p:spPr>
          <a:xfrm>
            <a:off x="6096000" y="2835221"/>
            <a:ext cx="107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Request</a:t>
            </a:r>
            <a:endParaRPr lang="en-IN" sz="1400" dirty="0">
              <a:solidFill>
                <a:srgbClr val="000099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144A3A82-6021-27CF-9A06-5DB30B8CF9ED}"/>
              </a:ext>
            </a:extLst>
          </p:cNvPr>
          <p:cNvCxnSpPr>
            <a:cxnSpLocks/>
          </p:cNvCxnSpPr>
          <p:nvPr/>
        </p:nvCxnSpPr>
        <p:spPr bwMode="auto">
          <a:xfrm>
            <a:off x="5576949" y="3348316"/>
            <a:ext cx="43562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963A34E5-6DF6-3811-8F0C-91DC872232A0}"/>
              </a:ext>
            </a:extLst>
          </p:cNvPr>
          <p:cNvSpPr txBox="1"/>
          <p:nvPr/>
        </p:nvSpPr>
        <p:spPr>
          <a:xfrm>
            <a:off x="6096000" y="3194427"/>
            <a:ext cx="107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99"/>
                </a:solidFill>
                <a:effectLst/>
                <a:latin typeface="Arial" pitchFamily="34" charset="0"/>
                <a:cs typeface="Arial" pitchFamily="34" charset="0"/>
              </a:rPr>
              <a:t>Response</a:t>
            </a:r>
            <a:endParaRPr lang="en-IN" sz="1400" dirty="0">
              <a:solidFill>
                <a:srgbClr val="000099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89FBD4C-60BB-4496-2970-1D7523C1AE8B}"/>
              </a:ext>
            </a:extLst>
          </p:cNvPr>
          <p:cNvSpPr txBox="1"/>
          <p:nvPr/>
        </p:nvSpPr>
        <p:spPr>
          <a:xfrm>
            <a:off x="1117333" y="869430"/>
            <a:ext cx="91856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PCM – Read Side Stand Sensor Voltage: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0836791-35E5-058A-5615-E333F713EB39}"/>
              </a:ext>
            </a:extLst>
          </p:cNvPr>
          <p:cNvSpPr txBox="1"/>
          <p:nvPr/>
        </p:nvSpPr>
        <p:spPr>
          <a:xfrm>
            <a:off x="1117333" y="2418440"/>
            <a:ext cx="14010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 File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D3D3628-2E60-C681-4C5D-42F1F2DA72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8943" y="1324940"/>
            <a:ext cx="7386897" cy="76656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921CA3F-C7B9-E935-F288-2EF187D96F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8943" y="2847189"/>
            <a:ext cx="4257342" cy="62378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304803900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E6B5AB-2D06-6F71-208B-A4EFDFB0DC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8ECF3C-64D5-39C5-14C5-1721E33FB0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01150" y="6518583"/>
            <a:ext cx="2743200" cy="365125"/>
          </a:xfrm>
        </p:spPr>
        <p:txBody>
          <a:bodyPr/>
          <a:lstStyle/>
          <a:p>
            <a:fld id="{C5E635EA-281D-47C8-A0EC-B8A06226CB83}" type="slidenum">
              <a:rPr lang="en-IN" smtClean="0"/>
              <a:t>104</a:t>
            </a:fld>
            <a:endParaRPr lang="en-IN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1214757-9209-038F-BA66-E3DC9FF9E8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4433"/>
            <a:ext cx="10515600" cy="315910"/>
          </a:xfrm>
        </p:spPr>
        <p:txBody>
          <a:bodyPr/>
          <a:lstStyle/>
          <a:p>
            <a:r>
              <a:rPr lang="en-US" dirty="0"/>
              <a:t>Test Verification</a:t>
            </a:r>
            <a:endParaRPr lang="en-IN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A810F7E-81D4-0C5F-DB89-AD9C9FD8ECD4}"/>
              </a:ext>
            </a:extLst>
          </p:cNvPr>
          <p:cNvCxnSpPr>
            <a:cxnSpLocks/>
          </p:cNvCxnSpPr>
          <p:nvPr/>
        </p:nvCxnSpPr>
        <p:spPr bwMode="auto">
          <a:xfrm>
            <a:off x="6698685" y="3474225"/>
            <a:ext cx="43562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27DC999D-E284-06A9-5054-709B14FD6F3F}"/>
              </a:ext>
            </a:extLst>
          </p:cNvPr>
          <p:cNvSpPr txBox="1"/>
          <p:nvPr/>
        </p:nvSpPr>
        <p:spPr>
          <a:xfrm>
            <a:off x="7217736" y="3336741"/>
            <a:ext cx="107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Request</a:t>
            </a:r>
            <a:endParaRPr lang="en-IN" sz="1400" dirty="0">
              <a:solidFill>
                <a:srgbClr val="000099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01956FD-181F-480F-7002-002724DB45A4}"/>
              </a:ext>
            </a:extLst>
          </p:cNvPr>
          <p:cNvCxnSpPr>
            <a:cxnSpLocks/>
          </p:cNvCxnSpPr>
          <p:nvPr/>
        </p:nvCxnSpPr>
        <p:spPr bwMode="auto">
          <a:xfrm>
            <a:off x="6698685" y="3849836"/>
            <a:ext cx="43562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FC49FB62-4241-AF41-C47A-82B0E1323857}"/>
              </a:ext>
            </a:extLst>
          </p:cNvPr>
          <p:cNvSpPr txBox="1"/>
          <p:nvPr/>
        </p:nvSpPr>
        <p:spPr>
          <a:xfrm>
            <a:off x="7217736" y="3695947"/>
            <a:ext cx="107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99"/>
                </a:solidFill>
                <a:effectLst/>
                <a:latin typeface="Arial" pitchFamily="34" charset="0"/>
                <a:cs typeface="Arial" pitchFamily="34" charset="0"/>
              </a:rPr>
              <a:t>Response</a:t>
            </a:r>
            <a:endParaRPr lang="en-IN" sz="1400" dirty="0">
              <a:solidFill>
                <a:srgbClr val="000099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F6C9223-2E57-4330-BA28-2CDEDA45125F}"/>
              </a:ext>
            </a:extLst>
          </p:cNvPr>
          <p:cNvSpPr txBox="1"/>
          <p:nvPr/>
        </p:nvSpPr>
        <p:spPr>
          <a:xfrm>
            <a:off x="1117333" y="869430"/>
            <a:ext cx="91856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PCM – Read Kill Switch Status: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6E02335-FB9C-F86B-5646-706D00702F9E}"/>
              </a:ext>
            </a:extLst>
          </p:cNvPr>
          <p:cNvSpPr txBox="1"/>
          <p:nvPr/>
        </p:nvSpPr>
        <p:spPr>
          <a:xfrm>
            <a:off x="1170496" y="2835221"/>
            <a:ext cx="14010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 File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6A1D6CF-B2F1-6607-0E12-0E46076587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8943" y="1298179"/>
            <a:ext cx="7413124" cy="11734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F9AA753-FED4-1D26-A084-580C4D315E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8943" y="3336741"/>
            <a:ext cx="5363026" cy="154360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544516860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9AF10A-6D19-7F97-4444-98713DCEBC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BBAACD-797A-8017-0819-FDE5FA3358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01150" y="6518583"/>
            <a:ext cx="2743200" cy="365125"/>
          </a:xfrm>
        </p:spPr>
        <p:txBody>
          <a:bodyPr/>
          <a:lstStyle/>
          <a:p>
            <a:fld id="{C5E635EA-281D-47C8-A0EC-B8A06226CB83}" type="slidenum">
              <a:rPr lang="en-IN" smtClean="0"/>
              <a:t>105</a:t>
            </a:fld>
            <a:endParaRPr lang="en-IN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48D08DD-34BD-3B51-6E68-5FBF3966A7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4433"/>
            <a:ext cx="10515600" cy="315910"/>
          </a:xfrm>
        </p:spPr>
        <p:txBody>
          <a:bodyPr/>
          <a:lstStyle/>
          <a:p>
            <a:r>
              <a:rPr lang="en-US" dirty="0"/>
              <a:t>Test Verification</a:t>
            </a:r>
            <a:endParaRPr lang="en-IN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B73A115-6E97-EEF3-79D0-F5A41369078D}"/>
              </a:ext>
            </a:extLst>
          </p:cNvPr>
          <p:cNvCxnSpPr>
            <a:cxnSpLocks/>
          </p:cNvCxnSpPr>
          <p:nvPr/>
        </p:nvCxnSpPr>
        <p:spPr bwMode="auto">
          <a:xfrm>
            <a:off x="6650837" y="3531326"/>
            <a:ext cx="43562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77C3538E-7967-44A5-CEBA-1E4810B50136}"/>
              </a:ext>
            </a:extLst>
          </p:cNvPr>
          <p:cNvSpPr txBox="1"/>
          <p:nvPr/>
        </p:nvSpPr>
        <p:spPr>
          <a:xfrm>
            <a:off x="7169888" y="3393842"/>
            <a:ext cx="107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Request</a:t>
            </a:r>
            <a:endParaRPr lang="en-IN" sz="1400" dirty="0">
              <a:solidFill>
                <a:srgbClr val="000099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DF05B908-0E33-BA77-2393-05EA5ED262F7}"/>
              </a:ext>
            </a:extLst>
          </p:cNvPr>
          <p:cNvCxnSpPr>
            <a:cxnSpLocks/>
          </p:cNvCxnSpPr>
          <p:nvPr/>
        </p:nvCxnSpPr>
        <p:spPr bwMode="auto">
          <a:xfrm>
            <a:off x="6608307" y="4327736"/>
            <a:ext cx="43562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6590DB01-1963-2B33-0A91-294657DBD568}"/>
              </a:ext>
            </a:extLst>
          </p:cNvPr>
          <p:cNvSpPr txBox="1"/>
          <p:nvPr/>
        </p:nvSpPr>
        <p:spPr>
          <a:xfrm>
            <a:off x="7127358" y="4173847"/>
            <a:ext cx="107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99"/>
                </a:solidFill>
                <a:effectLst/>
                <a:latin typeface="Arial" pitchFamily="34" charset="0"/>
                <a:cs typeface="Arial" pitchFamily="34" charset="0"/>
              </a:rPr>
              <a:t>Response</a:t>
            </a:r>
            <a:endParaRPr lang="en-IN" sz="1400" dirty="0">
              <a:solidFill>
                <a:srgbClr val="000099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30CFB06-A741-9E63-B83C-CFD7F0B91D91}"/>
              </a:ext>
            </a:extLst>
          </p:cNvPr>
          <p:cNvSpPr txBox="1"/>
          <p:nvPr/>
        </p:nvSpPr>
        <p:spPr>
          <a:xfrm>
            <a:off x="1117333" y="869430"/>
            <a:ext cx="91856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PCM – Read Clutch switch status: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ADB1B19-D892-FA70-1C7E-06BBB9050879}"/>
              </a:ext>
            </a:extLst>
          </p:cNvPr>
          <p:cNvSpPr txBox="1"/>
          <p:nvPr/>
        </p:nvSpPr>
        <p:spPr>
          <a:xfrm>
            <a:off x="1117333" y="2760921"/>
            <a:ext cx="14010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 File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CEAD79A-F535-B0BB-E61B-0D93D02C10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8942" y="1344765"/>
            <a:ext cx="8058947" cy="92528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D35F0C8-C0D3-8DDD-767D-9EC324F53D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8942" y="3307144"/>
            <a:ext cx="5324312" cy="117448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729868350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D21E6B-5A76-8836-388D-2B8D176DCA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4203DB-DD48-73E3-150B-39B1C979A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01150" y="6518583"/>
            <a:ext cx="2743200" cy="365125"/>
          </a:xfrm>
        </p:spPr>
        <p:txBody>
          <a:bodyPr/>
          <a:lstStyle/>
          <a:p>
            <a:fld id="{C5E635EA-281D-47C8-A0EC-B8A06226CB83}" type="slidenum">
              <a:rPr lang="en-IN" smtClean="0"/>
              <a:t>106</a:t>
            </a:fld>
            <a:endParaRPr lang="en-IN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DC59A09-FC5A-B23E-4AE0-337C0F7769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4433"/>
            <a:ext cx="10515600" cy="315910"/>
          </a:xfrm>
        </p:spPr>
        <p:txBody>
          <a:bodyPr/>
          <a:lstStyle/>
          <a:p>
            <a:r>
              <a:rPr lang="en-US" dirty="0"/>
              <a:t>Test Verification</a:t>
            </a:r>
            <a:endParaRPr lang="en-IN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9FCD2D8-8830-BE60-D1A1-08F9661D87DD}"/>
              </a:ext>
            </a:extLst>
          </p:cNvPr>
          <p:cNvCxnSpPr>
            <a:cxnSpLocks/>
          </p:cNvCxnSpPr>
          <p:nvPr/>
        </p:nvCxnSpPr>
        <p:spPr bwMode="auto">
          <a:xfrm>
            <a:off x="6650837" y="3531326"/>
            <a:ext cx="43562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EB361250-C2A6-69A7-DD6E-6A5438E90961}"/>
              </a:ext>
            </a:extLst>
          </p:cNvPr>
          <p:cNvSpPr txBox="1"/>
          <p:nvPr/>
        </p:nvSpPr>
        <p:spPr>
          <a:xfrm>
            <a:off x="7169888" y="3393842"/>
            <a:ext cx="107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Request</a:t>
            </a:r>
            <a:endParaRPr lang="en-IN" sz="1400" dirty="0">
              <a:solidFill>
                <a:srgbClr val="000099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A9179BF-8D61-8339-FCA0-E273CC7F0BE4}"/>
              </a:ext>
            </a:extLst>
          </p:cNvPr>
          <p:cNvCxnSpPr>
            <a:cxnSpLocks/>
          </p:cNvCxnSpPr>
          <p:nvPr/>
        </p:nvCxnSpPr>
        <p:spPr bwMode="auto">
          <a:xfrm>
            <a:off x="6650837" y="3976860"/>
            <a:ext cx="43562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32ABE6EA-95E1-15BE-5123-CAD314DD64D6}"/>
              </a:ext>
            </a:extLst>
          </p:cNvPr>
          <p:cNvSpPr txBox="1"/>
          <p:nvPr/>
        </p:nvSpPr>
        <p:spPr>
          <a:xfrm>
            <a:off x="7169888" y="3822971"/>
            <a:ext cx="107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99"/>
                </a:solidFill>
                <a:effectLst/>
                <a:latin typeface="Arial" pitchFamily="34" charset="0"/>
                <a:cs typeface="Arial" pitchFamily="34" charset="0"/>
              </a:rPr>
              <a:t>Response</a:t>
            </a:r>
            <a:endParaRPr lang="en-IN" sz="1400" dirty="0">
              <a:solidFill>
                <a:srgbClr val="000099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6559AEC-B899-0913-21B1-144222C1B245}"/>
              </a:ext>
            </a:extLst>
          </p:cNvPr>
          <p:cNvSpPr txBox="1"/>
          <p:nvPr/>
        </p:nvSpPr>
        <p:spPr>
          <a:xfrm>
            <a:off x="1117333" y="869430"/>
            <a:ext cx="91856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IPC – Warning lights IO control: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E6536D8-576F-317D-0590-5EF5478C1DD0}"/>
              </a:ext>
            </a:extLst>
          </p:cNvPr>
          <p:cNvSpPr txBox="1"/>
          <p:nvPr/>
        </p:nvSpPr>
        <p:spPr>
          <a:xfrm>
            <a:off x="1117333" y="2760921"/>
            <a:ext cx="14010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 File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4923B92-41BD-ED96-B9C7-2F6D17927C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8942" y="1316072"/>
            <a:ext cx="7431104" cy="84765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85A364B-C13B-CFD1-4ADF-0898387898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8942" y="3357219"/>
            <a:ext cx="5376020" cy="77352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220868672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C948C4-7B40-287F-2BB3-6D9DD511FB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74F679-8D1F-337D-5BF5-7908CA5B0F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01150" y="6518583"/>
            <a:ext cx="2743200" cy="365125"/>
          </a:xfrm>
        </p:spPr>
        <p:txBody>
          <a:bodyPr/>
          <a:lstStyle/>
          <a:p>
            <a:fld id="{C5E635EA-281D-47C8-A0EC-B8A06226CB83}" type="slidenum">
              <a:rPr lang="en-IN" smtClean="0"/>
              <a:t>107</a:t>
            </a:fld>
            <a:endParaRPr lang="en-IN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E75BE9F-0B04-9E43-CFDA-5B9CD93956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4433"/>
            <a:ext cx="10515600" cy="315910"/>
          </a:xfrm>
        </p:spPr>
        <p:txBody>
          <a:bodyPr/>
          <a:lstStyle/>
          <a:p>
            <a:r>
              <a:rPr lang="en-US" dirty="0"/>
              <a:t>Test Verification</a:t>
            </a:r>
            <a:endParaRPr lang="en-IN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EC38A77-FEA8-EA03-8E31-98D3698CDF37}"/>
              </a:ext>
            </a:extLst>
          </p:cNvPr>
          <p:cNvCxnSpPr>
            <a:cxnSpLocks/>
          </p:cNvCxnSpPr>
          <p:nvPr/>
        </p:nvCxnSpPr>
        <p:spPr bwMode="auto">
          <a:xfrm>
            <a:off x="6560460" y="3539162"/>
            <a:ext cx="43562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1C34DA30-9497-9B39-DAB3-61358DF97FF0}"/>
              </a:ext>
            </a:extLst>
          </p:cNvPr>
          <p:cNvSpPr txBox="1"/>
          <p:nvPr/>
        </p:nvSpPr>
        <p:spPr>
          <a:xfrm>
            <a:off x="7079511" y="3401678"/>
            <a:ext cx="107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Request</a:t>
            </a:r>
            <a:endParaRPr lang="en-IN" sz="1400" dirty="0">
              <a:solidFill>
                <a:srgbClr val="000099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EE130BC-8566-A770-3605-9EFF9DCEB7C2}"/>
              </a:ext>
            </a:extLst>
          </p:cNvPr>
          <p:cNvCxnSpPr>
            <a:cxnSpLocks/>
          </p:cNvCxnSpPr>
          <p:nvPr/>
        </p:nvCxnSpPr>
        <p:spPr bwMode="auto">
          <a:xfrm>
            <a:off x="6560460" y="3984696"/>
            <a:ext cx="43562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9CD7283C-AAAE-6E6D-0C75-4079BD0AD040}"/>
              </a:ext>
            </a:extLst>
          </p:cNvPr>
          <p:cNvSpPr txBox="1"/>
          <p:nvPr/>
        </p:nvSpPr>
        <p:spPr>
          <a:xfrm>
            <a:off x="7079511" y="3830807"/>
            <a:ext cx="107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99"/>
                </a:solidFill>
                <a:effectLst/>
                <a:latin typeface="Arial" pitchFamily="34" charset="0"/>
                <a:cs typeface="Arial" pitchFamily="34" charset="0"/>
              </a:rPr>
              <a:t>Response</a:t>
            </a:r>
            <a:endParaRPr lang="en-IN" sz="1400" dirty="0">
              <a:solidFill>
                <a:srgbClr val="000099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F578669-3F0D-2D74-DE18-190A2CB8333D}"/>
              </a:ext>
            </a:extLst>
          </p:cNvPr>
          <p:cNvSpPr txBox="1"/>
          <p:nvPr/>
        </p:nvSpPr>
        <p:spPr>
          <a:xfrm>
            <a:off x="1117333" y="869430"/>
            <a:ext cx="91856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IPC – Read Indicator Switch Status: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BB69956-48C2-80D5-E55B-BCB5216A866B}"/>
              </a:ext>
            </a:extLst>
          </p:cNvPr>
          <p:cNvSpPr txBox="1"/>
          <p:nvPr/>
        </p:nvSpPr>
        <p:spPr>
          <a:xfrm>
            <a:off x="1117333" y="2760921"/>
            <a:ext cx="14010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 File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937B570-CDD8-4678-890D-D5809D07BD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8942" y="1316159"/>
            <a:ext cx="8062636" cy="120939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09E64A6-8D3C-0897-29FF-8E398FD6E2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8118" y="3299664"/>
            <a:ext cx="5276412" cy="83108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5DC11F9-29FE-0A88-F453-5E27973556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7763" y="4563350"/>
            <a:ext cx="5276413" cy="800035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574D1A4-B5C8-DC65-0A0D-724D956E150C}"/>
              </a:ext>
            </a:extLst>
          </p:cNvPr>
          <p:cNvCxnSpPr>
            <a:cxnSpLocks/>
          </p:cNvCxnSpPr>
          <p:nvPr/>
        </p:nvCxnSpPr>
        <p:spPr bwMode="auto">
          <a:xfrm>
            <a:off x="6560460" y="4771799"/>
            <a:ext cx="43562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813400C-04C8-021D-5A7D-A824384F0D2A}"/>
              </a:ext>
            </a:extLst>
          </p:cNvPr>
          <p:cNvSpPr txBox="1"/>
          <p:nvPr/>
        </p:nvSpPr>
        <p:spPr>
          <a:xfrm>
            <a:off x="7079511" y="4634315"/>
            <a:ext cx="107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Request</a:t>
            </a:r>
            <a:endParaRPr lang="en-IN" sz="1400" dirty="0">
              <a:solidFill>
                <a:srgbClr val="000099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A08DB47-0011-2755-B13E-D386A925D611}"/>
              </a:ext>
            </a:extLst>
          </p:cNvPr>
          <p:cNvCxnSpPr>
            <a:cxnSpLocks/>
          </p:cNvCxnSpPr>
          <p:nvPr/>
        </p:nvCxnSpPr>
        <p:spPr bwMode="auto">
          <a:xfrm>
            <a:off x="6560460" y="5217333"/>
            <a:ext cx="43562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2296EFC9-C2BB-9C09-295B-2595642CDD95}"/>
              </a:ext>
            </a:extLst>
          </p:cNvPr>
          <p:cNvSpPr txBox="1"/>
          <p:nvPr/>
        </p:nvSpPr>
        <p:spPr>
          <a:xfrm>
            <a:off x="7079511" y="5063444"/>
            <a:ext cx="107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99"/>
                </a:solidFill>
                <a:effectLst/>
                <a:latin typeface="Arial" pitchFamily="34" charset="0"/>
                <a:cs typeface="Arial" pitchFamily="34" charset="0"/>
              </a:rPr>
              <a:t>Response</a:t>
            </a:r>
            <a:endParaRPr lang="en-IN" sz="1400" dirty="0">
              <a:solidFill>
                <a:srgbClr val="000099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0949789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41E897-FAAC-59E4-704E-BDE31AF4D2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D25C55-3F6F-5A55-E62C-84FCAFBA41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01150" y="6518583"/>
            <a:ext cx="2743200" cy="365125"/>
          </a:xfrm>
        </p:spPr>
        <p:txBody>
          <a:bodyPr/>
          <a:lstStyle/>
          <a:p>
            <a:fld id="{C5E635EA-281D-47C8-A0EC-B8A06226CB83}" type="slidenum">
              <a:rPr lang="en-IN" smtClean="0"/>
              <a:t>108</a:t>
            </a:fld>
            <a:endParaRPr lang="en-IN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A931AAE-A64C-1FAD-3676-F7DB5D3D53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4433"/>
            <a:ext cx="10515600" cy="315910"/>
          </a:xfrm>
        </p:spPr>
        <p:txBody>
          <a:bodyPr/>
          <a:lstStyle/>
          <a:p>
            <a:r>
              <a:rPr lang="en-US" dirty="0"/>
              <a:t>Test Verification</a:t>
            </a:r>
            <a:endParaRPr lang="en-IN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63CC2D3-99E4-BD98-8347-641B6FA82274}"/>
              </a:ext>
            </a:extLst>
          </p:cNvPr>
          <p:cNvCxnSpPr>
            <a:cxnSpLocks/>
          </p:cNvCxnSpPr>
          <p:nvPr/>
        </p:nvCxnSpPr>
        <p:spPr bwMode="auto">
          <a:xfrm>
            <a:off x="6454134" y="3805435"/>
            <a:ext cx="43562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5101B7A1-B1E0-93A0-1C6A-4F7E11CC7C68}"/>
              </a:ext>
            </a:extLst>
          </p:cNvPr>
          <p:cNvSpPr txBox="1"/>
          <p:nvPr/>
        </p:nvSpPr>
        <p:spPr>
          <a:xfrm>
            <a:off x="6973185" y="3667951"/>
            <a:ext cx="107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Request</a:t>
            </a:r>
            <a:endParaRPr lang="en-IN" sz="1400" dirty="0">
              <a:solidFill>
                <a:srgbClr val="000099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E0666A22-6DE4-1024-2A67-68319BF7627C}"/>
              </a:ext>
            </a:extLst>
          </p:cNvPr>
          <p:cNvCxnSpPr>
            <a:cxnSpLocks/>
          </p:cNvCxnSpPr>
          <p:nvPr/>
        </p:nvCxnSpPr>
        <p:spPr bwMode="auto">
          <a:xfrm>
            <a:off x="6454134" y="4250969"/>
            <a:ext cx="43562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87ABC432-0EF6-AF2C-C860-58CC8926F52B}"/>
              </a:ext>
            </a:extLst>
          </p:cNvPr>
          <p:cNvSpPr txBox="1"/>
          <p:nvPr/>
        </p:nvSpPr>
        <p:spPr>
          <a:xfrm>
            <a:off x="6973185" y="4097080"/>
            <a:ext cx="107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99"/>
                </a:solidFill>
                <a:effectLst/>
                <a:latin typeface="Arial" pitchFamily="34" charset="0"/>
                <a:cs typeface="Arial" pitchFamily="34" charset="0"/>
              </a:rPr>
              <a:t>Response</a:t>
            </a:r>
            <a:endParaRPr lang="en-IN" sz="1400" dirty="0">
              <a:solidFill>
                <a:srgbClr val="000099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9C5B240-1B47-9C31-3C1B-7B6EBE9EF9A5}"/>
              </a:ext>
            </a:extLst>
          </p:cNvPr>
          <p:cNvSpPr txBox="1"/>
          <p:nvPr/>
        </p:nvSpPr>
        <p:spPr>
          <a:xfrm>
            <a:off x="1117333" y="869430"/>
            <a:ext cx="91856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IPC – Read Hazard Switch Status: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026A3FE-3DD5-757B-0FC4-6959753A1DAD}"/>
              </a:ext>
            </a:extLst>
          </p:cNvPr>
          <p:cNvSpPr txBox="1"/>
          <p:nvPr/>
        </p:nvSpPr>
        <p:spPr>
          <a:xfrm>
            <a:off x="1117333" y="3186234"/>
            <a:ext cx="14010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 File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92585D9-D7F5-4DB9-38A9-0B1E11682E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7762" y="1299273"/>
            <a:ext cx="7495633" cy="146164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083A3FE-E77F-5F37-440D-AE806CC43A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7762" y="3662424"/>
            <a:ext cx="5145659" cy="151563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62365738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ADDBB7-CBCA-7962-1E21-C4F615552E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B3DA7B-9396-81B2-C3BE-78DCCBBC1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01150" y="6518583"/>
            <a:ext cx="2743200" cy="365125"/>
          </a:xfrm>
        </p:spPr>
        <p:txBody>
          <a:bodyPr/>
          <a:lstStyle/>
          <a:p>
            <a:fld id="{C5E635EA-281D-47C8-A0EC-B8A06226CB83}" type="slidenum">
              <a:rPr lang="en-IN" smtClean="0"/>
              <a:t>109</a:t>
            </a:fld>
            <a:endParaRPr lang="en-IN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C17E99C-CF42-B6F0-4188-1743523971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4433"/>
            <a:ext cx="10515600" cy="315910"/>
          </a:xfrm>
        </p:spPr>
        <p:txBody>
          <a:bodyPr/>
          <a:lstStyle/>
          <a:p>
            <a:r>
              <a:rPr lang="en-US" dirty="0"/>
              <a:t>Test Verification</a:t>
            </a:r>
            <a:endParaRPr lang="en-IN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B6F1557-4F9C-4D28-5752-8E49F4EFCCF8}"/>
              </a:ext>
            </a:extLst>
          </p:cNvPr>
          <p:cNvCxnSpPr>
            <a:cxnSpLocks/>
          </p:cNvCxnSpPr>
          <p:nvPr/>
        </p:nvCxnSpPr>
        <p:spPr bwMode="auto">
          <a:xfrm>
            <a:off x="5848078" y="3334169"/>
            <a:ext cx="43562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BFC6A377-E662-1345-8961-5FA0162B8BDD}"/>
              </a:ext>
            </a:extLst>
          </p:cNvPr>
          <p:cNvSpPr txBox="1"/>
          <p:nvPr/>
        </p:nvSpPr>
        <p:spPr>
          <a:xfrm>
            <a:off x="6367129" y="3196685"/>
            <a:ext cx="107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Request</a:t>
            </a:r>
            <a:endParaRPr lang="en-IN" sz="1400" dirty="0">
              <a:solidFill>
                <a:srgbClr val="000099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79CFEA6-1500-E438-B22B-3BA283AD5B84}"/>
              </a:ext>
            </a:extLst>
          </p:cNvPr>
          <p:cNvCxnSpPr>
            <a:cxnSpLocks/>
          </p:cNvCxnSpPr>
          <p:nvPr/>
        </p:nvCxnSpPr>
        <p:spPr bwMode="auto">
          <a:xfrm>
            <a:off x="5848078" y="3974522"/>
            <a:ext cx="43562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0D48A395-CF74-F7EB-3C21-25E3BD05225C}"/>
              </a:ext>
            </a:extLst>
          </p:cNvPr>
          <p:cNvSpPr txBox="1"/>
          <p:nvPr/>
        </p:nvSpPr>
        <p:spPr>
          <a:xfrm>
            <a:off x="6367129" y="3820633"/>
            <a:ext cx="107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99"/>
                </a:solidFill>
                <a:effectLst/>
                <a:latin typeface="Arial" pitchFamily="34" charset="0"/>
                <a:cs typeface="Arial" pitchFamily="34" charset="0"/>
              </a:rPr>
              <a:t>Response</a:t>
            </a:r>
            <a:endParaRPr lang="en-IN" sz="1400" dirty="0">
              <a:solidFill>
                <a:srgbClr val="000099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F53933C-1337-A425-9661-4FBDA0D3A13A}"/>
              </a:ext>
            </a:extLst>
          </p:cNvPr>
          <p:cNvSpPr txBox="1"/>
          <p:nvPr/>
        </p:nvSpPr>
        <p:spPr>
          <a:xfrm>
            <a:off x="1117333" y="869430"/>
            <a:ext cx="91856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PCM – IG Coil IO control: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8668F23-D816-E7E3-1C86-41F9C221EB3E}"/>
              </a:ext>
            </a:extLst>
          </p:cNvPr>
          <p:cNvSpPr txBox="1"/>
          <p:nvPr/>
        </p:nvSpPr>
        <p:spPr>
          <a:xfrm>
            <a:off x="1117333" y="2711561"/>
            <a:ext cx="14010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 File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B9014FA-BB12-A24B-9260-93A0627561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7762" y="1345620"/>
            <a:ext cx="6799558" cy="108841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79748B7-4699-5E41-ADCB-41D4467F86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7761" y="3158857"/>
            <a:ext cx="4529137" cy="194341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412000712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959097-2153-52DC-DDE6-6C0AAC91BF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09B033-0036-921C-7656-CE0686D32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01150" y="6518583"/>
            <a:ext cx="2743200" cy="365125"/>
          </a:xfrm>
        </p:spPr>
        <p:txBody>
          <a:bodyPr/>
          <a:lstStyle/>
          <a:p>
            <a:fld id="{C5E635EA-281D-47C8-A0EC-B8A06226CB83}" type="slidenum">
              <a:rPr lang="en-IN" smtClean="0"/>
              <a:t>110</a:t>
            </a:fld>
            <a:endParaRPr lang="en-IN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3D87188-7691-FCCB-CC93-63FAFFC1C0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4433"/>
            <a:ext cx="10515600" cy="315910"/>
          </a:xfrm>
        </p:spPr>
        <p:txBody>
          <a:bodyPr/>
          <a:lstStyle/>
          <a:p>
            <a:r>
              <a:rPr lang="en-US" dirty="0"/>
              <a:t>Test Verification</a:t>
            </a:r>
            <a:endParaRPr lang="en-IN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B6E75F2-9FAA-A832-21C6-FBDF634F9D49}"/>
              </a:ext>
            </a:extLst>
          </p:cNvPr>
          <p:cNvCxnSpPr>
            <a:cxnSpLocks/>
          </p:cNvCxnSpPr>
          <p:nvPr/>
        </p:nvCxnSpPr>
        <p:spPr bwMode="auto">
          <a:xfrm>
            <a:off x="6400971" y="3382016"/>
            <a:ext cx="43562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7A79C62C-18C9-A7CF-6EB0-5AFBC7722FF8}"/>
              </a:ext>
            </a:extLst>
          </p:cNvPr>
          <p:cNvSpPr txBox="1"/>
          <p:nvPr/>
        </p:nvSpPr>
        <p:spPr>
          <a:xfrm>
            <a:off x="6920022" y="3244532"/>
            <a:ext cx="107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Request</a:t>
            </a:r>
            <a:endParaRPr lang="en-IN" sz="1400" dirty="0">
              <a:solidFill>
                <a:srgbClr val="000099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157E3FBD-826E-DDE5-D1E5-A06C80605DC7}"/>
              </a:ext>
            </a:extLst>
          </p:cNvPr>
          <p:cNvCxnSpPr>
            <a:cxnSpLocks/>
          </p:cNvCxnSpPr>
          <p:nvPr/>
        </p:nvCxnSpPr>
        <p:spPr bwMode="auto">
          <a:xfrm>
            <a:off x="6400971" y="4118062"/>
            <a:ext cx="43562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4DFEE331-89E0-3B1C-00DF-E25311326878}"/>
              </a:ext>
            </a:extLst>
          </p:cNvPr>
          <p:cNvSpPr txBox="1"/>
          <p:nvPr/>
        </p:nvSpPr>
        <p:spPr>
          <a:xfrm>
            <a:off x="6920022" y="3964173"/>
            <a:ext cx="107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99"/>
                </a:solidFill>
                <a:effectLst/>
                <a:latin typeface="Arial" pitchFamily="34" charset="0"/>
                <a:cs typeface="Arial" pitchFamily="34" charset="0"/>
              </a:rPr>
              <a:t>Response</a:t>
            </a:r>
            <a:endParaRPr lang="en-IN" sz="1400" dirty="0">
              <a:solidFill>
                <a:srgbClr val="000099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7E7B640-247D-23CE-AA5B-A787FF8D8C2D}"/>
              </a:ext>
            </a:extLst>
          </p:cNvPr>
          <p:cNvSpPr txBox="1"/>
          <p:nvPr/>
        </p:nvSpPr>
        <p:spPr>
          <a:xfrm>
            <a:off x="1117333" y="869430"/>
            <a:ext cx="91856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PCM – Injector Coil IO control: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2A700C9-5BCC-C445-528C-E127D190D4E7}"/>
              </a:ext>
            </a:extLst>
          </p:cNvPr>
          <p:cNvSpPr txBox="1"/>
          <p:nvPr/>
        </p:nvSpPr>
        <p:spPr>
          <a:xfrm>
            <a:off x="1117333" y="2711561"/>
            <a:ext cx="14010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 File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5F8E350-943D-8BAE-D096-D7957783A4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7760" y="1328220"/>
            <a:ext cx="7935361" cy="106716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1C8BD82-A3BE-3D12-A5C0-8E3D56BD27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7759" y="3196685"/>
            <a:ext cx="5081917" cy="216212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882519371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8AE283-C3F2-1045-F1D1-20075F740B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BC8C35-50DD-3DA6-3E59-48959987A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01150" y="6518583"/>
            <a:ext cx="2743200" cy="365125"/>
          </a:xfrm>
        </p:spPr>
        <p:txBody>
          <a:bodyPr/>
          <a:lstStyle/>
          <a:p>
            <a:fld id="{C5E635EA-281D-47C8-A0EC-B8A06226CB83}" type="slidenum">
              <a:rPr lang="en-IN" smtClean="0"/>
              <a:t>111</a:t>
            </a:fld>
            <a:endParaRPr lang="en-IN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0CAEA13-9A01-254E-4BA5-770F2C198E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4433"/>
            <a:ext cx="10515600" cy="315910"/>
          </a:xfrm>
        </p:spPr>
        <p:txBody>
          <a:bodyPr/>
          <a:lstStyle/>
          <a:p>
            <a:r>
              <a:rPr lang="en-US" dirty="0"/>
              <a:t>Test Verification</a:t>
            </a:r>
            <a:endParaRPr lang="en-IN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B3CA5C6-3515-5408-CB3F-C12E7664FB11}"/>
              </a:ext>
            </a:extLst>
          </p:cNvPr>
          <p:cNvCxnSpPr>
            <a:cxnSpLocks/>
          </p:cNvCxnSpPr>
          <p:nvPr/>
        </p:nvCxnSpPr>
        <p:spPr bwMode="auto">
          <a:xfrm>
            <a:off x="6571092" y="3491309"/>
            <a:ext cx="43562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11E6D370-9497-D7AE-281A-08812E161C6D}"/>
              </a:ext>
            </a:extLst>
          </p:cNvPr>
          <p:cNvSpPr txBox="1"/>
          <p:nvPr/>
        </p:nvSpPr>
        <p:spPr>
          <a:xfrm>
            <a:off x="7090143" y="3353825"/>
            <a:ext cx="107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Request</a:t>
            </a:r>
            <a:endParaRPr lang="en-IN" sz="1400" dirty="0">
              <a:solidFill>
                <a:srgbClr val="000099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B07E1B9-8BE9-1C72-4B7F-019173943858}"/>
              </a:ext>
            </a:extLst>
          </p:cNvPr>
          <p:cNvCxnSpPr>
            <a:cxnSpLocks/>
          </p:cNvCxnSpPr>
          <p:nvPr/>
        </p:nvCxnSpPr>
        <p:spPr bwMode="auto">
          <a:xfrm>
            <a:off x="6571092" y="3878673"/>
            <a:ext cx="43562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B06A57BF-0468-3E38-8103-835BD09518DE}"/>
              </a:ext>
            </a:extLst>
          </p:cNvPr>
          <p:cNvSpPr txBox="1"/>
          <p:nvPr/>
        </p:nvSpPr>
        <p:spPr>
          <a:xfrm>
            <a:off x="7090143" y="3724784"/>
            <a:ext cx="107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99"/>
                </a:solidFill>
                <a:effectLst/>
                <a:latin typeface="Arial" pitchFamily="34" charset="0"/>
                <a:cs typeface="Arial" pitchFamily="34" charset="0"/>
              </a:rPr>
              <a:t>Response</a:t>
            </a:r>
            <a:endParaRPr lang="en-IN" sz="1400" dirty="0">
              <a:solidFill>
                <a:srgbClr val="000099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833FB28-CF4F-2322-3DDE-8915E38DA4A5}"/>
              </a:ext>
            </a:extLst>
          </p:cNvPr>
          <p:cNvSpPr txBox="1"/>
          <p:nvPr/>
        </p:nvSpPr>
        <p:spPr>
          <a:xfrm>
            <a:off x="1117333" y="869430"/>
            <a:ext cx="91856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PCM – Purge Valve IO control: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687E125-A6F4-86E3-D59C-CB18A051EDC9}"/>
              </a:ext>
            </a:extLst>
          </p:cNvPr>
          <p:cNvSpPr txBox="1"/>
          <p:nvPr/>
        </p:nvSpPr>
        <p:spPr>
          <a:xfrm>
            <a:off x="1117333" y="2711561"/>
            <a:ext cx="14010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 File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C1D47B5-13F9-DBE5-E7E8-02C918F772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7759" y="1329475"/>
            <a:ext cx="8114826" cy="82893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20D26DE-FE53-8E08-4F1D-9D94D018E5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3356" y="3250188"/>
            <a:ext cx="5237326" cy="152914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965623422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1F7366-F8C0-7964-7C8A-2F2ED06909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67F7C9-916F-F077-8A6E-B9391B6FE4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01150" y="6518583"/>
            <a:ext cx="2743200" cy="365125"/>
          </a:xfrm>
        </p:spPr>
        <p:txBody>
          <a:bodyPr/>
          <a:lstStyle/>
          <a:p>
            <a:fld id="{C5E635EA-281D-47C8-A0EC-B8A06226CB83}" type="slidenum">
              <a:rPr lang="en-IN" smtClean="0"/>
              <a:t>112</a:t>
            </a:fld>
            <a:endParaRPr lang="en-IN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51BA0AF-FEA7-950E-605A-EDB9925D68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4433"/>
            <a:ext cx="10515600" cy="315910"/>
          </a:xfrm>
        </p:spPr>
        <p:txBody>
          <a:bodyPr/>
          <a:lstStyle/>
          <a:p>
            <a:r>
              <a:rPr lang="en-US" dirty="0"/>
              <a:t>Test Verification</a:t>
            </a:r>
            <a:endParaRPr lang="en-IN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3A4AC6A-74ED-5DF6-9F5D-5674DC2052C0}"/>
              </a:ext>
            </a:extLst>
          </p:cNvPr>
          <p:cNvCxnSpPr>
            <a:cxnSpLocks/>
          </p:cNvCxnSpPr>
          <p:nvPr/>
        </p:nvCxnSpPr>
        <p:spPr bwMode="auto">
          <a:xfrm>
            <a:off x="6858171" y="4065467"/>
            <a:ext cx="43562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ADD072AD-189D-F07E-6917-D50F31632F0D}"/>
              </a:ext>
            </a:extLst>
          </p:cNvPr>
          <p:cNvSpPr txBox="1"/>
          <p:nvPr/>
        </p:nvSpPr>
        <p:spPr>
          <a:xfrm>
            <a:off x="7377222" y="3927983"/>
            <a:ext cx="107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Request</a:t>
            </a:r>
            <a:endParaRPr lang="en-IN" sz="1400" dirty="0">
              <a:solidFill>
                <a:srgbClr val="000099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1983099-DFC9-73D2-FAFB-7FA46429C343}"/>
              </a:ext>
            </a:extLst>
          </p:cNvPr>
          <p:cNvCxnSpPr>
            <a:cxnSpLocks/>
          </p:cNvCxnSpPr>
          <p:nvPr/>
        </p:nvCxnSpPr>
        <p:spPr bwMode="auto">
          <a:xfrm>
            <a:off x="6858171" y="4885934"/>
            <a:ext cx="43562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2185EA85-F520-C647-3FD5-CD5B5771FAB0}"/>
              </a:ext>
            </a:extLst>
          </p:cNvPr>
          <p:cNvSpPr txBox="1"/>
          <p:nvPr/>
        </p:nvSpPr>
        <p:spPr>
          <a:xfrm>
            <a:off x="7377222" y="4732045"/>
            <a:ext cx="107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99"/>
                </a:solidFill>
                <a:effectLst/>
                <a:latin typeface="Arial" pitchFamily="34" charset="0"/>
                <a:cs typeface="Arial" pitchFamily="34" charset="0"/>
              </a:rPr>
              <a:t>Response</a:t>
            </a:r>
            <a:endParaRPr lang="en-IN" sz="1400" dirty="0">
              <a:solidFill>
                <a:srgbClr val="000099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88ECF40-A190-FA35-B45E-94A550ADE2A6}"/>
              </a:ext>
            </a:extLst>
          </p:cNvPr>
          <p:cNvSpPr txBox="1"/>
          <p:nvPr/>
        </p:nvSpPr>
        <p:spPr>
          <a:xfrm>
            <a:off x="1117333" y="869430"/>
            <a:ext cx="91856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PCM – Actuate Fan relay IO control: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2D0D221-1377-6C6B-C749-46BBAFA71265}"/>
              </a:ext>
            </a:extLst>
          </p:cNvPr>
          <p:cNvSpPr txBox="1"/>
          <p:nvPr/>
        </p:nvSpPr>
        <p:spPr>
          <a:xfrm>
            <a:off x="1117333" y="3292270"/>
            <a:ext cx="14010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 File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1EF9C2C-7FB7-C954-FA93-6EF5E8FB01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4445" y="1336282"/>
            <a:ext cx="8099153" cy="152654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6FB625F-F544-D720-A6CE-EBE5D8C3A3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2881" y="3861985"/>
            <a:ext cx="5523653" cy="117783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474576433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9548B3-2CB3-D6D3-7742-B58381322E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52ECC8-64A0-B6BE-90C3-56108C428E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01150" y="6518583"/>
            <a:ext cx="2743200" cy="365125"/>
          </a:xfrm>
        </p:spPr>
        <p:txBody>
          <a:bodyPr/>
          <a:lstStyle/>
          <a:p>
            <a:fld id="{C5E635EA-281D-47C8-A0EC-B8A06226CB83}" type="slidenum">
              <a:rPr lang="en-IN" smtClean="0"/>
              <a:t>113</a:t>
            </a:fld>
            <a:endParaRPr lang="en-IN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16DF724-2E2E-84CC-75C6-4F0D8100F1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4433"/>
            <a:ext cx="10515600" cy="315910"/>
          </a:xfrm>
        </p:spPr>
        <p:txBody>
          <a:bodyPr/>
          <a:lstStyle/>
          <a:p>
            <a:r>
              <a:rPr lang="en-US" dirty="0"/>
              <a:t>Test Verification</a:t>
            </a:r>
            <a:endParaRPr lang="en-IN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6C4B307-866A-A643-7B7A-4FE6C91B3425}"/>
              </a:ext>
            </a:extLst>
          </p:cNvPr>
          <p:cNvCxnSpPr>
            <a:cxnSpLocks/>
          </p:cNvCxnSpPr>
          <p:nvPr/>
        </p:nvCxnSpPr>
        <p:spPr bwMode="auto">
          <a:xfrm>
            <a:off x="5842762" y="3270453"/>
            <a:ext cx="43562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561F77BD-E7CC-7646-FFA5-C9D358332DDB}"/>
              </a:ext>
            </a:extLst>
          </p:cNvPr>
          <p:cNvSpPr txBox="1"/>
          <p:nvPr/>
        </p:nvSpPr>
        <p:spPr>
          <a:xfrm>
            <a:off x="6361813" y="3132969"/>
            <a:ext cx="107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Request</a:t>
            </a:r>
            <a:endParaRPr lang="en-IN" sz="1400" dirty="0">
              <a:solidFill>
                <a:srgbClr val="000099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4BBF21B-31E7-41EA-8F0F-C742C7C81063}"/>
              </a:ext>
            </a:extLst>
          </p:cNvPr>
          <p:cNvCxnSpPr>
            <a:cxnSpLocks/>
          </p:cNvCxnSpPr>
          <p:nvPr/>
        </p:nvCxnSpPr>
        <p:spPr bwMode="auto">
          <a:xfrm>
            <a:off x="5842762" y="3631303"/>
            <a:ext cx="43562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C08EA3CE-6E7C-80C4-65BD-0E98EF87BFDC}"/>
              </a:ext>
            </a:extLst>
          </p:cNvPr>
          <p:cNvSpPr txBox="1"/>
          <p:nvPr/>
        </p:nvSpPr>
        <p:spPr>
          <a:xfrm>
            <a:off x="6361813" y="3477414"/>
            <a:ext cx="107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99"/>
                </a:solidFill>
                <a:effectLst/>
                <a:latin typeface="Arial" pitchFamily="34" charset="0"/>
                <a:cs typeface="Arial" pitchFamily="34" charset="0"/>
              </a:rPr>
              <a:t>Response</a:t>
            </a:r>
            <a:endParaRPr lang="en-IN" sz="1400" dirty="0">
              <a:solidFill>
                <a:srgbClr val="000099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0D81DB4-EEFA-34B0-2418-FD7F2CF7308E}"/>
              </a:ext>
            </a:extLst>
          </p:cNvPr>
          <p:cNvSpPr txBox="1"/>
          <p:nvPr/>
        </p:nvSpPr>
        <p:spPr>
          <a:xfrm>
            <a:off x="1117333" y="869430"/>
            <a:ext cx="91856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PCM – Read &amp; Compare EMS CVN: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E81E59F-78C3-4282-A500-8270005730B7}"/>
              </a:ext>
            </a:extLst>
          </p:cNvPr>
          <p:cNvSpPr txBox="1"/>
          <p:nvPr/>
        </p:nvSpPr>
        <p:spPr>
          <a:xfrm>
            <a:off x="1117333" y="2542675"/>
            <a:ext cx="14010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 File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264CF69-6252-01DD-C5D3-62C712DD7C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2881" y="1308270"/>
            <a:ext cx="6478563" cy="81768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6F8DDE1-8056-28C6-0455-43C300F01F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2881" y="3132969"/>
            <a:ext cx="4548831" cy="65222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32F0430-8AA3-4EF9-F11D-20453731CDD2}"/>
              </a:ext>
            </a:extLst>
          </p:cNvPr>
          <p:cNvSpPr txBox="1"/>
          <p:nvPr/>
        </p:nvSpPr>
        <p:spPr>
          <a:xfrm>
            <a:off x="1117332" y="4103889"/>
            <a:ext cx="20671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Report Logiq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2CDBC5C-2CA3-F464-05A6-A203479C2A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0784" y="4632628"/>
            <a:ext cx="8439584" cy="123831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629034360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72BAF4-156D-EC53-5427-BB84C97A4F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47FE2C-31B8-2EC3-9548-40393F551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01150" y="6518583"/>
            <a:ext cx="2743200" cy="365125"/>
          </a:xfrm>
        </p:spPr>
        <p:txBody>
          <a:bodyPr/>
          <a:lstStyle/>
          <a:p>
            <a:fld id="{C5E635EA-281D-47C8-A0EC-B8A06226CB83}" type="slidenum">
              <a:rPr lang="en-IN" smtClean="0"/>
              <a:t>114</a:t>
            </a:fld>
            <a:endParaRPr lang="en-IN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1486A51-8A71-EF03-480B-16F53459C0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4433"/>
            <a:ext cx="10515600" cy="315910"/>
          </a:xfrm>
        </p:spPr>
        <p:txBody>
          <a:bodyPr/>
          <a:lstStyle/>
          <a:p>
            <a:r>
              <a:rPr lang="en-US" dirty="0"/>
              <a:t>Test Verification</a:t>
            </a:r>
            <a:endParaRPr lang="en-IN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FCE424C-BEA2-B171-C36A-CE6B2D7964B9}"/>
              </a:ext>
            </a:extLst>
          </p:cNvPr>
          <p:cNvCxnSpPr>
            <a:cxnSpLocks/>
          </p:cNvCxnSpPr>
          <p:nvPr/>
        </p:nvCxnSpPr>
        <p:spPr bwMode="auto">
          <a:xfrm>
            <a:off x="6124525" y="3044157"/>
            <a:ext cx="43562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A7E5EE6C-E857-9B89-259B-8401B0E0712E}"/>
              </a:ext>
            </a:extLst>
          </p:cNvPr>
          <p:cNvSpPr txBox="1"/>
          <p:nvPr/>
        </p:nvSpPr>
        <p:spPr>
          <a:xfrm>
            <a:off x="6643576" y="2906673"/>
            <a:ext cx="107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Request</a:t>
            </a:r>
            <a:endParaRPr lang="en-IN" sz="1400" dirty="0">
              <a:solidFill>
                <a:srgbClr val="000099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7917FF4-50BE-E49E-1023-14E9127226CC}"/>
              </a:ext>
            </a:extLst>
          </p:cNvPr>
          <p:cNvCxnSpPr>
            <a:cxnSpLocks/>
          </p:cNvCxnSpPr>
          <p:nvPr/>
        </p:nvCxnSpPr>
        <p:spPr bwMode="auto">
          <a:xfrm>
            <a:off x="6124525" y="3405007"/>
            <a:ext cx="43562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54A67EC3-FFFE-FE31-C4DB-CCE70F962D5C}"/>
              </a:ext>
            </a:extLst>
          </p:cNvPr>
          <p:cNvSpPr txBox="1"/>
          <p:nvPr/>
        </p:nvSpPr>
        <p:spPr>
          <a:xfrm>
            <a:off x="6643576" y="3251118"/>
            <a:ext cx="107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99"/>
                </a:solidFill>
                <a:effectLst/>
                <a:latin typeface="Arial" pitchFamily="34" charset="0"/>
                <a:cs typeface="Arial" pitchFamily="34" charset="0"/>
              </a:rPr>
              <a:t>Response</a:t>
            </a:r>
            <a:endParaRPr lang="en-IN" sz="1400" dirty="0">
              <a:solidFill>
                <a:srgbClr val="000099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B645B38-65D5-A013-A429-AD0CA944BD94}"/>
              </a:ext>
            </a:extLst>
          </p:cNvPr>
          <p:cNvSpPr txBox="1"/>
          <p:nvPr/>
        </p:nvSpPr>
        <p:spPr>
          <a:xfrm>
            <a:off x="1117332" y="803922"/>
            <a:ext cx="91856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IPC – Write MAC ID for Front &amp; Rear tire (TPMS):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52F9BD6-125B-8F94-9202-413CDAE4A6FC}"/>
              </a:ext>
            </a:extLst>
          </p:cNvPr>
          <p:cNvSpPr txBox="1"/>
          <p:nvPr/>
        </p:nvSpPr>
        <p:spPr>
          <a:xfrm>
            <a:off x="1117332" y="2537341"/>
            <a:ext cx="14010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 File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20C4EAB-C8FD-83F9-5174-6CDF8BE7C9B9}"/>
              </a:ext>
            </a:extLst>
          </p:cNvPr>
          <p:cNvSpPr txBox="1"/>
          <p:nvPr/>
        </p:nvSpPr>
        <p:spPr>
          <a:xfrm>
            <a:off x="1117332" y="4255284"/>
            <a:ext cx="20671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Report Logiq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83D78AD-E2D6-C4CE-A96E-95177EFD3F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2881" y="2983790"/>
            <a:ext cx="4792859" cy="104134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8D2B8A8-3DEA-5ADB-8BC9-8D9BF8DD13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2881" y="4753619"/>
            <a:ext cx="8563415" cy="120021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1D026ED-FB66-6748-98EF-0F5CFA6738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2881" y="1193287"/>
            <a:ext cx="6098398" cy="117150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013718440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87B3FB-CF35-C829-D54C-0A8A74B610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DF5191-E427-7B7E-55A3-90EBDB5D4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01150" y="6518583"/>
            <a:ext cx="2743200" cy="365125"/>
          </a:xfrm>
        </p:spPr>
        <p:txBody>
          <a:bodyPr/>
          <a:lstStyle/>
          <a:p>
            <a:fld id="{C5E635EA-281D-47C8-A0EC-B8A06226CB83}" type="slidenum">
              <a:rPr lang="en-IN" smtClean="0"/>
              <a:t>115</a:t>
            </a:fld>
            <a:endParaRPr lang="en-IN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E682D1E-6497-3FCD-03E0-E04A49DDE4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4433"/>
            <a:ext cx="10515600" cy="315910"/>
          </a:xfrm>
        </p:spPr>
        <p:txBody>
          <a:bodyPr/>
          <a:lstStyle/>
          <a:p>
            <a:r>
              <a:rPr lang="en-US" dirty="0"/>
              <a:t>Test Verification</a:t>
            </a:r>
            <a:endParaRPr lang="en-IN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CC8E615-304D-3555-C37C-E71BCF40FC40}"/>
              </a:ext>
            </a:extLst>
          </p:cNvPr>
          <p:cNvCxnSpPr>
            <a:cxnSpLocks/>
          </p:cNvCxnSpPr>
          <p:nvPr/>
        </p:nvCxnSpPr>
        <p:spPr bwMode="auto">
          <a:xfrm>
            <a:off x="6119208" y="3216379"/>
            <a:ext cx="43562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208A4AD4-9567-C677-75F4-3AA36AA63C32}"/>
              </a:ext>
            </a:extLst>
          </p:cNvPr>
          <p:cNvSpPr txBox="1"/>
          <p:nvPr/>
        </p:nvSpPr>
        <p:spPr>
          <a:xfrm>
            <a:off x="6638259" y="3078895"/>
            <a:ext cx="107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Request</a:t>
            </a:r>
            <a:endParaRPr lang="en-IN" sz="1400" dirty="0">
              <a:solidFill>
                <a:srgbClr val="000099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D0BA4EBA-88B5-D8C0-1854-4741110363EF}"/>
              </a:ext>
            </a:extLst>
          </p:cNvPr>
          <p:cNvCxnSpPr>
            <a:cxnSpLocks/>
          </p:cNvCxnSpPr>
          <p:nvPr/>
        </p:nvCxnSpPr>
        <p:spPr bwMode="auto">
          <a:xfrm>
            <a:off x="6119208" y="3577229"/>
            <a:ext cx="43562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BCCEB8F5-8D8A-E688-462D-9405C7E767D6}"/>
              </a:ext>
            </a:extLst>
          </p:cNvPr>
          <p:cNvSpPr txBox="1"/>
          <p:nvPr/>
        </p:nvSpPr>
        <p:spPr>
          <a:xfrm>
            <a:off x="6638259" y="3423340"/>
            <a:ext cx="107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99"/>
                </a:solidFill>
                <a:effectLst/>
                <a:latin typeface="Arial" pitchFamily="34" charset="0"/>
                <a:cs typeface="Arial" pitchFamily="34" charset="0"/>
              </a:rPr>
              <a:t>Response</a:t>
            </a:r>
            <a:endParaRPr lang="en-IN" sz="1400" dirty="0">
              <a:solidFill>
                <a:srgbClr val="000099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74F7F4B-83AC-9634-393E-D65E5C2336F2}"/>
              </a:ext>
            </a:extLst>
          </p:cNvPr>
          <p:cNvSpPr txBox="1"/>
          <p:nvPr/>
        </p:nvSpPr>
        <p:spPr>
          <a:xfrm>
            <a:off x="1117332" y="803922"/>
            <a:ext cx="91856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ABS – Write EOL mode: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FFAF8E3-D84F-0533-0ADF-E135EEA7D0A7}"/>
              </a:ext>
            </a:extLst>
          </p:cNvPr>
          <p:cNvSpPr txBox="1"/>
          <p:nvPr/>
        </p:nvSpPr>
        <p:spPr>
          <a:xfrm>
            <a:off x="1117332" y="2537341"/>
            <a:ext cx="14010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 File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AA3319C-5B96-CEBA-69E5-236ABDFA24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2881" y="1218552"/>
            <a:ext cx="7391933" cy="83784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BCEAE64-A83A-1992-495C-7A6877FA0B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8369" y="3040992"/>
            <a:ext cx="4808841" cy="72486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136671102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74B403-907F-0AA1-7AF2-7B016A8F24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C7F2C6-7DAD-6310-3423-4268E94A2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01150" y="6518583"/>
            <a:ext cx="2743200" cy="365125"/>
          </a:xfrm>
        </p:spPr>
        <p:txBody>
          <a:bodyPr/>
          <a:lstStyle/>
          <a:p>
            <a:fld id="{C5E635EA-281D-47C8-A0EC-B8A06226CB83}" type="slidenum">
              <a:rPr lang="en-IN" smtClean="0"/>
              <a:t>116</a:t>
            </a:fld>
            <a:endParaRPr lang="en-IN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A5B1358-53C3-1FA0-70D7-C7B724C83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4433"/>
            <a:ext cx="10515600" cy="315910"/>
          </a:xfrm>
        </p:spPr>
        <p:txBody>
          <a:bodyPr/>
          <a:lstStyle/>
          <a:p>
            <a:r>
              <a:rPr lang="en-US" dirty="0"/>
              <a:t>Test Verification</a:t>
            </a:r>
            <a:endParaRPr lang="en-IN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54E28F0-6E13-C0AB-324E-A3D6E9D82417}"/>
              </a:ext>
            </a:extLst>
          </p:cNvPr>
          <p:cNvCxnSpPr>
            <a:cxnSpLocks/>
          </p:cNvCxnSpPr>
          <p:nvPr/>
        </p:nvCxnSpPr>
        <p:spPr bwMode="auto">
          <a:xfrm>
            <a:off x="6007566" y="3242410"/>
            <a:ext cx="43562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0F95AF28-E895-C7FC-5970-BCDFF3D70460}"/>
              </a:ext>
            </a:extLst>
          </p:cNvPr>
          <p:cNvSpPr txBox="1"/>
          <p:nvPr/>
        </p:nvSpPr>
        <p:spPr>
          <a:xfrm>
            <a:off x="6526617" y="3104926"/>
            <a:ext cx="107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Request</a:t>
            </a:r>
            <a:endParaRPr lang="en-IN" sz="1400" dirty="0">
              <a:solidFill>
                <a:srgbClr val="000099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6B445D9-CF58-33E5-FEEC-C08B56D7F46F}"/>
              </a:ext>
            </a:extLst>
          </p:cNvPr>
          <p:cNvCxnSpPr>
            <a:cxnSpLocks/>
          </p:cNvCxnSpPr>
          <p:nvPr/>
        </p:nvCxnSpPr>
        <p:spPr bwMode="auto">
          <a:xfrm>
            <a:off x="6007566" y="3603260"/>
            <a:ext cx="43562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8E369D22-E109-7ACC-AA9D-0E480F778AA8}"/>
              </a:ext>
            </a:extLst>
          </p:cNvPr>
          <p:cNvSpPr txBox="1"/>
          <p:nvPr/>
        </p:nvSpPr>
        <p:spPr>
          <a:xfrm>
            <a:off x="6526617" y="3449371"/>
            <a:ext cx="107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99"/>
                </a:solidFill>
                <a:effectLst/>
                <a:latin typeface="Arial" pitchFamily="34" charset="0"/>
                <a:cs typeface="Arial" pitchFamily="34" charset="0"/>
              </a:rPr>
              <a:t>Response</a:t>
            </a:r>
            <a:endParaRPr lang="en-IN" sz="1400" dirty="0">
              <a:solidFill>
                <a:srgbClr val="000099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4F4E536-BE2A-A402-D32F-8E7F689FCC63}"/>
              </a:ext>
            </a:extLst>
          </p:cNvPr>
          <p:cNvSpPr txBox="1"/>
          <p:nvPr/>
        </p:nvSpPr>
        <p:spPr>
          <a:xfrm>
            <a:off x="1117332" y="803922"/>
            <a:ext cx="91856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PCM – Read IMMO status: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5926B6C-78C4-35E4-8DF6-F06AF8AE5FB3}"/>
              </a:ext>
            </a:extLst>
          </p:cNvPr>
          <p:cNvSpPr txBox="1"/>
          <p:nvPr/>
        </p:nvSpPr>
        <p:spPr>
          <a:xfrm>
            <a:off x="1117332" y="2537341"/>
            <a:ext cx="14010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 File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813B88F-CC22-91A5-AA32-9AB8333673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8369" y="1264243"/>
            <a:ext cx="8347782" cy="81441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0AE406D-2CAE-3558-AC2D-4209C33757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8369" y="3078168"/>
            <a:ext cx="4711586" cy="69034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20184870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CA42B8-BE92-44F5-E32A-FB555E44E0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8C37F8-C35D-204A-012D-3930C8642F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01150" y="6518583"/>
            <a:ext cx="2743200" cy="365125"/>
          </a:xfrm>
        </p:spPr>
        <p:txBody>
          <a:bodyPr/>
          <a:lstStyle/>
          <a:p>
            <a:fld id="{C5E635EA-281D-47C8-A0EC-B8A06226CB83}" type="slidenum">
              <a:rPr lang="en-IN" smtClean="0"/>
              <a:t>117</a:t>
            </a:fld>
            <a:endParaRPr lang="en-IN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357579F-B6EE-E5BB-6FD6-54CE8A893A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4433"/>
            <a:ext cx="10515600" cy="315910"/>
          </a:xfrm>
        </p:spPr>
        <p:txBody>
          <a:bodyPr/>
          <a:lstStyle/>
          <a:p>
            <a:r>
              <a:rPr lang="en-US" dirty="0"/>
              <a:t>Test Verification</a:t>
            </a:r>
            <a:endParaRPr lang="en-IN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042B9BB-4106-07DB-357B-DF3CF711D549}"/>
              </a:ext>
            </a:extLst>
          </p:cNvPr>
          <p:cNvCxnSpPr>
            <a:cxnSpLocks/>
          </p:cNvCxnSpPr>
          <p:nvPr/>
        </p:nvCxnSpPr>
        <p:spPr bwMode="auto">
          <a:xfrm>
            <a:off x="6135157" y="3215830"/>
            <a:ext cx="43562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1B903E07-6400-1734-F198-150933D7FA5F}"/>
              </a:ext>
            </a:extLst>
          </p:cNvPr>
          <p:cNvSpPr txBox="1"/>
          <p:nvPr/>
        </p:nvSpPr>
        <p:spPr>
          <a:xfrm>
            <a:off x="6654208" y="3078346"/>
            <a:ext cx="107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Request</a:t>
            </a:r>
            <a:endParaRPr lang="en-IN" sz="1400" dirty="0">
              <a:solidFill>
                <a:srgbClr val="000099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EA7FDC50-87C0-9A5B-E1ED-67DC51AB9E6C}"/>
              </a:ext>
            </a:extLst>
          </p:cNvPr>
          <p:cNvCxnSpPr>
            <a:cxnSpLocks/>
          </p:cNvCxnSpPr>
          <p:nvPr/>
        </p:nvCxnSpPr>
        <p:spPr bwMode="auto">
          <a:xfrm>
            <a:off x="6135157" y="3576680"/>
            <a:ext cx="43562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53DEA65B-B2CF-D7E9-9B7C-760179ED809F}"/>
              </a:ext>
            </a:extLst>
          </p:cNvPr>
          <p:cNvSpPr txBox="1"/>
          <p:nvPr/>
        </p:nvSpPr>
        <p:spPr>
          <a:xfrm>
            <a:off x="6654208" y="3422791"/>
            <a:ext cx="107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99"/>
                </a:solidFill>
                <a:effectLst/>
                <a:latin typeface="Arial" pitchFamily="34" charset="0"/>
                <a:cs typeface="Arial" pitchFamily="34" charset="0"/>
              </a:rPr>
              <a:t>Response</a:t>
            </a:r>
            <a:endParaRPr lang="en-IN" sz="1400" dirty="0">
              <a:solidFill>
                <a:srgbClr val="000099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08C14A7-248A-1388-FD9E-6AF4E23EF7CC}"/>
              </a:ext>
            </a:extLst>
          </p:cNvPr>
          <p:cNvSpPr txBox="1"/>
          <p:nvPr/>
        </p:nvSpPr>
        <p:spPr>
          <a:xfrm>
            <a:off x="1117332" y="803922"/>
            <a:ext cx="91856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IPC – Read DRL status: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AD8B4C7-BDBD-D138-27E3-54B8932F6270}"/>
              </a:ext>
            </a:extLst>
          </p:cNvPr>
          <p:cNvSpPr txBox="1"/>
          <p:nvPr/>
        </p:nvSpPr>
        <p:spPr>
          <a:xfrm>
            <a:off x="1117332" y="2537341"/>
            <a:ext cx="14010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 File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5E4B847-4870-2F01-581E-6BAD7E2260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8368" y="1245574"/>
            <a:ext cx="7703083" cy="77461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EDFC009-3FCE-28C1-F429-842C45E82A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8368" y="3057054"/>
            <a:ext cx="4846365" cy="65443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262588318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65FDAA-4BE3-BD7B-1641-757EC03B5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D23590-F416-F5C5-9873-DBDAA4BDC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01150" y="6518583"/>
            <a:ext cx="2743200" cy="365125"/>
          </a:xfrm>
        </p:spPr>
        <p:txBody>
          <a:bodyPr/>
          <a:lstStyle/>
          <a:p>
            <a:fld id="{C5E635EA-281D-47C8-A0EC-B8A06226CB83}" type="slidenum">
              <a:rPr lang="en-IN" smtClean="0"/>
              <a:t>118</a:t>
            </a:fld>
            <a:endParaRPr lang="en-IN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D4BCDE4-7B9A-7AD0-B0C5-049AB23AF3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4433"/>
            <a:ext cx="10515600" cy="315910"/>
          </a:xfrm>
        </p:spPr>
        <p:txBody>
          <a:bodyPr/>
          <a:lstStyle/>
          <a:p>
            <a:r>
              <a:rPr lang="en-US" dirty="0"/>
              <a:t>Test Verification</a:t>
            </a:r>
            <a:endParaRPr lang="en-IN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73C1218-A2FA-037B-97FE-86706001B3E1}"/>
              </a:ext>
            </a:extLst>
          </p:cNvPr>
          <p:cNvCxnSpPr>
            <a:cxnSpLocks/>
          </p:cNvCxnSpPr>
          <p:nvPr/>
        </p:nvCxnSpPr>
        <p:spPr bwMode="auto">
          <a:xfrm>
            <a:off x="6684099" y="3270453"/>
            <a:ext cx="43562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95B53E3D-EAEE-9CD1-5C03-FAD825518A79}"/>
              </a:ext>
            </a:extLst>
          </p:cNvPr>
          <p:cNvSpPr txBox="1"/>
          <p:nvPr/>
        </p:nvSpPr>
        <p:spPr>
          <a:xfrm>
            <a:off x="7203150" y="3132969"/>
            <a:ext cx="107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Request</a:t>
            </a:r>
            <a:endParaRPr lang="en-IN" sz="1400" dirty="0">
              <a:solidFill>
                <a:srgbClr val="000099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49ABF4FF-37AB-D5B9-F6AA-836FFB8E448D}"/>
              </a:ext>
            </a:extLst>
          </p:cNvPr>
          <p:cNvCxnSpPr>
            <a:cxnSpLocks/>
          </p:cNvCxnSpPr>
          <p:nvPr/>
        </p:nvCxnSpPr>
        <p:spPr bwMode="auto">
          <a:xfrm>
            <a:off x="6684099" y="3631303"/>
            <a:ext cx="43562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377A3155-20A2-CEEC-2E9D-0264AE764339}"/>
              </a:ext>
            </a:extLst>
          </p:cNvPr>
          <p:cNvSpPr txBox="1"/>
          <p:nvPr/>
        </p:nvSpPr>
        <p:spPr>
          <a:xfrm>
            <a:off x="7203150" y="3477414"/>
            <a:ext cx="107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99"/>
                </a:solidFill>
                <a:effectLst/>
                <a:latin typeface="Arial" pitchFamily="34" charset="0"/>
                <a:cs typeface="Arial" pitchFamily="34" charset="0"/>
              </a:rPr>
              <a:t>Response</a:t>
            </a:r>
            <a:endParaRPr lang="en-IN" sz="1400" dirty="0">
              <a:solidFill>
                <a:srgbClr val="000099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947D5E9-2256-1F58-9362-5F0285D6E50C}"/>
              </a:ext>
            </a:extLst>
          </p:cNvPr>
          <p:cNvSpPr txBox="1"/>
          <p:nvPr/>
        </p:nvSpPr>
        <p:spPr>
          <a:xfrm>
            <a:off x="1117332" y="803922"/>
            <a:ext cx="91856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IPC – Read TPMS Config status: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2171FC9-0F9D-7114-FE8D-D454A2063102}"/>
              </a:ext>
            </a:extLst>
          </p:cNvPr>
          <p:cNvSpPr txBox="1"/>
          <p:nvPr/>
        </p:nvSpPr>
        <p:spPr>
          <a:xfrm>
            <a:off x="1117332" y="2537341"/>
            <a:ext cx="14010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 File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FA14C3A-8A5D-5527-7920-08B69FED83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8367" y="1245666"/>
            <a:ext cx="7242963" cy="93082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0F0DCDB-3885-A852-74AE-CE2C35C167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8366" y="3051249"/>
            <a:ext cx="5369359" cy="73394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0B61291-16A8-4EEF-A5C3-85FD94997D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8366" y="5202200"/>
            <a:ext cx="9515964" cy="28576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19A9B07-08AE-962A-8154-F59F883B9DD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26152" y="4753394"/>
            <a:ext cx="9509760" cy="43876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669A8246-6187-8490-0C41-E6F0C3A352D3}"/>
              </a:ext>
            </a:extLst>
          </p:cNvPr>
          <p:cNvSpPr txBox="1"/>
          <p:nvPr/>
        </p:nvSpPr>
        <p:spPr>
          <a:xfrm>
            <a:off x="1115118" y="4198966"/>
            <a:ext cx="19949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Report Logiq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9943419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B2438D-53A0-7D38-BC36-A4F58D78E2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19D0B7-CE79-7FBF-BE36-BFC75B0A5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01150" y="6518583"/>
            <a:ext cx="2743200" cy="365125"/>
          </a:xfrm>
        </p:spPr>
        <p:txBody>
          <a:bodyPr/>
          <a:lstStyle/>
          <a:p>
            <a:fld id="{C5E635EA-281D-47C8-A0EC-B8A06226CB83}" type="slidenum">
              <a:rPr lang="en-IN" smtClean="0"/>
              <a:t>119</a:t>
            </a:fld>
            <a:endParaRPr lang="en-IN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3652639-E4DD-A93D-0CBC-50C0C18CC2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4433"/>
            <a:ext cx="10515600" cy="315910"/>
          </a:xfrm>
        </p:spPr>
        <p:txBody>
          <a:bodyPr/>
          <a:lstStyle/>
          <a:p>
            <a:r>
              <a:rPr lang="en-US" dirty="0"/>
              <a:t>Test Verification</a:t>
            </a:r>
            <a:endParaRPr lang="en-IN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93B4F5F-4532-4133-175B-9D2A819485D8}"/>
              </a:ext>
            </a:extLst>
          </p:cNvPr>
          <p:cNvCxnSpPr>
            <a:cxnSpLocks/>
          </p:cNvCxnSpPr>
          <p:nvPr/>
        </p:nvCxnSpPr>
        <p:spPr bwMode="auto">
          <a:xfrm>
            <a:off x="6848904" y="3312983"/>
            <a:ext cx="43562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80FD6815-A150-8E14-E2EA-4D720A7547B2}"/>
              </a:ext>
            </a:extLst>
          </p:cNvPr>
          <p:cNvSpPr txBox="1"/>
          <p:nvPr/>
        </p:nvSpPr>
        <p:spPr>
          <a:xfrm>
            <a:off x="7367955" y="3175499"/>
            <a:ext cx="107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Request</a:t>
            </a:r>
            <a:endParaRPr lang="en-IN" sz="1400" dirty="0">
              <a:solidFill>
                <a:srgbClr val="000099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5A3517F-ADF0-5117-F86C-85843096E6C4}"/>
              </a:ext>
            </a:extLst>
          </p:cNvPr>
          <p:cNvCxnSpPr>
            <a:cxnSpLocks/>
          </p:cNvCxnSpPr>
          <p:nvPr/>
        </p:nvCxnSpPr>
        <p:spPr bwMode="auto">
          <a:xfrm>
            <a:off x="6848904" y="3673833"/>
            <a:ext cx="43562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011D206E-D41F-6892-1CDE-E8125F7FC1D0}"/>
              </a:ext>
            </a:extLst>
          </p:cNvPr>
          <p:cNvSpPr txBox="1"/>
          <p:nvPr/>
        </p:nvSpPr>
        <p:spPr>
          <a:xfrm>
            <a:off x="7367955" y="3519944"/>
            <a:ext cx="107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99"/>
                </a:solidFill>
                <a:effectLst/>
                <a:latin typeface="Arial" pitchFamily="34" charset="0"/>
                <a:cs typeface="Arial" pitchFamily="34" charset="0"/>
              </a:rPr>
              <a:t>Response</a:t>
            </a:r>
            <a:endParaRPr lang="en-IN" sz="1400" dirty="0">
              <a:solidFill>
                <a:srgbClr val="000099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3635AC5-7E0F-7549-8FB2-F22A5E35DA67}"/>
              </a:ext>
            </a:extLst>
          </p:cNvPr>
          <p:cNvSpPr txBox="1"/>
          <p:nvPr/>
        </p:nvSpPr>
        <p:spPr>
          <a:xfrm>
            <a:off x="1117332" y="803922"/>
            <a:ext cx="91856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HLC – Read Headlamp Software Version: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216F05D-8C1C-4D56-DDB0-6C4CFD149C9A}"/>
              </a:ext>
            </a:extLst>
          </p:cNvPr>
          <p:cNvSpPr txBox="1"/>
          <p:nvPr/>
        </p:nvSpPr>
        <p:spPr>
          <a:xfrm>
            <a:off x="1117332" y="2537341"/>
            <a:ext cx="14010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 File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9FFC9F2-65A5-1CF8-37D7-EB57F76AF5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8366" y="1233399"/>
            <a:ext cx="7951350" cy="81336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9BDE48B-D704-FC8F-E78B-5FF4478F97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8366" y="3086869"/>
            <a:ext cx="5455492" cy="81336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01043B1-785B-218D-7AD6-91C8347484D4}"/>
              </a:ext>
            </a:extLst>
          </p:cNvPr>
          <p:cNvSpPr txBox="1"/>
          <p:nvPr/>
        </p:nvSpPr>
        <p:spPr>
          <a:xfrm>
            <a:off x="1117332" y="4270760"/>
            <a:ext cx="20511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Report Logiq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394F688-B1D1-2066-E554-79B52A6BE9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8366" y="4786358"/>
            <a:ext cx="8363380" cy="83824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77120041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A32636-202D-0444-ABFF-3D0B9B1B12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A59CCA-E5A3-0963-E0DA-BD5EE362A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01150" y="6518583"/>
            <a:ext cx="2743200" cy="365125"/>
          </a:xfrm>
        </p:spPr>
        <p:txBody>
          <a:bodyPr/>
          <a:lstStyle/>
          <a:p>
            <a:fld id="{C5E635EA-281D-47C8-A0EC-B8A06226CB83}" type="slidenum">
              <a:rPr lang="en-IN" smtClean="0"/>
              <a:t>120</a:t>
            </a:fld>
            <a:endParaRPr lang="en-IN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DEA6144-A3B0-0452-2BA1-9D364AAB4D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4433"/>
            <a:ext cx="10515600" cy="315910"/>
          </a:xfrm>
        </p:spPr>
        <p:txBody>
          <a:bodyPr/>
          <a:lstStyle/>
          <a:p>
            <a:r>
              <a:rPr lang="en-US" dirty="0"/>
              <a:t>Test Verification</a:t>
            </a:r>
            <a:endParaRPr lang="en-IN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F51888F-E081-7FEA-71A8-330642F98A9C}"/>
              </a:ext>
            </a:extLst>
          </p:cNvPr>
          <p:cNvCxnSpPr>
            <a:cxnSpLocks/>
          </p:cNvCxnSpPr>
          <p:nvPr/>
        </p:nvCxnSpPr>
        <p:spPr bwMode="auto">
          <a:xfrm>
            <a:off x="5588946" y="4206118"/>
            <a:ext cx="43562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9C7D2E33-C462-A388-3F1B-8A3FEBDE58E6}"/>
              </a:ext>
            </a:extLst>
          </p:cNvPr>
          <p:cNvSpPr txBox="1"/>
          <p:nvPr/>
        </p:nvSpPr>
        <p:spPr>
          <a:xfrm>
            <a:off x="6096000" y="4052229"/>
            <a:ext cx="16817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Low beam routine</a:t>
            </a:r>
            <a:endParaRPr lang="en-IN" sz="1400" dirty="0">
              <a:solidFill>
                <a:srgbClr val="000099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E39ED7B6-3B68-D0D5-CD1D-CCF16C832D0C}"/>
              </a:ext>
            </a:extLst>
          </p:cNvPr>
          <p:cNvCxnSpPr>
            <a:cxnSpLocks/>
          </p:cNvCxnSpPr>
          <p:nvPr/>
        </p:nvCxnSpPr>
        <p:spPr bwMode="auto">
          <a:xfrm>
            <a:off x="5588946" y="4981638"/>
            <a:ext cx="43562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F7334564-2EF4-6D4F-4453-1DD96F6B7B14}"/>
              </a:ext>
            </a:extLst>
          </p:cNvPr>
          <p:cNvSpPr txBox="1"/>
          <p:nvPr/>
        </p:nvSpPr>
        <p:spPr>
          <a:xfrm>
            <a:off x="1117332" y="803922"/>
            <a:ext cx="91856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HLC – High beam routine control: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F107DF4-C23D-90E0-784C-BFD4650AFCC8}"/>
              </a:ext>
            </a:extLst>
          </p:cNvPr>
          <p:cNvSpPr txBox="1"/>
          <p:nvPr/>
        </p:nvSpPr>
        <p:spPr>
          <a:xfrm>
            <a:off x="1117332" y="3429000"/>
            <a:ext cx="14010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 File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FA6917-7900-7894-A127-E7508C8897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2040" y="1173253"/>
            <a:ext cx="7410749" cy="200224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47C21F4-FB09-F57A-972C-CB5393AE55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2040" y="3894949"/>
            <a:ext cx="4310042" cy="62920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69C5AC1-17BF-D8E3-D1C6-6DE005D48A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2914" y="4664887"/>
            <a:ext cx="4306824" cy="59296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C3A820C-1FCF-22CC-B579-11397AF5DC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2914" y="5388262"/>
            <a:ext cx="4299168" cy="592969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00C10CE-8AB7-A54C-E1A5-55C98409817B}"/>
              </a:ext>
            </a:extLst>
          </p:cNvPr>
          <p:cNvCxnSpPr>
            <a:cxnSpLocks/>
          </p:cNvCxnSpPr>
          <p:nvPr/>
        </p:nvCxnSpPr>
        <p:spPr bwMode="auto">
          <a:xfrm>
            <a:off x="5588946" y="5745410"/>
            <a:ext cx="43562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9B96B5AC-2D76-7DF1-92D5-DAF7883D8985}"/>
              </a:ext>
            </a:extLst>
          </p:cNvPr>
          <p:cNvSpPr txBox="1"/>
          <p:nvPr/>
        </p:nvSpPr>
        <p:spPr>
          <a:xfrm>
            <a:off x="6096000" y="4827749"/>
            <a:ext cx="16817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High beam routine</a:t>
            </a:r>
            <a:endParaRPr lang="en-IN" sz="1400" dirty="0">
              <a:solidFill>
                <a:srgbClr val="000099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2C0F7E2-3C46-0D47-EB5E-1C2802261DCF}"/>
              </a:ext>
            </a:extLst>
          </p:cNvPr>
          <p:cNvSpPr txBox="1"/>
          <p:nvPr/>
        </p:nvSpPr>
        <p:spPr>
          <a:xfrm>
            <a:off x="6096000" y="5591521"/>
            <a:ext cx="21654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Headlamp OFF routine</a:t>
            </a:r>
            <a:endParaRPr lang="en-IN" sz="1400" dirty="0">
              <a:solidFill>
                <a:srgbClr val="000099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6073411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2D548C-980E-C34F-565A-9F9E173815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EDB3FB-6255-1A8E-596F-F42541C5E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01150" y="6518583"/>
            <a:ext cx="2743200" cy="365125"/>
          </a:xfrm>
        </p:spPr>
        <p:txBody>
          <a:bodyPr/>
          <a:lstStyle/>
          <a:p>
            <a:fld id="{C5E635EA-281D-47C8-A0EC-B8A06226CB83}" type="slidenum">
              <a:rPr lang="en-IN" smtClean="0"/>
              <a:t>121</a:t>
            </a:fld>
            <a:endParaRPr lang="en-IN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0468BD3-DE01-FCF9-7F7A-BB9D519E53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4433"/>
            <a:ext cx="10515600" cy="315910"/>
          </a:xfrm>
        </p:spPr>
        <p:txBody>
          <a:bodyPr/>
          <a:lstStyle/>
          <a:p>
            <a:r>
              <a:rPr lang="en-US" dirty="0"/>
              <a:t>Test Verification</a:t>
            </a:r>
            <a:endParaRPr lang="en-IN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F47CAE8-7D4D-1156-CA97-2E24660A87A5}"/>
              </a:ext>
            </a:extLst>
          </p:cNvPr>
          <p:cNvSpPr txBox="1"/>
          <p:nvPr/>
        </p:nvSpPr>
        <p:spPr>
          <a:xfrm>
            <a:off x="1117332" y="803922"/>
            <a:ext cx="91856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IPC – Write &amp; Read test stamp: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A00B410-157C-E7E8-CD14-C3609B61172A}"/>
              </a:ext>
            </a:extLst>
          </p:cNvPr>
          <p:cNvSpPr txBox="1"/>
          <p:nvPr/>
        </p:nvSpPr>
        <p:spPr>
          <a:xfrm>
            <a:off x="1117332" y="2609668"/>
            <a:ext cx="14010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 File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467B09C-4169-64D4-A889-8A8448B5C4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2040" y="1213382"/>
            <a:ext cx="6699663" cy="103540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F19603F-C458-4D1E-19FA-38BAE7A070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2040" y="3033691"/>
            <a:ext cx="5650974" cy="1724379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9289ABF-381A-0471-E2DC-534D22FEDBBC}"/>
              </a:ext>
            </a:extLst>
          </p:cNvPr>
          <p:cNvCxnSpPr>
            <a:cxnSpLocks/>
          </p:cNvCxnSpPr>
          <p:nvPr/>
        </p:nvCxnSpPr>
        <p:spPr bwMode="auto">
          <a:xfrm>
            <a:off x="6971178" y="3315836"/>
            <a:ext cx="43562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9933A42F-51B4-8947-7DB8-13E9F357744E}"/>
              </a:ext>
            </a:extLst>
          </p:cNvPr>
          <p:cNvSpPr txBox="1"/>
          <p:nvPr/>
        </p:nvSpPr>
        <p:spPr>
          <a:xfrm>
            <a:off x="7490229" y="3178352"/>
            <a:ext cx="107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Request</a:t>
            </a:r>
            <a:endParaRPr lang="en-IN" sz="1400" dirty="0">
              <a:solidFill>
                <a:srgbClr val="000099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4030FDA-0152-36C0-3EA1-EABBE40A2A7C}"/>
              </a:ext>
            </a:extLst>
          </p:cNvPr>
          <p:cNvCxnSpPr>
            <a:cxnSpLocks/>
          </p:cNvCxnSpPr>
          <p:nvPr/>
        </p:nvCxnSpPr>
        <p:spPr bwMode="auto">
          <a:xfrm>
            <a:off x="6971178" y="3676686"/>
            <a:ext cx="43562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0966CAE0-9A2F-C970-0072-1FF77F591CD5}"/>
              </a:ext>
            </a:extLst>
          </p:cNvPr>
          <p:cNvSpPr txBox="1"/>
          <p:nvPr/>
        </p:nvSpPr>
        <p:spPr>
          <a:xfrm>
            <a:off x="7490229" y="3522797"/>
            <a:ext cx="107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99"/>
                </a:solidFill>
                <a:effectLst/>
                <a:latin typeface="Arial" pitchFamily="34" charset="0"/>
                <a:cs typeface="Arial" pitchFamily="34" charset="0"/>
              </a:rPr>
              <a:t>Response</a:t>
            </a:r>
            <a:endParaRPr lang="en-IN" sz="1400" dirty="0">
              <a:solidFill>
                <a:srgbClr val="000099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494252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A271DD-4703-9C30-146A-92356B4A13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496A54-CF62-B864-7587-4A47E6798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01150" y="6518583"/>
            <a:ext cx="2743200" cy="365125"/>
          </a:xfrm>
        </p:spPr>
        <p:txBody>
          <a:bodyPr/>
          <a:lstStyle/>
          <a:p>
            <a:fld id="{C5E635EA-281D-47C8-A0EC-B8A06226CB83}" type="slidenum">
              <a:rPr lang="en-IN" smtClean="0"/>
              <a:t>122</a:t>
            </a:fld>
            <a:endParaRPr lang="en-IN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EE0CE79-7F77-4B8E-50F4-CEA52BCF54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4433"/>
            <a:ext cx="10515600" cy="315910"/>
          </a:xfrm>
        </p:spPr>
        <p:txBody>
          <a:bodyPr/>
          <a:lstStyle/>
          <a:p>
            <a:r>
              <a:rPr lang="en-US" dirty="0"/>
              <a:t>Test Verification</a:t>
            </a:r>
            <a:endParaRPr lang="en-IN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811BFD9-3B8A-ED88-0FBE-492B681C5BC0}"/>
              </a:ext>
            </a:extLst>
          </p:cNvPr>
          <p:cNvSpPr txBox="1"/>
          <p:nvPr/>
        </p:nvSpPr>
        <p:spPr>
          <a:xfrm>
            <a:off x="1117332" y="803922"/>
            <a:ext cx="91856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PCM / ABS / VCU / IPC – Read DTC: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B77D3F6-1C89-280B-1483-E1F4B49C7A6D}"/>
              </a:ext>
            </a:extLst>
          </p:cNvPr>
          <p:cNvSpPr txBox="1"/>
          <p:nvPr/>
        </p:nvSpPr>
        <p:spPr>
          <a:xfrm>
            <a:off x="1175810" y="2950465"/>
            <a:ext cx="14010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 File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2DBB9F-1746-3E8A-6F09-313C910B5BDC}"/>
              </a:ext>
            </a:extLst>
          </p:cNvPr>
          <p:cNvSpPr txBox="1"/>
          <p:nvPr/>
        </p:nvSpPr>
        <p:spPr>
          <a:xfrm>
            <a:off x="9201150" y="5196564"/>
            <a:ext cx="13213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99"/>
                </a:solidFill>
                <a:effectLst/>
                <a:latin typeface="Arial" pitchFamily="34" charset="0"/>
                <a:cs typeface="Arial" pitchFamily="34" charset="0"/>
              </a:rPr>
              <a:t>IPC &amp; VCU</a:t>
            </a:r>
            <a:endParaRPr lang="en-IN" sz="1400" dirty="0">
              <a:solidFill>
                <a:srgbClr val="000099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743B9A2-E523-4167-53F0-6C0B394C7761}"/>
              </a:ext>
            </a:extLst>
          </p:cNvPr>
          <p:cNvCxnSpPr>
            <a:cxnSpLocks/>
          </p:cNvCxnSpPr>
          <p:nvPr/>
        </p:nvCxnSpPr>
        <p:spPr bwMode="auto">
          <a:xfrm>
            <a:off x="5398964" y="3978853"/>
            <a:ext cx="43562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8386447E-685D-1DAC-EDDB-48E9EB701136}"/>
              </a:ext>
            </a:extLst>
          </p:cNvPr>
          <p:cNvSpPr txBox="1"/>
          <p:nvPr/>
        </p:nvSpPr>
        <p:spPr>
          <a:xfrm>
            <a:off x="5918015" y="3824964"/>
            <a:ext cx="107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EMS</a:t>
            </a:r>
            <a:endParaRPr lang="en-IN" sz="1400" dirty="0">
              <a:solidFill>
                <a:srgbClr val="000099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4CEDCE0-E18B-110E-A717-5B569AB9ED07}"/>
              </a:ext>
            </a:extLst>
          </p:cNvPr>
          <p:cNvGrpSpPr/>
          <p:nvPr/>
        </p:nvGrpSpPr>
        <p:grpSpPr>
          <a:xfrm>
            <a:off x="1260871" y="1222781"/>
            <a:ext cx="5400953" cy="1438349"/>
            <a:chOff x="1260871" y="1233414"/>
            <a:chExt cx="5400953" cy="1438349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765E72B3-7776-376A-1B3A-5097C34FC07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60871" y="1233414"/>
              <a:ext cx="5400953" cy="87634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8A57895F-9DE6-8879-DC0F-33BE388805D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60871" y="2109759"/>
              <a:ext cx="5400953" cy="56200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5FFFDE0E-FD10-0F3B-7710-81A6DA5C31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0870" y="3429000"/>
            <a:ext cx="4060188" cy="115363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C242CA54-9FD6-7203-562C-74644582DA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60870" y="4691836"/>
            <a:ext cx="4060188" cy="144389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5B0B76F2-625F-E2A3-A9EC-4C32EC77161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37593" y="3428999"/>
            <a:ext cx="4074201" cy="1153627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7E39338-D978-337C-88FB-60D2BA47B503}"/>
              </a:ext>
            </a:extLst>
          </p:cNvPr>
          <p:cNvCxnSpPr>
            <a:cxnSpLocks/>
          </p:cNvCxnSpPr>
          <p:nvPr/>
        </p:nvCxnSpPr>
        <p:spPr bwMode="auto">
          <a:xfrm>
            <a:off x="5398964" y="5350453"/>
            <a:ext cx="43562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82461668-4440-E5B3-8E6B-5D304364A73F}"/>
              </a:ext>
            </a:extLst>
          </p:cNvPr>
          <p:cNvSpPr txBox="1"/>
          <p:nvPr/>
        </p:nvSpPr>
        <p:spPr>
          <a:xfrm>
            <a:off x="5918015" y="5196564"/>
            <a:ext cx="107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99"/>
                </a:solidFill>
                <a:effectLst/>
                <a:latin typeface="Arial" pitchFamily="34" charset="0"/>
                <a:cs typeface="Arial" pitchFamily="34" charset="0"/>
              </a:rPr>
              <a:t>ABS</a:t>
            </a:r>
            <a:endParaRPr lang="en-IN" sz="1400" dirty="0">
              <a:solidFill>
                <a:srgbClr val="000099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CB610091-0B34-34E0-D1D2-899424250390}"/>
              </a:ext>
            </a:extLst>
          </p:cNvPr>
          <p:cNvCxnSpPr/>
          <p:nvPr/>
        </p:nvCxnSpPr>
        <p:spPr>
          <a:xfrm>
            <a:off x="9675628" y="4627723"/>
            <a:ext cx="0" cy="5688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8592010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A3DF8E-13C0-9125-CC07-7646BD0924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F52C95-3A69-2098-AF91-19185C78C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01150" y="6518583"/>
            <a:ext cx="2743200" cy="365125"/>
          </a:xfrm>
        </p:spPr>
        <p:txBody>
          <a:bodyPr/>
          <a:lstStyle/>
          <a:p>
            <a:fld id="{C5E635EA-281D-47C8-A0EC-B8A06226CB83}" type="slidenum">
              <a:rPr lang="en-IN" smtClean="0"/>
              <a:t>123</a:t>
            </a:fld>
            <a:endParaRPr lang="en-IN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CE28B2A-1682-66B2-EF8D-6A1DFEF38C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4433"/>
            <a:ext cx="10515600" cy="315910"/>
          </a:xfrm>
        </p:spPr>
        <p:txBody>
          <a:bodyPr/>
          <a:lstStyle/>
          <a:p>
            <a:r>
              <a:rPr lang="en-US" dirty="0"/>
              <a:t>Test Verification</a:t>
            </a:r>
            <a:endParaRPr lang="en-IN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72194E5-F843-E2A2-AEE1-2AAE4449FC6E}"/>
              </a:ext>
            </a:extLst>
          </p:cNvPr>
          <p:cNvSpPr txBox="1"/>
          <p:nvPr/>
        </p:nvSpPr>
        <p:spPr>
          <a:xfrm>
            <a:off x="1117332" y="803922"/>
            <a:ext cx="91856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PCM / ABS / VCU / IPC – Clear DTC: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A29D786-0336-EBF5-AE2A-EADE349A1A01}"/>
              </a:ext>
            </a:extLst>
          </p:cNvPr>
          <p:cNvSpPr txBox="1"/>
          <p:nvPr/>
        </p:nvSpPr>
        <p:spPr>
          <a:xfrm>
            <a:off x="1165178" y="3059668"/>
            <a:ext cx="14010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 File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A9B8E45-EBB0-70AA-A23A-539919AD88D5}"/>
              </a:ext>
            </a:extLst>
          </p:cNvPr>
          <p:cNvCxnSpPr>
            <a:cxnSpLocks/>
          </p:cNvCxnSpPr>
          <p:nvPr/>
        </p:nvCxnSpPr>
        <p:spPr bwMode="auto">
          <a:xfrm>
            <a:off x="5113657" y="3797725"/>
            <a:ext cx="43562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11D5D0D8-F390-6C61-F141-7872AE49F99D}"/>
              </a:ext>
            </a:extLst>
          </p:cNvPr>
          <p:cNvSpPr txBox="1"/>
          <p:nvPr/>
        </p:nvSpPr>
        <p:spPr>
          <a:xfrm>
            <a:off x="5549277" y="3640764"/>
            <a:ext cx="107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99"/>
                </a:solidFill>
                <a:effectLst/>
                <a:latin typeface="Arial" pitchFamily="34" charset="0"/>
                <a:cs typeface="Arial" pitchFamily="34" charset="0"/>
              </a:rPr>
              <a:t>IPC</a:t>
            </a:r>
            <a:endParaRPr lang="en-IN" sz="1400" dirty="0">
              <a:solidFill>
                <a:srgbClr val="000099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D611088-626B-EEF9-B011-AE042566C643}"/>
              </a:ext>
            </a:extLst>
          </p:cNvPr>
          <p:cNvCxnSpPr>
            <a:cxnSpLocks/>
          </p:cNvCxnSpPr>
          <p:nvPr/>
        </p:nvCxnSpPr>
        <p:spPr bwMode="auto">
          <a:xfrm>
            <a:off x="5113657" y="5273258"/>
            <a:ext cx="43562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31A09D5D-D6B9-5A80-2177-C6A114DA784E}"/>
              </a:ext>
            </a:extLst>
          </p:cNvPr>
          <p:cNvSpPr txBox="1"/>
          <p:nvPr/>
        </p:nvSpPr>
        <p:spPr>
          <a:xfrm>
            <a:off x="5560261" y="5125285"/>
            <a:ext cx="107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99"/>
                </a:solidFill>
                <a:effectLst/>
                <a:latin typeface="Arial" pitchFamily="34" charset="0"/>
                <a:cs typeface="Arial" pitchFamily="34" charset="0"/>
              </a:rPr>
              <a:t>ABS</a:t>
            </a:r>
            <a:endParaRPr lang="en-IN" sz="1400" dirty="0">
              <a:solidFill>
                <a:srgbClr val="000099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C2397B0-EFE9-1F42-B044-66A47C84A814}"/>
              </a:ext>
            </a:extLst>
          </p:cNvPr>
          <p:cNvGrpSpPr/>
          <p:nvPr/>
        </p:nvGrpSpPr>
        <p:grpSpPr>
          <a:xfrm>
            <a:off x="1255096" y="1263521"/>
            <a:ext cx="5641848" cy="1577741"/>
            <a:chOff x="1255096" y="1263521"/>
            <a:chExt cx="5641848" cy="1577741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6A90F13C-581E-836A-1BAD-3BC7161556A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55096" y="1263521"/>
              <a:ext cx="5641848" cy="3546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2078A11D-64B8-EC0B-151B-979836E7BB7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55553" y="1578426"/>
              <a:ext cx="5638451" cy="1262836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id="{82FD4762-A44B-63D4-85AE-19B838F75C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4838" y="3541868"/>
            <a:ext cx="3739638" cy="528427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39" name="Group 38">
            <a:extLst>
              <a:ext uri="{FF2B5EF4-FFF2-40B4-BE49-F238E27FC236}">
                <a16:creationId xmlns:a16="http://schemas.microsoft.com/office/drawing/2014/main" id="{D47B58A6-B76E-BF0C-D5DA-CA920CC4CA87}"/>
              </a:ext>
            </a:extLst>
          </p:cNvPr>
          <p:cNvGrpSpPr/>
          <p:nvPr/>
        </p:nvGrpSpPr>
        <p:grpSpPr>
          <a:xfrm>
            <a:off x="1254838" y="5775104"/>
            <a:ext cx="3739896" cy="557948"/>
            <a:chOff x="8184787" y="3445581"/>
            <a:chExt cx="3739896" cy="557948"/>
          </a:xfrm>
        </p:grpSpPr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BAFBC12D-5CCF-188A-ECC3-0330C62CFCD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184787" y="3445581"/>
              <a:ext cx="3739896" cy="278059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6556C527-8886-6D7C-2E19-99FE6F7F995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184787" y="3735436"/>
              <a:ext cx="3739896" cy="268093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FEB59698-E8AB-917C-0D3B-39806F77C562}"/>
              </a:ext>
            </a:extLst>
          </p:cNvPr>
          <p:cNvGrpSpPr/>
          <p:nvPr/>
        </p:nvGrpSpPr>
        <p:grpSpPr>
          <a:xfrm>
            <a:off x="1254838" y="4259970"/>
            <a:ext cx="3739896" cy="570502"/>
            <a:chOff x="1254838" y="4354612"/>
            <a:chExt cx="3739896" cy="570502"/>
          </a:xfrm>
        </p:grpSpPr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3F47DBD3-97F9-8641-DDEC-5007F9E4152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254838" y="4354612"/>
              <a:ext cx="3739896" cy="27398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E72782F9-0E28-2F1D-59EF-5BD74528F31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254838" y="4638480"/>
              <a:ext cx="3739896" cy="28663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9AF009CD-80FB-DE5B-7968-8CA432929020}"/>
              </a:ext>
            </a:extLst>
          </p:cNvPr>
          <p:cNvGrpSpPr/>
          <p:nvPr/>
        </p:nvGrpSpPr>
        <p:grpSpPr>
          <a:xfrm>
            <a:off x="1254838" y="5007725"/>
            <a:ext cx="3739896" cy="577704"/>
            <a:chOff x="1254838" y="5087275"/>
            <a:chExt cx="3739896" cy="577704"/>
          </a:xfrm>
        </p:grpSpPr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B7CD3714-F5CC-9942-24EE-9A4B84225EF7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254838" y="5087275"/>
              <a:ext cx="3739896" cy="26317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34AE43FD-C47B-0C89-A03E-6A6223E70C5E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254838" y="5360246"/>
              <a:ext cx="3739896" cy="304733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</p:grp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47426366-E003-9B76-9002-B73FBA121B77}"/>
              </a:ext>
            </a:extLst>
          </p:cNvPr>
          <p:cNvCxnSpPr>
            <a:cxnSpLocks/>
          </p:cNvCxnSpPr>
          <p:nvPr/>
        </p:nvCxnSpPr>
        <p:spPr bwMode="auto">
          <a:xfrm>
            <a:off x="5113657" y="4533955"/>
            <a:ext cx="43562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998BC870-1CF2-817E-7CDB-5B7915BB4D2F}"/>
              </a:ext>
            </a:extLst>
          </p:cNvPr>
          <p:cNvSpPr txBox="1"/>
          <p:nvPr/>
        </p:nvSpPr>
        <p:spPr>
          <a:xfrm>
            <a:off x="5560261" y="4389949"/>
            <a:ext cx="107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EMS</a:t>
            </a:r>
            <a:endParaRPr lang="en-IN" sz="1400" dirty="0">
              <a:solidFill>
                <a:srgbClr val="000099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6359AFA7-D3D2-3F84-9128-9BDBAEBB6BC5}"/>
              </a:ext>
            </a:extLst>
          </p:cNvPr>
          <p:cNvCxnSpPr>
            <a:cxnSpLocks/>
          </p:cNvCxnSpPr>
          <p:nvPr/>
        </p:nvCxnSpPr>
        <p:spPr bwMode="auto">
          <a:xfrm>
            <a:off x="5113657" y="6064959"/>
            <a:ext cx="43562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3351E510-E734-252B-1AAB-37B7E77ED0F9}"/>
              </a:ext>
            </a:extLst>
          </p:cNvPr>
          <p:cNvSpPr txBox="1"/>
          <p:nvPr/>
        </p:nvSpPr>
        <p:spPr>
          <a:xfrm>
            <a:off x="5571247" y="5899274"/>
            <a:ext cx="107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99"/>
                </a:solidFill>
                <a:effectLst/>
                <a:latin typeface="Arial" pitchFamily="34" charset="0"/>
                <a:cs typeface="Arial" pitchFamily="34" charset="0"/>
              </a:rPr>
              <a:t>VCU</a:t>
            </a:r>
            <a:endParaRPr lang="en-IN" sz="1400" dirty="0">
              <a:solidFill>
                <a:srgbClr val="000099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2894262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939FA9-D384-2F0B-74D0-6AFB51E6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635EA-281D-47C8-A0EC-B8A06226CB83}" type="slidenum">
              <a:rPr lang="en-IN" smtClean="0"/>
              <a:t>124</a:t>
            </a:fld>
            <a:endParaRPr lang="en-IN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38B3C3A-5E53-8981-D1E9-152B467A07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13089"/>
            <a:ext cx="10515600" cy="1159107"/>
          </a:xfrm>
        </p:spPr>
        <p:txBody>
          <a:bodyPr/>
          <a:lstStyle/>
          <a:p>
            <a:r>
              <a:rPr lang="en-US" sz="4400" dirty="0"/>
              <a:t>IMU SEQUENCE</a:t>
            </a:r>
            <a:endParaRPr lang="en-IN" sz="4400" dirty="0"/>
          </a:p>
        </p:txBody>
      </p:sp>
    </p:spTree>
    <p:extLst>
      <p:ext uri="{BB962C8B-B14F-4D97-AF65-F5344CB8AC3E}">
        <p14:creationId xmlns:p14="http://schemas.microsoft.com/office/powerpoint/2010/main" val="2963662844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3E0E93-5C5F-0A25-2909-1110F74764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F82EE5-AE47-8427-166C-846F86C306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IMU Sequence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ABA5FD-4226-0520-3398-FBE0C0F4C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635EA-281D-47C8-A0EC-B8A06226CB83}" type="slidenum">
              <a:rPr lang="en-IN" smtClean="0"/>
              <a:t>125</a:t>
            </a:fld>
            <a:endParaRPr lang="en-IN"/>
          </a:p>
        </p:txBody>
      </p:sp>
      <p:sp>
        <p:nvSpPr>
          <p:cNvPr id="23" name="Flowchart: Alternate Process 22">
            <a:extLst>
              <a:ext uri="{FF2B5EF4-FFF2-40B4-BE49-F238E27FC236}">
                <a16:creationId xmlns:a16="http://schemas.microsoft.com/office/drawing/2014/main" id="{9DD3B90C-4D44-9627-4C16-8DA53236161B}"/>
              </a:ext>
            </a:extLst>
          </p:cNvPr>
          <p:cNvSpPr/>
          <p:nvPr/>
        </p:nvSpPr>
        <p:spPr>
          <a:xfrm>
            <a:off x="2643324" y="1423601"/>
            <a:ext cx="1271016" cy="457200"/>
          </a:xfrm>
          <a:prstGeom prst="flowChartAlternateProcess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>
                <a:solidFill>
                  <a:srgbClr val="003399"/>
                </a:solidFill>
                <a:cs typeface="Arial" panose="020B0604020202020204" pitchFamily="34" charset="0"/>
              </a:rPr>
              <a:t>Connect Cable </a:t>
            </a:r>
          </a:p>
        </p:txBody>
      </p:sp>
      <p:sp>
        <p:nvSpPr>
          <p:cNvPr id="24" name="Flowchart: Alternate Process 23">
            <a:extLst>
              <a:ext uri="{FF2B5EF4-FFF2-40B4-BE49-F238E27FC236}">
                <a16:creationId xmlns:a16="http://schemas.microsoft.com/office/drawing/2014/main" id="{4C37E28F-4468-7D05-88AF-EED413C51E30}"/>
              </a:ext>
            </a:extLst>
          </p:cNvPr>
          <p:cNvSpPr/>
          <p:nvPr/>
        </p:nvSpPr>
        <p:spPr>
          <a:xfrm>
            <a:off x="6224119" y="1417640"/>
            <a:ext cx="1271016" cy="457200"/>
          </a:xfrm>
          <a:prstGeom prst="flowChartAlternateProcess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>
                <a:solidFill>
                  <a:srgbClr val="003399"/>
                </a:solidFill>
                <a:cs typeface="Arial" panose="020B0604020202020204" pitchFamily="34" charset="0"/>
              </a:rPr>
              <a:t>Scan VIN number</a:t>
            </a:r>
          </a:p>
        </p:txBody>
      </p:sp>
      <p:sp>
        <p:nvSpPr>
          <p:cNvPr id="25" name="Flowchart: Alternate Process 24">
            <a:extLst>
              <a:ext uri="{FF2B5EF4-FFF2-40B4-BE49-F238E27FC236}">
                <a16:creationId xmlns:a16="http://schemas.microsoft.com/office/drawing/2014/main" id="{F160C366-13B9-70A0-0F89-C2D9ABD3DA08}"/>
              </a:ext>
            </a:extLst>
          </p:cNvPr>
          <p:cNvSpPr/>
          <p:nvPr/>
        </p:nvSpPr>
        <p:spPr>
          <a:xfrm>
            <a:off x="8071928" y="1420626"/>
            <a:ext cx="1271016" cy="457200"/>
          </a:xfrm>
          <a:prstGeom prst="flowChartAlternateProcess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rgbClr val="003399"/>
                </a:solidFill>
                <a:cs typeface="Arial" panose="020B0604020202020204" pitchFamily="34" charset="0"/>
              </a:rPr>
              <a:t>Set IMU Station = Null</a:t>
            </a:r>
          </a:p>
        </p:txBody>
      </p:sp>
      <p:sp>
        <p:nvSpPr>
          <p:cNvPr id="29" name="Flowchart: Alternate Process 28">
            <a:extLst>
              <a:ext uri="{FF2B5EF4-FFF2-40B4-BE49-F238E27FC236}">
                <a16:creationId xmlns:a16="http://schemas.microsoft.com/office/drawing/2014/main" id="{FC9AB528-8AAB-C321-F5EE-8A38ABA461AA}"/>
              </a:ext>
            </a:extLst>
          </p:cNvPr>
          <p:cNvSpPr/>
          <p:nvPr/>
        </p:nvSpPr>
        <p:spPr>
          <a:xfrm>
            <a:off x="4399260" y="1420626"/>
            <a:ext cx="1271016" cy="457200"/>
          </a:xfrm>
          <a:prstGeom prst="flowChartAlternateProcess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>
                <a:solidFill>
                  <a:srgbClr val="003399"/>
                </a:solidFill>
                <a:cs typeface="Arial" panose="020B0604020202020204" pitchFamily="34" charset="0"/>
              </a:rPr>
              <a:t>Ignition ON</a:t>
            </a:r>
          </a:p>
        </p:txBody>
      </p:sp>
      <p:sp>
        <p:nvSpPr>
          <p:cNvPr id="30" name="Flowchart: Alternate Process 29">
            <a:extLst>
              <a:ext uri="{FF2B5EF4-FFF2-40B4-BE49-F238E27FC236}">
                <a16:creationId xmlns:a16="http://schemas.microsoft.com/office/drawing/2014/main" id="{C02BE0D7-8366-5C01-9422-BE4C9C71E8FE}"/>
              </a:ext>
            </a:extLst>
          </p:cNvPr>
          <p:cNvSpPr/>
          <p:nvPr/>
        </p:nvSpPr>
        <p:spPr>
          <a:xfrm>
            <a:off x="9921462" y="1420626"/>
            <a:ext cx="1271016" cy="457200"/>
          </a:xfrm>
          <a:prstGeom prst="flowChartAlternateProcess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100" dirty="0">
                <a:solidFill>
                  <a:srgbClr val="003399"/>
                </a:solidFill>
                <a:cs typeface="Arial" panose="020B0604020202020204" pitchFamily="34" charset="0"/>
              </a:rPr>
              <a:t>Check Static = OK</a:t>
            </a:r>
          </a:p>
        </p:txBody>
      </p:sp>
      <p:sp>
        <p:nvSpPr>
          <p:cNvPr id="31" name="Flowchart: Alternate Process 30">
            <a:extLst>
              <a:ext uri="{FF2B5EF4-FFF2-40B4-BE49-F238E27FC236}">
                <a16:creationId xmlns:a16="http://schemas.microsoft.com/office/drawing/2014/main" id="{F41A829C-2894-B621-C3CB-F24EA6290585}"/>
              </a:ext>
            </a:extLst>
          </p:cNvPr>
          <p:cNvSpPr/>
          <p:nvPr/>
        </p:nvSpPr>
        <p:spPr>
          <a:xfrm>
            <a:off x="9921462" y="2202795"/>
            <a:ext cx="1271016" cy="457200"/>
          </a:xfrm>
          <a:prstGeom prst="flowChartAlternateProcess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rgbClr val="003399"/>
                </a:solidFill>
                <a:cs typeface="Arial" panose="020B0604020202020204" pitchFamily="34" charset="0"/>
              </a:rPr>
              <a:t>Start Comm.</a:t>
            </a:r>
          </a:p>
        </p:txBody>
      </p:sp>
      <p:sp>
        <p:nvSpPr>
          <p:cNvPr id="49" name="Flowchart: Alternate Process 48">
            <a:extLst>
              <a:ext uri="{FF2B5EF4-FFF2-40B4-BE49-F238E27FC236}">
                <a16:creationId xmlns:a16="http://schemas.microsoft.com/office/drawing/2014/main" id="{158C496E-4E74-22C9-E85B-0CBE0FCA8DCC}"/>
              </a:ext>
            </a:extLst>
          </p:cNvPr>
          <p:cNvSpPr/>
          <p:nvPr/>
        </p:nvSpPr>
        <p:spPr>
          <a:xfrm>
            <a:off x="6222394" y="2204069"/>
            <a:ext cx="1271016" cy="457200"/>
          </a:xfrm>
          <a:prstGeom prst="flowChartAlternateProcess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rgbClr val="003399"/>
                </a:solidFill>
                <a:cs typeface="Arial" panose="020B0604020202020204" pitchFamily="34" charset="0"/>
              </a:rPr>
              <a:t>ABS Extended </a:t>
            </a:r>
            <a:r>
              <a:rPr lang="en-IN" sz="1200" dirty="0" err="1">
                <a:solidFill>
                  <a:srgbClr val="003399"/>
                </a:solidFill>
                <a:cs typeface="Arial" panose="020B0604020202020204" pitchFamily="34" charset="0"/>
              </a:rPr>
              <a:t>Diag</a:t>
            </a:r>
            <a:r>
              <a:rPr lang="en-IN" sz="1200" dirty="0">
                <a:solidFill>
                  <a:srgbClr val="003399"/>
                </a:solidFill>
                <a:cs typeface="Arial" panose="020B0604020202020204" pitchFamily="34" charset="0"/>
              </a:rPr>
              <a:t> Session</a:t>
            </a:r>
          </a:p>
        </p:txBody>
      </p:sp>
      <p:sp>
        <p:nvSpPr>
          <p:cNvPr id="51" name="Flowchart: Alternate Process 50">
            <a:extLst>
              <a:ext uri="{FF2B5EF4-FFF2-40B4-BE49-F238E27FC236}">
                <a16:creationId xmlns:a16="http://schemas.microsoft.com/office/drawing/2014/main" id="{283A05D8-0096-70FA-B2D5-2547D68F1E57}"/>
              </a:ext>
            </a:extLst>
          </p:cNvPr>
          <p:cNvSpPr/>
          <p:nvPr/>
        </p:nvSpPr>
        <p:spPr>
          <a:xfrm>
            <a:off x="4399260" y="2205666"/>
            <a:ext cx="1271016" cy="457200"/>
          </a:xfrm>
          <a:prstGeom prst="flowChartAlternateProcess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rgbClr val="003399"/>
                </a:solidFill>
                <a:cs typeface="Arial" panose="020B0604020202020204" pitchFamily="34" charset="0"/>
              </a:rPr>
              <a:t>Clear DTC</a:t>
            </a:r>
          </a:p>
        </p:txBody>
      </p:sp>
      <p:sp>
        <p:nvSpPr>
          <p:cNvPr id="53" name="Flowchart: Alternate Process 52">
            <a:extLst>
              <a:ext uri="{FF2B5EF4-FFF2-40B4-BE49-F238E27FC236}">
                <a16:creationId xmlns:a16="http://schemas.microsoft.com/office/drawing/2014/main" id="{00C89F19-950B-B565-E58C-A0D8DB959DDA}"/>
              </a:ext>
            </a:extLst>
          </p:cNvPr>
          <p:cNvSpPr/>
          <p:nvPr/>
        </p:nvSpPr>
        <p:spPr>
          <a:xfrm>
            <a:off x="2678677" y="2214247"/>
            <a:ext cx="1271016" cy="457200"/>
          </a:xfrm>
          <a:prstGeom prst="flowChartAlternateProcess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rgbClr val="003399"/>
                </a:solidFill>
                <a:cs typeface="Arial" panose="020B0604020202020204" pitchFamily="34" charset="0"/>
              </a:rPr>
              <a:t>Write IMU EOL mode = 01</a:t>
            </a:r>
          </a:p>
        </p:txBody>
      </p:sp>
      <p:sp>
        <p:nvSpPr>
          <p:cNvPr id="55" name="Flowchart: Alternate Process 54">
            <a:extLst>
              <a:ext uri="{FF2B5EF4-FFF2-40B4-BE49-F238E27FC236}">
                <a16:creationId xmlns:a16="http://schemas.microsoft.com/office/drawing/2014/main" id="{D3A0A6CF-5ABD-D1B0-736C-8AA0CB2404EF}"/>
              </a:ext>
            </a:extLst>
          </p:cNvPr>
          <p:cNvSpPr/>
          <p:nvPr/>
        </p:nvSpPr>
        <p:spPr>
          <a:xfrm>
            <a:off x="966849" y="2220569"/>
            <a:ext cx="1271016" cy="457200"/>
          </a:xfrm>
          <a:prstGeom prst="flowChartAlternateProcess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rgbClr val="003399"/>
                </a:solidFill>
                <a:cs typeface="Arial" panose="020B0604020202020204" pitchFamily="34" charset="0"/>
              </a:rPr>
              <a:t>Read IMU EOL mode = 01</a:t>
            </a:r>
          </a:p>
        </p:txBody>
      </p:sp>
      <p:sp>
        <p:nvSpPr>
          <p:cNvPr id="57" name="Flowchart: Alternate Process 56">
            <a:extLst>
              <a:ext uri="{FF2B5EF4-FFF2-40B4-BE49-F238E27FC236}">
                <a16:creationId xmlns:a16="http://schemas.microsoft.com/office/drawing/2014/main" id="{9C7FA394-F11D-8518-031F-3A43E482A0F5}"/>
              </a:ext>
            </a:extLst>
          </p:cNvPr>
          <p:cNvSpPr/>
          <p:nvPr/>
        </p:nvSpPr>
        <p:spPr>
          <a:xfrm>
            <a:off x="966849" y="3020207"/>
            <a:ext cx="1271016" cy="457200"/>
          </a:xfrm>
          <a:prstGeom prst="flowChartAlternateProcess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rgbClr val="003399"/>
                </a:solidFill>
                <a:cs typeface="Arial" panose="020B0604020202020204" pitchFamily="34" charset="0"/>
              </a:rPr>
              <a:t>IG OFF</a:t>
            </a:r>
          </a:p>
        </p:txBody>
      </p:sp>
      <p:sp>
        <p:nvSpPr>
          <p:cNvPr id="59" name="Flowchart: Alternate Process 58">
            <a:extLst>
              <a:ext uri="{FF2B5EF4-FFF2-40B4-BE49-F238E27FC236}">
                <a16:creationId xmlns:a16="http://schemas.microsoft.com/office/drawing/2014/main" id="{E97F1038-E7F2-A574-FEED-13EB4B3C0400}"/>
              </a:ext>
            </a:extLst>
          </p:cNvPr>
          <p:cNvSpPr/>
          <p:nvPr/>
        </p:nvSpPr>
        <p:spPr>
          <a:xfrm>
            <a:off x="2678677" y="3025059"/>
            <a:ext cx="1271016" cy="457200"/>
          </a:xfrm>
          <a:prstGeom prst="flowChartAlternateProcess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rgbClr val="003399"/>
                </a:solidFill>
                <a:cs typeface="Arial" panose="020B0604020202020204" pitchFamily="34" charset="0"/>
              </a:rPr>
              <a:t>IG ON</a:t>
            </a:r>
          </a:p>
        </p:txBody>
      </p:sp>
      <p:sp>
        <p:nvSpPr>
          <p:cNvPr id="61" name="Flowchart: Alternate Process 60">
            <a:extLst>
              <a:ext uri="{FF2B5EF4-FFF2-40B4-BE49-F238E27FC236}">
                <a16:creationId xmlns:a16="http://schemas.microsoft.com/office/drawing/2014/main" id="{4CC2AB08-7F93-278B-65ED-BA2094DF21B5}"/>
              </a:ext>
            </a:extLst>
          </p:cNvPr>
          <p:cNvSpPr/>
          <p:nvPr/>
        </p:nvSpPr>
        <p:spPr>
          <a:xfrm>
            <a:off x="4399260" y="3020207"/>
            <a:ext cx="1271016" cy="457200"/>
          </a:xfrm>
          <a:prstGeom prst="flowChartAlternateProcess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rgbClr val="003399"/>
                </a:solidFill>
                <a:cs typeface="Arial" panose="020B0604020202020204" pitchFamily="34" charset="0"/>
              </a:rPr>
              <a:t>IMU EOL Routine</a:t>
            </a:r>
          </a:p>
        </p:txBody>
      </p:sp>
      <p:sp>
        <p:nvSpPr>
          <p:cNvPr id="63" name="Flowchart: Alternate Process 62">
            <a:extLst>
              <a:ext uri="{FF2B5EF4-FFF2-40B4-BE49-F238E27FC236}">
                <a16:creationId xmlns:a16="http://schemas.microsoft.com/office/drawing/2014/main" id="{85194F9F-D4D1-D126-B4D3-6CECA90D8C22}"/>
              </a:ext>
            </a:extLst>
          </p:cNvPr>
          <p:cNvSpPr/>
          <p:nvPr/>
        </p:nvSpPr>
        <p:spPr>
          <a:xfrm>
            <a:off x="6222394" y="3020207"/>
            <a:ext cx="1271016" cy="457200"/>
          </a:xfrm>
          <a:prstGeom prst="flowChartAlternateProcess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rgbClr val="003399"/>
                </a:solidFill>
                <a:cs typeface="Arial" panose="020B0604020202020204" pitchFamily="34" charset="0"/>
              </a:rPr>
              <a:t>Read Pitch angle</a:t>
            </a:r>
          </a:p>
        </p:txBody>
      </p:sp>
      <p:sp>
        <p:nvSpPr>
          <p:cNvPr id="65" name="Flowchart: Alternate Process 64">
            <a:extLst>
              <a:ext uri="{FF2B5EF4-FFF2-40B4-BE49-F238E27FC236}">
                <a16:creationId xmlns:a16="http://schemas.microsoft.com/office/drawing/2014/main" id="{83395B4F-7506-B608-4784-3F1331A9EC97}"/>
              </a:ext>
            </a:extLst>
          </p:cNvPr>
          <p:cNvSpPr/>
          <p:nvPr/>
        </p:nvSpPr>
        <p:spPr>
          <a:xfrm>
            <a:off x="8109090" y="3020207"/>
            <a:ext cx="1271016" cy="457200"/>
          </a:xfrm>
          <a:prstGeom prst="flowChartAlternateProcess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rgbClr val="003399"/>
                </a:solidFill>
                <a:cs typeface="Arial" panose="020B0604020202020204" pitchFamily="34" charset="0"/>
              </a:rPr>
              <a:t>Read Lean angle</a:t>
            </a:r>
          </a:p>
        </p:txBody>
      </p:sp>
      <p:sp>
        <p:nvSpPr>
          <p:cNvPr id="69" name="Flowchart: Alternate Process 68">
            <a:extLst>
              <a:ext uri="{FF2B5EF4-FFF2-40B4-BE49-F238E27FC236}">
                <a16:creationId xmlns:a16="http://schemas.microsoft.com/office/drawing/2014/main" id="{919505C8-46D9-9582-2DBF-325E2265A040}"/>
              </a:ext>
            </a:extLst>
          </p:cNvPr>
          <p:cNvSpPr/>
          <p:nvPr/>
        </p:nvSpPr>
        <p:spPr>
          <a:xfrm>
            <a:off x="4399260" y="3921858"/>
            <a:ext cx="1271016" cy="457200"/>
          </a:xfrm>
          <a:prstGeom prst="flowChartAlternateProcess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rgbClr val="003399"/>
                </a:solidFill>
                <a:cs typeface="Arial" panose="020B0604020202020204" pitchFamily="34" charset="0"/>
              </a:rPr>
              <a:t>Press Seat Unlatch button</a:t>
            </a:r>
          </a:p>
        </p:txBody>
      </p:sp>
      <p:sp>
        <p:nvSpPr>
          <p:cNvPr id="79" name="Flowchart: Alternate Process 78">
            <a:extLst>
              <a:ext uri="{FF2B5EF4-FFF2-40B4-BE49-F238E27FC236}">
                <a16:creationId xmlns:a16="http://schemas.microsoft.com/office/drawing/2014/main" id="{36195332-7DD9-97C2-CD65-4D2B84B504C5}"/>
              </a:ext>
            </a:extLst>
          </p:cNvPr>
          <p:cNvSpPr/>
          <p:nvPr/>
        </p:nvSpPr>
        <p:spPr>
          <a:xfrm>
            <a:off x="2678677" y="3923560"/>
            <a:ext cx="1271016" cy="457200"/>
          </a:xfrm>
          <a:prstGeom prst="flowChartAlternateProcess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rgbClr val="003399"/>
                </a:solidFill>
                <a:cs typeface="Arial" panose="020B0604020202020204" pitchFamily="34" charset="0"/>
              </a:rPr>
              <a:t>Press Lock button</a:t>
            </a:r>
          </a:p>
        </p:txBody>
      </p:sp>
      <p:sp>
        <p:nvSpPr>
          <p:cNvPr id="80" name="Flowchart: Alternate Process 79">
            <a:extLst>
              <a:ext uri="{FF2B5EF4-FFF2-40B4-BE49-F238E27FC236}">
                <a16:creationId xmlns:a16="http://schemas.microsoft.com/office/drawing/2014/main" id="{A4725978-5B12-419A-F788-FDB2CC53B61C}"/>
              </a:ext>
            </a:extLst>
          </p:cNvPr>
          <p:cNvSpPr/>
          <p:nvPr/>
        </p:nvSpPr>
        <p:spPr>
          <a:xfrm>
            <a:off x="966849" y="3921858"/>
            <a:ext cx="1271016" cy="457200"/>
          </a:xfrm>
          <a:prstGeom prst="flowChartAlternateProcess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rgbClr val="003399"/>
                </a:solidFill>
                <a:cs typeface="Arial" panose="020B0604020202020204" pitchFamily="34" charset="0"/>
              </a:rPr>
              <a:t>IG OFF</a:t>
            </a:r>
            <a:endParaRPr lang="en-IN" sz="1200" dirty="0">
              <a:solidFill>
                <a:srgbClr val="003399"/>
              </a:solidFill>
              <a:cs typeface="Arial" panose="020B0604020202020204" pitchFamily="34" charset="0"/>
            </a:endParaRPr>
          </a:p>
        </p:txBody>
      </p:sp>
      <p:sp>
        <p:nvSpPr>
          <p:cNvPr id="99" name="Flowchart: Alternate Process 98">
            <a:extLst>
              <a:ext uri="{FF2B5EF4-FFF2-40B4-BE49-F238E27FC236}">
                <a16:creationId xmlns:a16="http://schemas.microsoft.com/office/drawing/2014/main" id="{C0BA1B01-B650-45E5-DCD1-A101EFF1FF79}"/>
              </a:ext>
            </a:extLst>
          </p:cNvPr>
          <p:cNvSpPr/>
          <p:nvPr/>
        </p:nvSpPr>
        <p:spPr>
          <a:xfrm>
            <a:off x="9921462" y="3020207"/>
            <a:ext cx="1271016" cy="457200"/>
          </a:xfrm>
          <a:prstGeom prst="flowChartAlternateProcess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rgbClr val="003399"/>
                </a:solidFill>
                <a:cs typeface="Arial" panose="020B0604020202020204" pitchFamily="34" charset="0"/>
              </a:rPr>
              <a:t>Write Pitch angle</a:t>
            </a:r>
          </a:p>
        </p:txBody>
      </p:sp>
      <p:sp>
        <p:nvSpPr>
          <p:cNvPr id="101" name="Flowchart: Alternate Process 100">
            <a:extLst>
              <a:ext uri="{FF2B5EF4-FFF2-40B4-BE49-F238E27FC236}">
                <a16:creationId xmlns:a16="http://schemas.microsoft.com/office/drawing/2014/main" id="{7BDE61DF-11A1-524F-2263-7F5A69837047}"/>
              </a:ext>
            </a:extLst>
          </p:cNvPr>
          <p:cNvSpPr/>
          <p:nvPr/>
        </p:nvSpPr>
        <p:spPr>
          <a:xfrm>
            <a:off x="9921462" y="3923560"/>
            <a:ext cx="1271016" cy="457200"/>
          </a:xfrm>
          <a:prstGeom prst="flowChartAlternateProcess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rgbClr val="003399"/>
                </a:solidFill>
                <a:cs typeface="Arial" panose="020B0604020202020204" pitchFamily="34" charset="0"/>
              </a:rPr>
              <a:t>Write Lean angle</a:t>
            </a:r>
          </a:p>
        </p:txBody>
      </p:sp>
      <p:sp>
        <p:nvSpPr>
          <p:cNvPr id="103" name="Flowchart: Alternate Process 102">
            <a:extLst>
              <a:ext uri="{FF2B5EF4-FFF2-40B4-BE49-F238E27FC236}">
                <a16:creationId xmlns:a16="http://schemas.microsoft.com/office/drawing/2014/main" id="{7D520F36-F0F4-15FA-9961-FEFA18ABF889}"/>
              </a:ext>
            </a:extLst>
          </p:cNvPr>
          <p:cNvSpPr/>
          <p:nvPr/>
        </p:nvSpPr>
        <p:spPr>
          <a:xfrm>
            <a:off x="8112064" y="3916793"/>
            <a:ext cx="1271016" cy="457200"/>
          </a:xfrm>
          <a:prstGeom prst="flowChartAlternateProcess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rgbClr val="003399"/>
                </a:solidFill>
                <a:cs typeface="Arial" panose="020B0604020202020204" pitchFamily="34" charset="0"/>
              </a:rPr>
              <a:t>Write IMU EOL mode = 01</a:t>
            </a:r>
          </a:p>
        </p:txBody>
      </p:sp>
      <p:sp>
        <p:nvSpPr>
          <p:cNvPr id="105" name="Flowchart: Alternate Process 104">
            <a:extLst>
              <a:ext uri="{FF2B5EF4-FFF2-40B4-BE49-F238E27FC236}">
                <a16:creationId xmlns:a16="http://schemas.microsoft.com/office/drawing/2014/main" id="{13AF352E-F59A-45B2-F250-0650D8BBD83B}"/>
              </a:ext>
            </a:extLst>
          </p:cNvPr>
          <p:cNvSpPr/>
          <p:nvPr/>
        </p:nvSpPr>
        <p:spPr>
          <a:xfrm>
            <a:off x="6220124" y="3923560"/>
            <a:ext cx="1271016" cy="457200"/>
          </a:xfrm>
          <a:prstGeom prst="flowChartAlternateProcess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rgbClr val="003399"/>
                </a:solidFill>
                <a:cs typeface="Arial" panose="020B0604020202020204" pitchFamily="34" charset="0"/>
              </a:rPr>
              <a:t>Press Bike finder button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139F23AC-A45A-D33A-146F-2062A058AC18}"/>
              </a:ext>
            </a:extLst>
          </p:cNvPr>
          <p:cNvSpPr txBox="1"/>
          <p:nvPr/>
        </p:nvSpPr>
        <p:spPr>
          <a:xfrm>
            <a:off x="955394" y="814959"/>
            <a:ext cx="109237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Expected Cycle Time: 110 to 120 Sec </a:t>
            </a:r>
          </a:p>
        </p:txBody>
      </p:sp>
      <p:sp>
        <p:nvSpPr>
          <p:cNvPr id="5" name="Flowchart: Alternate Process 4">
            <a:extLst>
              <a:ext uri="{FF2B5EF4-FFF2-40B4-BE49-F238E27FC236}">
                <a16:creationId xmlns:a16="http://schemas.microsoft.com/office/drawing/2014/main" id="{C88ED523-CE37-9C11-E0C8-00AFFF0F1FC4}"/>
              </a:ext>
            </a:extLst>
          </p:cNvPr>
          <p:cNvSpPr/>
          <p:nvPr/>
        </p:nvSpPr>
        <p:spPr>
          <a:xfrm>
            <a:off x="966849" y="4850578"/>
            <a:ext cx="1271016" cy="457200"/>
          </a:xfrm>
          <a:prstGeom prst="flowChartAlternateProcess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rgbClr val="003399"/>
                </a:solidFill>
                <a:cs typeface="Arial" panose="020B0604020202020204" pitchFamily="34" charset="0"/>
              </a:rPr>
              <a:t>IG ON</a:t>
            </a:r>
          </a:p>
        </p:txBody>
      </p:sp>
      <p:sp>
        <p:nvSpPr>
          <p:cNvPr id="7" name="Flowchart: Alternate Process 6">
            <a:extLst>
              <a:ext uri="{FF2B5EF4-FFF2-40B4-BE49-F238E27FC236}">
                <a16:creationId xmlns:a16="http://schemas.microsoft.com/office/drawing/2014/main" id="{B00B4534-4908-A072-1819-3231CC3E6854}"/>
              </a:ext>
            </a:extLst>
          </p:cNvPr>
          <p:cNvSpPr/>
          <p:nvPr/>
        </p:nvSpPr>
        <p:spPr>
          <a:xfrm>
            <a:off x="2677195" y="4842184"/>
            <a:ext cx="1271016" cy="457200"/>
          </a:xfrm>
          <a:prstGeom prst="flowChartAlternateProcess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rgbClr val="003399"/>
                </a:solidFill>
                <a:cs typeface="Arial" panose="020B0604020202020204" pitchFamily="34" charset="0"/>
              </a:rPr>
              <a:t>Press Unlock button</a:t>
            </a:r>
          </a:p>
        </p:txBody>
      </p:sp>
      <p:sp>
        <p:nvSpPr>
          <p:cNvPr id="9" name="Flowchart: Alternate Process 8">
            <a:extLst>
              <a:ext uri="{FF2B5EF4-FFF2-40B4-BE49-F238E27FC236}">
                <a16:creationId xmlns:a16="http://schemas.microsoft.com/office/drawing/2014/main" id="{A65D58B6-43E8-B24D-A233-B58F98714C49}"/>
              </a:ext>
            </a:extLst>
          </p:cNvPr>
          <p:cNvSpPr/>
          <p:nvPr/>
        </p:nvSpPr>
        <p:spPr>
          <a:xfrm>
            <a:off x="4399260" y="4838546"/>
            <a:ext cx="1271016" cy="457200"/>
          </a:xfrm>
          <a:prstGeom prst="flowChartAlternateProcess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rgbClr val="003399"/>
                </a:solidFill>
                <a:cs typeface="Arial" panose="020B0604020202020204" pitchFamily="34" charset="0"/>
              </a:rPr>
              <a:t>Read IMU EOL mode = 01</a:t>
            </a:r>
          </a:p>
        </p:txBody>
      </p:sp>
      <p:sp>
        <p:nvSpPr>
          <p:cNvPr id="11" name="Flowchart: Alternate Process 10">
            <a:extLst>
              <a:ext uri="{FF2B5EF4-FFF2-40B4-BE49-F238E27FC236}">
                <a16:creationId xmlns:a16="http://schemas.microsoft.com/office/drawing/2014/main" id="{8B939217-5FD1-C778-DA51-A360E9B3D5D7}"/>
              </a:ext>
            </a:extLst>
          </p:cNvPr>
          <p:cNvSpPr/>
          <p:nvPr/>
        </p:nvSpPr>
        <p:spPr>
          <a:xfrm>
            <a:off x="6220124" y="4838546"/>
            <a:ext cx="1271016" cy="457200"/>
          </a:xfrm>
          <a:prstGeom prst="flowChartAlternateProcess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rgbClr val="003399"/>
                </a:solidFill>
                <a:cs typeface="Arial" panose="020B0604020202020204" pitchFamily="34" charset="0"/>
              </a:rPr>
              <a:t>IMU EOL Routine</a:t>
            </a:r>
          </a:p>
        </p:txBody>
      </p:sp>
      <p:sp>
        <p:nvSpPr>
          <p:cNvPr id="12" name="Flowchart: Alternate Process 11">
            <a:extLst>
              <a:ext uri="{FF2B5EF4-FFF2-40B4-BE49-F238E27FC236}">
                <a16:creationId xmlns:a16="http://schemas.microsoft.com/office/drawing/2014/main" id="{E30862F1-9B4D-D75F-5A98-B8F429D7FDF4}"/>
              </a:ext>
            </a:extLst>
          </p:cNvPr>
          <p:cNvSpPr/>
          <p:nvPr/>
        </p:nvSpPr>
        <p:spPr>
          <a:xfrm>
            <a:off x="2677195" y="5701404"/>
            <a:ext cx="1271016" cy="457200"/>
          </a:xfrm>
          <a:prstGeom prst="flowChartAlternateProcess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rgbClr val="003399"/>
                </a:solidFill>
                <a:cs typeface="Arial" panose="020B0604020202020204" pitchFamily="34" charset="0"/>
              </a:rPr>
              <a:t>Update IMU flag</a:t>
            </a:r>
            <a:endParaRPr lang="en-IN" sz="1200" dirty="0">
              <a:solidFill>
                <a:srgbClr val="003399"/>
              </a:solidFill>
              <a:cs typeface="Arial" panose="020B0604020202020204" pitchFamily="34" charset="0"/>
            </a:endParaRPr>
          </a:p>
        </p:txBody>
      </p:sp>
      <p:sp>
        <p:nvSpPr>
          <p:cNvPr id="13" name="Flowchart: Alternate Process 12">
            <a:extLst>
              <a:ext uri="{FF2B5EF4-FFF2-40B4-BE49-F238E27FC236}">
                <a16:creationId xmlns:a16="http://schemas.microsoft.com/office/drawing/2014/main" id="{6A8CD787-8D75-C004-A84D-C3AF7B48ED63}"/>
              </a:ext>
            </a:extLst>
          </p:cNvPr>
          <p:cNvSpPr/>
          <p:nvPr/>
        </p:nvSpPr>
        <p:spPr>
          <a:xfrm>
            <a:off x="4399260" y="5708929"/>
            <a:ext cx="1271016" cy="457200"/>
          </a:xfrm>
          <a:prstGeom prst="flowChartAlternateProcess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rgbClr val="003399"/>
                </a:solidFill>
                <a:cs typeface="Arial" panose="020B0604020202020204" pitchFamily="34" charset="0"/>
              </a:rPr>
              <a:t>Log results</a:t>
            </a:r>
          </a:p>
        </p:txBody>
      </p:sp>
      <p:sp>
        <p:nvSpPr>
          <p:cNvPr id="14" name="Flowchart: Alternate Process 13">
            <a:extLst>
              <a:ext uri="{FF2B5EF4-FFF2-40B4-BE49-F238E27FC236}">
                <a16:creationId xmlns:a16="http://schemas.microsoft.com/office/drawing/2014/main" id="{F8214B2F-5148-0945-1881-DFDC54E1D88D}"/>
              </a:ext>
            </a:extLst>
          </p:cNvPr>
          <p:cNvSpPr/>
          <p:nvPr/>
        </p:nvSpPr>
        <p:spPr>
          <a:xfrm>
            <a:off x="6220124" y="5708929"/>
            <a:ext cx="1271016" cy="457200"/>
          </a:xfrm>
          <a:prstGeom prst="flowChartAlternateProcess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rgbClr val="003399"/>
                </a:solidFill>
                <a:cs typeface="Arial" panose="020B0604020202020204" pitchFamily="34" charset="0"/>
              </a:rPr>
              <a:t>Read IPC test stamp</a:t>
            </a:r>
          </a:p>
        </p:txBody>
      </p:sp>
      <p:sp>
        <p:nvSpPr>
          <p:cNvPr id="18" name="Flowchart: Alternate Process 17">
            <a:extLst>
              <a:ext uri="{FF2B5EF4-FFF2-40B4-BE49-F238E27FC236}">
                <a16:creationId xmlns:a16="http://schemas.microsoft.com/office/drawing/2014/main" id="{EC82C0E7-E55E-DFB0-D886-E39B0C4B19D6}"/>
              </a:ext>
            </a:extLst>
          </p:cNvPr>
          <p:cNvSpPr/>
          <p:nvPr/>
        </p:nvSpPr>
        <p:spPr>
          <a:xfrm>
            <a:off x="8071928" y="5708929"/>
            <a:ext cx="1271016" cy="457200"/>
          </a:xfrm>
          <a:prstGeom prst="flowChartAlternateProcess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rgbClr val="003399"/>
                </a:solidFill>
                <a:cs typeface="Arial" panose="020B0604020202020204" pitchFamily="34" charset="0"/>
              </a:rPr>
              <a:t>Write IPC test stamp</a:t>
            </a:r>
          </a:p>
        </p:txBody>
      </p:sp>
      <p:sp>
        <p:nvSpPr>
          <p:cNvPr id="19" name="Flowchart: Alternate Process 18">
            <a:extLst>
              <a:ext uri="{FF2B5EF4-FFF2-40B4-BE49-F238E27FC236}">
                <a16:creationId xmlns:a16="http://schemas.microsoft.com/office/drawing/2014/main" id="{9147780D-ED4D-D9A3-3732-5BC725D87A16}"/>
              </a:ext>
            </a:extLst>
          </p:cNvPr>
          <p:cNvSpPr/>
          <p:nvPr/>
        </p:nvSpPr>
        <p:spPr>
          <a:xfrm>
            <a:off x="9921462" y="5701404"/>
            <a:ext cx="1271016" cy="457200"/>
          </a:xfrm>
          <a:prstGeom prst="flowChartAlternateProcess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rgbClr val="003399"/>
                </a:solidFill>
                <a:cs typeface="Arial" panose="020B0604020202020204" pitchFamily="34" charset="0"/>
              </a:rPr>
              <a:t>Read Lean angle</a:t>
            </a:r>
          </a:p>
        </p:txBody>
      </p:sp>
      <p:sp>
        <p:nvSpPr>
          <p:cNvPr id="20" name="Flowchart: Alternate Process 19">
            <a:extLst>
              <a:ext uri="{FF2B5EF4-FFF2-40B4-BE49-F238E27FC236}">
                <a16:creationId xmlns:a16="http://schemas.microsoft.com/office/drawing/2014/main" id="{9937F81E-A081-0674-30E1-7020B2B28C26}"/>
              </a:ext>
            </a:extLst>
          </p:cNvPr>
          <p:cNvSpPr/>
          <p:nvPr/>
        </p:nvSpPr>
        <p:spPr>
          <a:xfrm>
            <a:off x="9921462" y="4842184"/>
            <a:ext cx="1271016" cy="457200"/>
          </a:xfrm>
          <a:prstGeom prst="flowChartAlternateProcess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rgbClr val="003399"/>
                </a:solidFill>
                <a:cs typeface="Arial" panose="020B0604020202020204" pitchFamily="34" charset="0"/>
              </a:rPr>
              <a:t>Read Pitch angle</a:t>
            </a:r>
          </a:p>
        </p:txBody>
      </p:sp>
      <p:sp>
        <p:nvSpPr>
          <p:cNvPr id="22" name="Flowchart: Alternate Process 21">
            <a:extLst>
              <a:ext uri="{FF2B5EF4-FFF2-40B4-BE49-F238E27FC236}">
                <a16:creationId xmlns:a16="http://schemas.microsoft.com/office/drawing/2014/main" id="{08E7A021-2938-84D6-0DD0-93AC7EC1C2D8}"/>
              </a:ext>
            </a:extLst>
          </p:cNvPr>
          <p:cNvSpPr/>
          <p:nvPr/>
        </p:nvSpPr>
        <p:spPr>
          <a:xfrm>
            <a:off x="8109090" y="4842184"/>
            <a:ext cx="1271016" cy="457200"/>
          </a:xfrm>
          <a:prstGeom prst="flowChartAlternateProcess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rgbClr val="003399"/>
                </a:solidFill>
                <a:cs typeface="Arial" panose="020B0604020202020204" pitchFamily="34" charset="0"/>
              </a:rPr>
              <a:t>Read IMU EOL mode = 00</a:t>
            </a:r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4D7526E9-644F-AE92-7DCA-7C3D7C88D06D}"/>
              </a:ext>
            </a:extLst>
          </p:cNvPr>
          <p:cNvSpPr/>
          <p:nvPr/>
        </p:nvSpPr>
        <p:spPr>
          <a:xfrm>
            <a:off x="1089937" y="1427824"/>
            <a:ext cx="1024840" cy="444224"/>
          </a:xfrm>
          <a:prstGeom prst="ellipse">
            <a:avLst/>
          </a:prstGeom>
          <a:solidFill>
            <a:schemeClr val="accent2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dirty="0">
                <a:solidFill>
                  <a:schemeClr val="bg1"/>
                </a:solidFill>
                <a:cs typeface="Arial" panose="020B0604020202020204" pitchFamily="34" charset="0"/>
              </a:rPr>
              <a:t>Start</a:t>
            </a:r>
          </a:p>
        </p:txBody>
      </p:sp>
      <p:sp>
        <p:nvSpPr>
          <p:cNvPr id="77" name="Flowchart: Alternate Process 76">
            <a:extLst>
              <a:ext uri="{FF2B5EF4-FFF2-40B4-BE49-F238E27FC236}">
                <a16:creationId xmlns:a16="http://schemas.microsoft.com/office/drawing/2014/main" id="{4C3BEF52-CED0-68BB-0DF2-D2BB4EFCCC89}"/>
              </a:ext>
            </a:extLst>
          </p:cNvPr>
          <p:cNvSpPr/>
          <p:nvPr/>
        </p:nvSpPr>
        <p:spPr>
          <a:xfrm>
            <a:off x="8071928" y="2196505"/>
            <a:ext cx="1271016" cy="457200"/>
          </a:xfrm>
          <a:prstGeom prst="flowChartAlternateProcess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rgbClr val="003399"/>
                </a:solidFill>
                <a:cs typeface="Arial" panose="020B0604020202020204" pitchFamily="34" charset="0"/>
              </a:rPr>
              <a:t>ABS Diagnostic Session</a:t>
            </a:r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72B716A1-7E6A-1036-B566-180E31EFCC58}"/>
              </a:ext>
            </a:extLst>
          </p:cNvPr>
          <p:cNvSpPr/>
          <p:nvPr/>
        </p:nvSpPr>
        <p:spPr>
          <a:xfrm>
            <a:off x="1071567" y="5708929"/>
            <a:ext cx="1024840" cy="448056"/>
          </a:xfrm>
          <a:prstGeom prst="ellipse">
            <a:avLst/>
          </a:prstGeom>
          <a:solidFill>
            <a:schemeClr val="accent2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  <a:cs typeface="Arial" panose="020B0604020202020204" pitchFamily="34" charset="0"/>
              </a:rPr>
              <a:t>S</a:t>
            </a:r>
            <a:r>
              <a:rPr lang="en-IN" sz="1400" b="1" dirty="0">
                <a:solidFill>
                  <a:schemeClr val="bg1"/>
                </a:solidFill>
                <a:cs typeface="Arial" panose="020B0604020202020204" pitchFamily="34" charset="0"/>
              </a:rPr>
              <a:t>top</a:t>
            </a:r>
          </a:p>
        </p:txBody>
      </p: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2D5B789B-4410-FF23-AD1F-60EA1072B505}"/>
              </a:ext>
            </a:extLst>
          </p:cNvPr>
          <p:cNvCxnSpPr>
            <a:stCxn id="75" idx="6"/>
            <a:endCxn id="23" idx="1"/>
          </p:cNvCxnSpPr>
          <p:nvPr/>
        </p:nvCxnSpPr>
        <p:spPr>
          <a:xfrm>
            <a:off x="2114777" y="1649936"/>
            <a:ext cx="528547" cy="22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14A6B125-69F3-CBD8-E75B-362B85D5163A}"/>
              </a:ext>
            </a:extLst>
          </p:cNvPr>
          <p:cNvCxnSpPr>
            <a:stCxn id="23" idx="3"/>
            <a:endCxn id="29" idx="1"/>
          </p:cNvCxnSpPr>
          <p:nvPr/>
        </p:nvCxnSpPr>
        <p:spPr>
          <a:xfrm flipV="1">
            <a:off x="3914340" y="1649226"/>
            <a:ext cx="484920" cy="29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D6B0AAE1-4BE1-740F-B1C9-CC3F9DBBD66A}"/>
              </a:ext>
            </a:extLst>
          </p:cNvPr>
          <p:cNvCxnSpPr>
            <a:stCxn id="29" idx="3"/>
            <a:endCxn id="24" idx="1"/>
          </p:cNvCxnSpPr>
          <p:nvPr/>
        </p:nvCxnSpPr>
        <p:spPr>
          <a:xfrm flipV="1">
            <a:off x="5670276" y="1646240"/>
            <a:ext cx="553843" cy="29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778AC07F-A43D-957F-2A61-B0D8C3E4C64B}"/>
              </a:ext>
            </a:extLst>
          </p:cNvPr>
          <p:cNvCxnSpPr>
            <a:stCxn id="24" idx="3"/>
            <a:endCxn id="25" idx="1"/>
          </p:cNvCxnSpPr>
          <p:nvPr/>
        </p:nvCxnSpPr>
        <p:spPr>
          <a:xfrm>
            <a:off x="7495135" y="1646240"/>
            <a:ext cx="576793" cy="29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86752C19-41F4-EC35-E64F-5EE52CC31CAE}"/>
              </a:ext>
            </a:extLst>
          </p:cNvPr>
          <p:cNvCxnSpPr>
            <a:stCxn id="25" idx="3"/>
            <a:endCxn id="30" idx="1"/>
          </p:cNvCxnSpPr>
          <p:nvPr/>
        </p:nvCxnSpPr>
        <p:spPr>
          <a:xfrm>
            <a:off x="9342944" y="1649226"/>
            <a:ext cx="57851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4ED5F726-0B01-105F-82FC-E12BEB690D23}"/>
              </a:ext>
            </a:extLst>
          </p:cNvPr>
          <p:cNvCxnSpPr>
            <a:stCxn id="30" idx="2"/>
            <a:endCxn id="31" idx="0"/>
          </p:cNvCxnSpPr>
          <p:nvPr/>
        </p:nvCxnSpPr>
        <p:spPr>
          <a:xfrm>
            <a:off x="10556970" y="1877826"/>
            <a:ext cx="0" cy="3249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DB5D8B01-1162-5764-4955-4B0E9DCEAA69}"/>
              </a:ext>
            </a:extLst>
          </p:cNvPr>
          <p:cNvCxnSpPr>
            <a:stCxn id="31" idx="1"/>
            <a:endCxn id="77" idx="3"/>
          </p:cNvCxnSpPr>
          <p:nvPr/>
        </p:nvCxnSpPr>
        <p:spPr>
          <a:xfrm flipH="1" flipV="1">
            <a:off x="9342944" y="2425105"/>
            <a:ext cx="578518" cy="62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65190BD9-B356-82CD-B65F-8C0C23C47999}"/>
              </a:ext>
            </a:extLst>
          </p:cNvPr>
          <p:cNvCxnSpPr>
            <a:stCxn id="77" idx="1"/>
            <a:endCxn id="49" idx="3"/>
          </p:cNvCxnSpPr>
          <p:nvPr/>
        </p:nvCxnSpPr>
        <p:spPr>
          <a:xfrm flipH="1">
            <a:off x="7493410" y="2425105"/>
            <a:ext cx="578518" cy="75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Arrow Connector 121">
            <a:extLst>
              <a:ext uri="{FF2B5EF4-FFF2-40B4-BE49-F238E27FC236}">
                <a16:creationId xmlns:a16="http://schemas.microsoft.com/office/drawing/2014/main" id="{553C880D-1232-372D-0D7D-B5E03F027D7C}"/>
              </a:ext>
            </a:extLst>
          </p:cNvPr>
          <p:cNvCxnSpPr>
            <a:stCxn id="49" idx="1"/>
            <a:endCxn id="51" idx="3"/>
          </p:cNvCxnSpPr>
          <p:nvPr/>
        </p:nvCxnSpPr>
        <p:spPr>
          <a:xfrm flipH="1">
            <a:off x="5670276" y="2432669"/>
            <a:ext cx="552118" cy="15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Arrow Connector 123">
            <a:extLst>
              <a:ext uri="{FF2B5EF4-FFF2-40B4-BE49-F238E27FC236}">
                <a16:creationId xmlns:a16="http://schemas.microsoft.com/office/drawing/2014/main" id="{F6994C9E-3F12-0E70-E30C-EF9C87A8D836}"/>
              </a:ext>
            </a:extLst>
          </p:cNvPr>
          <p:cNvCxnSpPr>
            <a:stCxn id="51" idx="1"/>
            <a:endCxn id="53" idx="3"/>
          </p:cNvCxnSpPr>
          <p:nvPr/>
        </p:nvCxnSpPr>
        <p:spPr>
          <a:xfrm flipH="1">
            <a:off x="3949693" y="2434266"/>
            <a:ext cx="449567" cy="85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Arrow Connector 125">
            <a:extLst>
              <a:ext uri="{FF2B5EF4-FFF2-40B4-BE49-F238E27FC236}">
                <a16:creationId xmlns:a16="http://schemas.microsoft.com/office/drawing/2014/main" id="{2C06FA54-18D1-EC99-DE85-D9460703B22A}"/>
              </a:ext>
            </a:extLst>
          </p:cNvPr>
          <p:cNvCxnSpPr>
            <a:stCxn id="53" idx="1"/>
            <a:endCxn id="55" idx="3"/>
          </p:cNvCxnSpPr>
          <p:nvPr/>
        </p:nvCxnSpPr>
        <p:spPr>
          <a:xfrm flipH="1">
            <a:off x="2237865" y="2442847"/>
            <a:ext cx="440812" cy="63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Arrow Connector 127">
            <a:extLst>
              <a:ext uri="{FF2B5EF4-FFF2-40B4-BE49-F238E27FC236}">
                <a16:creationId xmlns:a16="http://schemas.microsoft.com/office/drawing/2014/main" id="{FD4032C3-EC53-54D1-C19D-B2C88879610E}"/>
              </a:ext>
            </a:extLst>
          </p:cNvPr>
          <p:cNvCxnSpPr>
            <a:stCxn id="55" idx="2"/>
            <a:endCxn id="57" idx="0"/>
          </p:cNvCxnSpPr>
          <p:nvPr/>
        </p:nvCxnSpPr>
        <p:spPr>
          <a:xfrm>
            <a:off x="1602357" y="2677769"/>
            <a:ext cx="0" cy="3424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0" name="Straight Arrow Connector 129">
            <a:extLst>
              <a:ext uri="{FF2B5EF4-FFF2-40B4-BE49-F238E27FC236}">
                <a16:creationId xmlns:a16="http://schemas.microsoft.com/office/drawing/2014/main" id="{3A16E292-2107-8537-A873-96206DA85186}"/>
              </a:ext>
            </a:extLst>
          </p:cNvPr>
          <p:cNvCxnSpPr>
            <a:stCxn id="57" idx="3"/>
            <a:endCxn id="59" idx="1"/>
          </p:cNvCxnSpPr>
          <p:nvPr/>
        </p:nvCxnSpPr>
        <p:spPr>
          <a:xfrm>
            <a:off x="2237865" y="3248807"/>
            <a:ext cx="440812" cy="48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Arrow Connector 131">
            <a:extLst>
              <a:ext uri="{FF2B5EF4-FFF2-40B4-BE49-F238E27FC236}">
                <a16:creationId xmlns:a16="http://schemas.microsoft.com/office/drawing/2014/main" id="{C9B67229-7B30-6164-7ED9-DBD823163BAF}"/>
              </a:ext>
            </a:extLst>
          </p:cNvPr>
          <p:cNvCxnSpPr>
            <a:stCxn id="59" idx="3"/>
            <a:endCxn id="61" idx="1"/>
          </p:cNvCxnSpPr>
          <p:nvPr/>
        </p:nvCxnSpPr>
        <p:spPr>
          <a:xfrm flipV="1">
            <a:off x="3949693" y="3248807"/>
            <a:ext cx="449567" cy="48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Arrow Connector 133">
            <a:extLst>
              <a:ext uri="{FF2B5EF4-FFF2-40B4-BE49-F238E27FC236}">
                <a16:creationId xmlns:a16="http://schemas.microsoft.com/office/drawing/2014/main" id="{913E1489-0F38-2152-CEC2-BB7A00F23BB4}"/>
              </a:ext>
            </a:extLst>
          </p:cNvPr>
          <p:cNvCxnSpPr>
            <a:stCxn id="61" idx="3"/>
            <a:endCxn id="63" idx="1"/>
          </p:cNvCxnSpPr>
          <p:nvPr/>
        </p:nvCxnSpPr>
        <p:spPr>
          <a:xfrm>
            <a:off x="5670276" y="3248807"/>
            <a:ext cx="55211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Arrow Connector 135">
            <a:extLst>
              <a:ext uri="{FF2B5EF4-FFF2-40B4-BE49-F238E27FC236}">
                <a16:creationId xmlns:a16="http://schemas.microsoft.com/office/drawing/2014/main" id="{D3BA1923-0C3D-2365-8778-05AF07BD6B4C}"/>
              </a:ext>
            </a:extLst>
          </p:cNvPr>
          <p:cNvCxnSpPr>
            <a:stCxn id="63" idx="3"/>
            <a:endCxn id="65" idx="1"/>
          </p:cNvCxnSpPr>
          <p:nvPr/>
        </p:nvCxnSpPr>
        <p:spPr>
          <a:xfrm>
            <a:off x="7493410" y="3248807"/>
            <a:ext cx="61568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Arrow Connector 137">
            <a:extLst>
              <a:ext uri="{FF2B5EF4-FFF2-40B4-BE49-F238E27FC236}">
                <a16:creationId xmlns:a16="http://schemas.microsoft.com/office/drawing/2014/main" id="{CBBD23B4-98FC-93C8-1218-0854A7F836DB}"/>
              </a:ext>
            </a:extLst>
          </p:cNvPr>
          <p:cNvCxnSpPr>
            <a:stCxn id="65" idx="3"/>
            <a:endCxn id="99" idx="1"/>
          </p:cNvCxnSpPr>
          <p:nvPr/>
        </p:nvCxnSpPr>
        <p:spPr>
          <a:xfrm>
            <a:off x="9380106" y="3248807"/>
            <a:ext cx="54135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Arrow Connector 139">
            <a:extLst>
              <a:ext uri="{FF2B5EF4-FFF2-40B4-BE49-F238E27FC236}">
                <a16:creationId xmlns:a16="http://schemas.microsoft.com/office/drawing/2014/main" id="{08495482-A989-EDEC-C2A9-478EB1412015}"/>
              </a:ext>
            </a:extLst>
          </p:cNvPr>
          <p:cNvCxnSpPr>
            <a:stCxn id="99" idx="2"/>
            <a:endCxn id="101" idx="0"/>
          </p:cNvCxnSpPr>
          <p:nvPr/>
        </p:nvCxnSpPr>
        <p:spPr>
          <a:xfrm>
            <a:off x="10556970" y="3477407"/>
            <a:ext cx="0" cy="4461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2" name="Straight Arrow Connector 141">
            <a:extLst>
              <a:ext uri="{FF2B5EF4-FFF2-40B4-BE49-F238E27FC236}">
                <a16:creationId xmlns:a16="http://schemas.microsoft.com/office/drawing/2014/main" id="{6EBFC035-4B82-7ECA-4A5C-FE8276EC6449}"/>
              </a:ext>
            </a:extLst>
          </p:cNvPr>
          <p:cNvCxnSpPr>
            <a:stCxn id="101" idx="1"/>
            <a:endCxn id="103" idx="3"/>
          </p:cNvCxnSpPr>
          <p:nvPr/>
        </p:nvCxnSpPr>
        <p:spPr>
          <a:xfrm flipH="1" flipV="1">
            <a:off x="9383080" y="4145393"/>
            <a:ext cx="538382" cy="67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Arrow Connector 143">
            <a:extLst>
              <a:ext uri="{FF2B5EF4-FFF2-40B4-BE49-F238E27FC236}">
                <a16:creationId xmlns:a16="http://schemas.microsoft.com/office/drawing/2014/main" id="{E25C6B03-5E4D-FF3E-D9B0-D7E8F7413B42}"/>
              </a:ext>
            </a:extLst>
          </p:cNvPr>
          <p:cNvCxnSpPr>
            <a:stCxn id="103" idx="1"/>
            <a:endCxn id="105" idx="3"/>
          </p:cNvCxnSpPr>
          <p:nvPr/>
        </p:nvCxnSpPr>
        <p:spPr>
          <a:xfrm flipH="1">
            <a:off x="7491140" y="4145393"/>
            <a:ext cx="620924" cy="67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Straight Arrow Connector 145">
            <a:extLst>
              <a:ext uri="{FF2B5EF4-FFF2-40B4-BE49-F238E27FC236}">
                <a16:creationId xmlns:a16="http://schemas.microsoft.com/office/drawing/2014/main" id="{B2DE6791-2AA2-A1FD-7F45-0966C8137D02}"/>
              </a:ext>
            </a:extLst>
          </p:cNvPr>
          <p:cNvCxnSpPr>
            <a:stCxn id="105" idx="1"/>
            <a:endCxn id="69" idx="3"/>
          </p:cNvCxnSpPr>
          <p:nvPr/>
        </p:nvCxnSpPr>
        <p:spPr>
          <a:xfrm flipH="1" flipV="1">
            <a:off x="5670276" y="4150458"/>
            <a:ext cx="549848" cy="17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Straight Arrow Connector 147">
            <a:extLst>
              <a:ext uri="{FF2B5EF4-FFF2-40B4-BE49-F238E27FC236}">
                <a16:creationId xmlns:a16="http://schemas.microsoft.com/office/drawing/2014/main" id="{AC245781-4B3A-7BFE-6C8F-0360D03816EE}"/>
              </a:ext>
            </a:extLst>
          </p:cNvPr>
          <p:cNvCxnSpPr>
            <a:stCxn id="69" idx="1"/>
            <a:endCxn id="79" idx="3"/>
          </p:cNvCxnSpPr>
          <p:nvPr/>
        </p:nvCxnSpPr>
        <p:spPr>
          <a:xfrm flipH="1">
            <a:off x="3949693" y="4150458"/>
            <a:ext cx="449567" cy="17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Arrow Connector 149">
            <a:extLst>
              <a:ext uri="{FF2B5EF4-FFF2-40B4-BE49-F238E27FC236}">
                <a16:creationId xmlns:a16="http://schemas.microsoft.com/office/drawing/2014/main" id="{780F4458-4A7C-A152-01AD-16886E942DD0}"/>
              </a:ext>
            </a:extLst>
          </p:cNvPr>
          <p:cNvCxnSpPr>
            <a:stCxn id="79" idx="1"/>
            <a:endCxn id="80" idx="3"/>
          </p:cNvCxnSpPr>
          <p:nvPr/>
        </p:nvCxnSpPr>
        <p:spPr>
          <a:xfrm flipH="1" flipV="1">
            <a:off x="2237865" y="4150458"/>
            <a:ext cx="440812" cy="17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Straight Arrow Connector 151">
            <a:extLst>
              <a:ext uri="{FF2B5EF4-FFF2-40B4-BE49-F238E27FC236}">
                <a16:creationId xmlns:a16="http://schemas.microsoft.com/office/drawing/2014/main" id="{F9667A06-141C-F924-905D-8B47C507D0C2}"/>
              </a:ext>
            </a:extLst>
          </p:cNvPr>
          <p:cNvCxnSpPr>
            <a:stCxn id="80" idx="2"/>
            <a:endCxn id="5" idx="0"/>
          </p:cNvCxnSpPr>
          <p:nvPr/>
        </p:nvCxnSpPr>
        <p:spPr>
          <a:xfrm>
            <a:off x="1602357" y="4379058"/>
            <a:ext cx="0" cy="4715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4" name="Straight Arrow Connector 153">
            <a:extLst>
              <a:ext uri="{FF2B5EF4-FFF2-40B4-BE49-F238E27FC236}">
                <a16:creationId xmlns:a16="http://schemas.microsoft.com/office/drawing/2014/main" id="{1AABFC84-C44D-C425-30B2-4869B9D77FB2}"/>
              </a:ext>
            </a:extLst>
          </p:cNvPr>
          <p:cNvCxnSpPr>
            <a:stCxn id="5" idx="3"/>
            <a:endCxn id="7" idx="1"/>
          </p:cNvCxnSpPr>
          <p:nvPr/>
        </p:nvCxnSpPr>
        <p:spPr>
          <a:xfrm flipV="1">
            <a:off x="2237865" y="5070784"/>
            <a:ext cx="439330" cy="83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Straight Arrow Connector 155">
            <a:extLst>
              <a:ext uri="{FF2B5EF4-FFF2-40B4-BE49-F238E27FC236}">
                <a16:creationId xmlns:a16="http://schemas.microsoft.com/office/drawing/2014/main" id="{6D99D1A6-67A3-7D10-1D1C-89623C4DF1A3}"/>
              </a:ext>
            </a:extLst>
          </p:cNvPr>
          <p:cNvCxnSpPr>
            <a:stCxn id="7" idx="3"/>
            <a:endCxn id="9" idx="1"/>
          </p:cNvCxnSpPr>
          <p:nvPr/>
        </p:nvCxnSpPr>
        <p:spPr>
          <a:xfrm flipV="1">
            <a:off x="3948211" y="5067146"/>
            <a:ext cx="451049" cy="36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Straight Arrow Connector 157">
            <a:extLst>
              <a:ext uri="{FF2B5EF4-FFF2-40B4-BE49-F238E27FC236}">
                <a16:creationId xmlns:a16="http://schemas.microsoft.com/office/drawing/2014/main" id="{83B777F6-F351-ADBF-6893-169872B6159F}"/>
              </a:ext>
            </a:extLst>
          </p:cNvPr>
          <p:cNvCxnSpPr>
            <a:stCxn id="9" idx="3"/>
            <a:endCxn id="11" idx="1"/>
          </p:cNvCxnSpPr>
          <p:nvPr/>
        </p:nvCxnSpPr>
        <p:spPr>
          <a:xfrm>
            <a:off x="5670276" y="5067146"/>
            <a:ext cx="54984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Straight Arrow Connector 159">
            <a:extLst>
              <a:ext uri="{FF2B5EF4-FFF2-40B4-BE49-F238E27FC236}">
                <a16:creationId xmlns:a16="http://schemas.microsoft.com/office/drawing/2014/main" id="{0EF12A12-05EA-8FDC-FE33-E1731C6706F2}"/>
              </a:ext>
            </a:extLst>
          </p:cNvPr>
          <p:cNvCxnSpPr>
            <a:stCxn id="11" idx="3"/>
            <a:endCxn id="22" idx="1"/>
          </p:cNvCxnSpPr>
          <p:nvPr/>
        </p:nvCxnSpPr>
        <p:spPr>
          <a:xfrm>
            <a:off x="7491140" y="5067146"/>
            <a:ext cx="617950" cy="36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Straight Arrow Connector 161">
            <a:extLst>
              <a:ext uri="{FF2B5EF4-FFF2-40B4-BE49-F238E27FC236}">
                <a16:creationId xmlns:a16="http://schemas.microsoft.com/office/drawing/2014/main" id="{4E4CBD96-85D3-15B3-A316-B0429720CD9C}"/>
              </a:ext>
            </a:extLst>
          </p:cNvPr>
          <p:cNvCxnSpPr>
            <a:stCxn id="22" idx="3"/>
            <a:endCxn id="20" idx="1"/>
          </p:cNvCxnSpPr>
          <p:nvPr/>
        </p:nvCxnSpPr>
        <p:spPr>
          <a:xfrm>
            <a:off x="9380106" y="5070784"/>
            <a:ext cx="54135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Straight Arrow Connector 163">
            <a:extLst>
              <a:ext uri="{FF2B5EF4-FFF2-40B4-BE49-F238E27FC236}">
                <a16:creationId xmlns:a16="http://schemas.microsoft.com/office/drawing/2014/main" id="{40F8EF01-F63F-256C-A336-763BA525DA4E}"/>
              </a:ext>
            </a:extLst>
          </p:cNvPr>
          <p:cNvCxnSpPr>
            <a:stCxn id="20" idx="2"/>
            <a:endCxn id="19" idx="0"/>
          </p:cNvCxnSpPr>
          <p:nvPr/>
        </p:nvCxnSpPr>
        <p:spPr>
          <a:xfrm>
            <a:off x="10556970" y="5299384"/>
            <a:ext cx="0" cy="4020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6" name="Straight Arrow Connector 165">
            <a:extLst>
              <a:ext uri="{FF2B5EF4-FFF2-40B4-BE49-F238E27FC236}">
                <a16:creationId xmlns:a16="http://schemas.microsoft.com/office/drawing/2014/main" id="{C3CC6086-28AA-4CC8-1D22-A3A180772D3B}"/>
              </a:ext>
            </a:extLst>
          </p:cNvPr>
          <p:cNvCxnSpPr>
            <a:stCxn id="19" idx="1"/>
            <a:endCxn id="18" idx="3"/>
          </p:cNvCxnSpPr>
          <p:nvPr/>
        </p:nvCxnSpPr>
        <p:spPr>
          <a:xfrm flipH="1">
            <a:off x="9342944" y="5930004"/>
            <a:ext cx="578518" cy="75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Straight Arrow Connector 167">
            <a:extLst>
              <a:ext uri="{FF2B5EF4-FFF2-40B4-BE49-F238E27FC236}">
                <a16:creationId xmlns:a16="http://schemas.microsoft.com/office/drawing/2014/main" id="{7981B064-E713-D1AC-D06C-9D4363E7A7C6}"/>
              </a:ext>
            </a:extLst>
          </p:cNvPr>
          <p:cNvCxnSpPr>
            <a:stCxn id="18" idx="1"/>
            <a:endCxn id="14" idx="3"/>
          </p:cNvCxnSpPr>
          <p:nvPr/>
        </p:nvCxnSpPr>
        <p:spPr>
          <a:xfrm flipH="1">
            <a:off x="7491140" y="5937529"/>
            <a:ext cx="58078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Straight Arrow Connector 169">
            <a:extLst>
              <a:ext uri="{FF2B5EF4-FFF2-40B4-BE49-F238E27FC236}">
                <a16:creationId xmlns:a16="http://schemas.microsoft.com/office/drawing/2014/main" id="{B95C922C-87FA-0BE8-A4FF-D5CD275FC137}"/>
              </a:ext>
            </a:extLst>
          </p:cNvPr>
          <p:cNvCxnSpPr>
            <a:stCxn id="14" idx="1"/>
            <a:endCxn id="13" idx="3"/>
          </p:cNvCxnSpPr>
          <p:nvPr/>
        </p:nvCxnSpPr>
        <p:spPr>
          <a:xfrm flipH="1">
            <a:off x="5670276" y="5937529"/>
            <a:ext cx="54984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Straight Arrow Connector 171">
            <a:extLst>
              <a:ext uri="{FF2B5EF4-FFF2-40B4-BE49-F238E27FC236}">
                <a16:creationId xmlns:a16="http://schemas.microsoft.com/office/drawing/2014/main" id="{6179190F-47BD-3A90-9E5F-238F28782178}"/>
              </a:ext>
            </a:extLst>
          </p:cNvPr>
          <p:cNvCxnSpPr>
            <a:stCxn id="13" idx="1"/>
            <a:endCxn id="12" idx="3"/>
          </p:cNvCxnSpPr>
          <p:nvPr/>
        </p:nvCxnSpPr>
        <p:spPr>
          <a:xfrm flipH="1" flipV="1">
            <a:off x="3948211" y="5930004"/>
            <a:ext cx="451049" cy="75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Straight Arrow Connector 173">
            <a:extLst>
              <a:ext uri="{FF2B5EF4-FFF2-40B4-BE49-F238E27FC236}">
                <a16:creationId xmlns:a16="http://schemas.microsoft.com/office/drawing/2014/main" id="{CD0A705F-7B29-2807-A197-6AFE785909F7}"/>
              </a:ext>
            </a:extLst>
          </p:cNvPr>
          <p:cNvCxnSpPr>
            <a:stCxn id="12" idx="1"/>
            <a:endCxn id="83" idx="6"/>
          </p:cNvCxnSpPr>
          <p:nvPr/>
        </p:nvCxnSpPr>
        <p:spPr>
          <a:xfrm flipH="1">
            <a:off x="2096407" y="5930004"/>
            <a:ext cx="580788" cy="29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8911250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9F8710-EA85-9CBB-6D9F-F36A7FD65B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635EA-281D-47C8-A0EC-B8A06226CB83}" type="slidenum">
              <a:rPr lang="en-IN" smtClean="0"/>
              <a:t>126</a:t>
            </a:fld>
            <a:endParaRPr lang="en-IN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BBD738B-6423-5A47-B31D-6B8668060F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3678"/>
            <a:ext cx="10515600" cy="315910"/>
          </a:xfrm>
        </p:spPr>
        <p:txBody>
          <a:bodyPr/>
          <a:lstStyle/>
          <a:p>
            <a:r>
              <a:rPr lang="en-US" dirty="0"/>
              <a:t>Test Verification - Phases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F3390F9-8469-D2CF-DB28-0667275DC7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6880" y="764883"/>
            <a:ext cx="3143412" cy="572481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25DDFF0-E49E-A129-7ABC-010B54BEF3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3162" y="764883"/>
            <a:ext cx="3143412" cy="573434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67ACA97-060D-FE35-63A0-D6EA5E4D3B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9444" y="764882"/>
            <a:ext cx="3143412" cy="5724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8729466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23ABDE-04CF-D726-52CA-C96B7001A8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686E2B-AFB4-6950-3B2E-47A146991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01150" y="6518583"/>
            <a:ext cx="2743200" cy="365125"/>
          </a:xfrm>
        </p:spPr>
        <p:txBody>
          <a:bodyPr/>
          <a:lstStyle/>
          <a:p>
            <a:fld id="{C5E635EA-281D-47C8-A0EC-B8A06226CB83}" type="slidenum">
              <a:rPr lang="en-IN" smtClean="0"/>
              <a:t>127</a:t>
            </a:fld>
            <a:endParaRPr lang="en-IN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5EB84D1-BBAA-71CB-3CA3-9F440832E5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4433"/>
            <a:ext cx="10515600" cy="315910"/>
          </a:xfrm>
        </p:spPr>
        <p:txBody>
          <a:bodyPr/>
          <a:lstStyle/>
          <a:p>
            <a:r>
              <a:rPr lang="en-US" dirty="0"/>
              <a:t>Test Verification</a:t>
            </a:r>
            <a:endParaRPr lang="en-IN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3223EEE-066A-4105-713D-2B26E4D8718E}"/>
              </a:ext>
            </a:extLst>
          </p:cNvPr>
          <p:cNvCxnSpPr>
            <a:cxnSpLocks/>
          </p:cNvCxnSpPr>
          <p:nvPr/>
        </p:nvCxnSpPr>
        <p:spPr bwMode="auto">
          <a:xfrm>
            <a:off x="6498029" y="3258732"/>
            <a:ext cx="43562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0781220D-8B10-6A4A-01E4-7F669E20C2A5}"/>
              </a:ext>
            </a:extLst>
          </p:cNvPr>
          <p:cNvSpPr txBox="1"/>
          <p:nvPr/>
        </p:nvSpPr>
        <p:spPr>
          <a:xfrm>
            <a:off x="7017080" y="3121248"/>
            <a:ext cx="107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Request</a:t>
            </a:r>
            <a:endParaRPr lang="en-IN" sz="1400" dirty="0">
              <a:solidFill>
                <a:srgbClr val="000099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1F4E5D6-1D68-71A0-2EF4-93B8F11B1A6D}"/>
              </a:ext>
            </a:extLst>
          </p:cNvPr>
          <p:cNvCxnSpPr>
            <a:cxnSpLocks/>
          </p:cNvCxnSpPr>
          <p:nvPr/>
        </p:nvCxnSpPr>
        <p:spPr bwMode="auto">
          <a:xfrm>
            <a:off x="6498029" y="4030748"/>
            <a:ext cx="43562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DE5FDAED-C7F7-1B15-15D8-AFCA1C5C71F6}"/>
              </a:ext>
            </a:extLst>
          </p:cNvPr>
          <p:cNvSpPr txBox="1"/>
          <p:nvPr/>
        </p:nvSpPr>
        <p:spPr>
          <a:xfrm>
            <a:off x="7017080" y="3876859"/>
            <a:ext cx="107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99"/>
                </a:solidFill>
                <a:effectLst/>
                <a:latin typeface="Arial" pitchFamily="34" charset="0"/>
                <a:cs typeface="Arial" pitchFamily="34" charset="0"/>
              </a:rPr>
              <a:t>Response</a:t>
            </a:r>
            <a:endParaRPr lang="en-IN" sz="1400" dirty="0">
              <a:solidFill>
                <a:srgbClr val="000099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F87874A-AF9D-D701-A1CA-C19BC55DF7DB}"/>
              </a:ext>
            </a:extLst>
          </p:cNvPr>
          <p:cNvSpPr txBox="1"/>
          <p:nvPr/>
        </p:nvSpPr>
        <p:spPr>
          <a:xfrm>
            <a:off x="1117332" y="803922"/>
            <a:ext cx="91856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ABS – Clear DTC: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8EBACB9-3FC7-B6F7-F16C-8832C05F6CFB}"/>
              </a:ext>
            </a:extLst>
          </p:cNvPr>
          <p:cNvSpPr txBox="1"/>
          <p:nvPr/>
        </p:nvSpPr>
        <p:spPr>
          <a:xfrm>
            <a:off x="1117332" y="2537341"/>
            <a:ext cx="14010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 File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94C3FB1-22C7-3504-4BC0-4B80F2FD56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8366" y="1219679"/>
            <a:ext cx="7385649" cy="86307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B885D4D-D07B-E768-188C-D74270F41E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8366" y="3052939"/>
            <a:ext cx="5170939" cy="112820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989769626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9092A7-53BB-31A3-FB3E-BAC6FBCDCE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6AD728-C3D2-9C4C-CF6E-78635B6EB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01150" y="6518583"/>
            <a:ext cx="2743200" cy="365125"/>
          </a:xfrm>
        </p:spPr>
        <p:txBody>
          <a:bodyPr/>
          <a:lstStyle/>
          <a:p>
            <a:fld id="{C5E635EA-281D-47C8-A0EC-B8A06226CB83}" type="slidenum">
              <a:rPr lang="en-IN" smtClean="0"/>
              <a:t>128</a:t>
            </a:fld>
            <a:endParaRPr lang="en-IN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7F67B5B-D2C1-9C98-7B86-42CE766A38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4433"/>
            <a:ext cx="10515600" cy="315910"/>
          </a:xfrm>
        </p:spPr>
        <p:txBody>
          <a:bodyPr/>
          <a:lstStyle/>
          <a:p>
            <a:r>
              <a:rPr lang="en-US" dirty="0"/>
              <a:t>Test Verification</a:t>
            </a:r>
            <a:endParaRPr lang="en-IN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2D5124C-C9A1-9741-6B21-AA068B5DA00F}"/>
              </a:ext>
            </a:extLst>
          </p:cNvPr>
          <p:cNvCxnSpPr>
            <a:cxnSpLocks/>
          </p:cNvCxnSpPr>
          <p:nvPr/>
        </p:nvCxnSpPr>
        <p:spPr bwMode="auto">
          <a:xfrm>
            <a:off x="6498029" y="3167604"/>
            <a:ext cx="43562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E7DEC2DF-A6C3-2567-ED39-5FAED15C06D7}"/>
              </a:ext>
            </a:extLst>
          </p:cNvPr>
          <p:cNvSpPr txBox="1"/>
          <p:nvPr/>
        </p:nvSpPr>
        <p:spPr>
          <a:xfrm>
            <a:off x="7017080" y="3030120"/>
            <a:ext cx="107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Request</a:t>
            </a:r>
            <a:endParaRPr lang="en-IN" sz="1400" dirty="0">
              <a:solidFill>
                <a:srgbClr val="000099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F8022FD1-4926-37D5-AC57-CB127816CBC3}"/>
              </a:ext>
            </a:extLst>
          </p:cNvPr>
          <p:cNvCxnSpPr>
            <a:cxnSpLocks/>
          </p:cNvCxnSpPr>
          <p:nvPr/>
        </p:nvCxnSpPr>
        <p:spPr bwMode="auto">
          <a:xfrm>
            <a:off x="6498029" y="3669205"/>
            <a:ext cx="43562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859B6104-647F-8F0B-153D-6F84ADDDE23C}"/>
              </a:ext>
            </a:extLst>
          </p:cNvPr>
          <p:cNvSpPr txBox="1"/>
          <p:nvPr/>
        </p:nvSpPr>
        <p:spPr>
          <a:xfrm>
            <a:off x="7017080" y="3515316"/>
            <a:ext cx="107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99"/>
                </a:solidFill>
                <a:effectLst/>
                <a:latin typeface="Arial" pitchFamily="34" charset="0"/>
                <a:cs typeface="Arial" pitchFamily="34" charset="0"/>
              </a:rPr>
              <a:t>Response</a:t>
            </a:r>
            <a:endParaRPr lang="en-IN" sz="1400" dirty="0">
              <a:solidFill>
                <a:srgbClr val="000099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5857235-60DD-952B-242D-34A09424103B}"/>
              </a:ext>
            </a:extLst>
          </p:cNvPr>
          <p:cNvSpPr txBox="1"/>
          <p:nvPr/>
        </p:nvSpPr>
        <p:spPr>
          <a:xfrm>
            <a:off x="1117332" y="803922"/>
            <a:ext cx="91856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ABS – Write IMU EOL mode: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7FDBD5C-845B-F7E4-A64E-5063B9F76A0C}"/>
              </a:ext>
            </a:extLst>
          </p:cNvPr>
          <p:cNvSpPr txBox="1"/>
          <p:nvPr/>
        </p:nvSpPr>
        <p:spPr>
          <a:xfrm>
            <a:off x="1117332" y="2537341"/>
            <a:ext cx="14010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 File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B363D20-D3A3-FC52-6124-F8F3807DA3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8366" y="1271131"/>
            <a:ext cx="7819941" cy="75588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19A5C42-7EBB-EB27-B8A0-33FCF577F9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8366" y="3027372"/>
            <a:ext cx="5121075" cy="75587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736869446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9AC6EE-F10A-B0F0-2BC9-45AADA1755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C4CC7C-2A6F-AB8B-7D28-C1875E133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01150" y="6518583"/>
            <a:ext cx="2743200" cy="365125"/>
          </a:xfrm>
        </p:spPr>
        <p:txBody>
          <a:bodyPr/>
          <a:lstStyle/>
          <a:p>
            <a:fld id="{C5E635EA-281D-47C8-A0EC-B8A06226CB83}" type="slidenum">
              <a:rPr lang="en-IN" smtClean="0"/>
              <a:t>129</a:t>
            </a:fld>
            <a:endParaRPr lang="en-IN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89C44B8-C6B2-233F-441C-0F60186B38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4433"/>
            <a:ext cx="10515600" cy="315910"/>
          </a:xfrm>
        </p:spPr>
        <p:txBody>
          <a:bodyPr/>
          <a:lstStyle/>
          <a:p>
            <a:r>
              <a:rPr lang="en-US" dirty="0"/>
              <a:t>Test Verification</a:t>
            </a:r>
            <a:endParaRPr lang="en-IN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DE7DFC6-EADD-BFF6-AB4F-EFFFAE72AC90}"/>
              </a:ext>
            </a:extLst>
          </p:cNvPr>
          <p:cNvCxnSpPr>
            <a:cxnSpLocks/>
          </p:cNvCxnSpPr>
          <p:nvPr/>
        </p:nvCxnSpPr>
        <p:spPr bwMode="auto">
          <a:xfrm>
            <a:off x="6498029" y="3167604"/>
            <a:ext cx="43562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90DDFDB6-F93C-8837-7005-04C3D6CAEBBE}"/>
              </a:ext>
            </a:extLst>
          </p:cNvPr>
          <p:cNvSpPr txBox="1"/>
          <p:nvPr/>
        </p:nvSpPr>
        <p:spPr>
          <a:xfrm>
            <a:off x="7017080" y="3030120"/>
            <a:ext cx="107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Request</a:t>
            </a:r>
            <a:endParaRPr lang="en-IN" sz="1400" dirty="0">
              <a:solidFill>
                <a:srgbClr val="000099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FE1AADE-9EFF-0C59-539A-2EA6C450730F}"/>
              </a:ext>
            </a:extLst>
          </p:cNvPr>
          <p:cNvCxnSpPr>
            <a:cxnSpLocks/>
          </p:cNvCxnSpPr>
          <p:nvPr/>
        </p:nvCxnSpPr>
        <p:spPr bwMode="auto">
          <a:xfrm>
            <a:off x="6498029" y="4014072"/>
            <a:ext cx="43562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B78EE64A-B42A-1A66-BB42-17F179313CC4}"/>
              </a:ext>
            </a:extLst>
          </p:cNvPr>
          <p:cNvSpPr txBox="1"/>
          <p:nvPr/>
        </p:nvSpPr>
        <p:spPr>
          <a:xfrm>
            <a:off x="7017080" y="3860183"/>
            <a:ext cx="107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99"/>
                </a:solidFill>
                <a:effectLst/>
                <a:latin typeface="Arial" pitchFamily="34" charset="0"/>
                <a:cs typeface="Arial" pitchFamily="34" charset="0"/>
              </a:rPr>
              <a:t>Response</a:t>
            </a:r>
            <a:endParaRPr lang="en-IN" sz="1400" dirty="0">
              <a:solidFill>
                <a:srgbClr val="000099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36148BD-A993-0880-4B09-567F88F936C3}"/>
              </a:ext>
            </a:extLst>
          </p:cNvPr>
          <p:cNvSpPr txBox="1"/>
          <p:nvPr/>
        </p:nvSpPr>
        <p:spPr>
          <a:xfrm>
            <a:off x="1117332" y="803922"/>
            <a:ext cx="91856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ABS – IMU EOL routine: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1391EE9-7781-0FE3-4289-E3C0685284F8}"/>
              </a:ext>
            </a:extLst>
          </p:cNvPr>
          <p:cNvSpPr txBox="1"/>
          <p:nvPr/>
        </p:nvSpPr>
        <p:spPr>
          <a:xfrm>
            <a:off x="1117332" y="2537341"/>
            <a:ext cx="14010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 File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9B2B67A-0F20-F5A1-37FF-76A1E75A64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0373" y="1293953"/>
            <a:ext cx="7656575" cy="83255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9533A53-7C87-635D-0E6C-B9FBDF95EC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0372" y="3030120"/>
            <a:ext cx="5224225" cy="1137840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8EFC558E-1258-B6E8-57F2-B4F6FBBE143C}"/>
              </a:ext>
            </a:extLst>
          </p:cNvPr>
          <p:cNvGrpSpPr/>
          <p:nvPr/>
        </p:nvGrpSpPr>
        <p:grpSpPr>
          <a:xfrm>
            <a:off x="1190372" y="5167024"/>
            <a:ext cx="9506439" cy="553121"/>
            <a:chOff x="1386971" y="5066015"/>
            <a:chExt cx="9506439" cy="553121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38DCBA7C-2570-29D0-B506-7ED11E5FCE2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386971" y="5351781"/>
              <a:ext cx="9500616" cy="26735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3EF228D6-41C6-82A3-88C6-19989958D95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386971" y="5066015"/>
              <a:ext cx="9506439" cy="28576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4A1FAE7F-669D-AC50-5910-C915CD591369}"/>
              </a:ext>
            </a:extLst>
          </p:cNvPr>
          <p:cNvSpPr txBox="1"/>
          <p:nvPr/>
        </p:nvSpPr>
        <p:spPr>
          <a:xfrm>
            <a:off x="1117332" y="4654352"/>
            <a:ext cx="19526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Report Logiq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7589968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0647AC-B4D8-9362-EFAB-8E75BDFCC7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CD0C3A-93FC-948B-5529-DAE0BD5BE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01150" y="6518583"/>
            <a:ext cx="2743200" cy="365125"/>
          </a:xfrm>
        </p:spPr>
        <p:txBody>
          <a:bodyPr/>
          <a:lstStyle/>
          <a:p>
            <a:fld id="{C5E635EA-281D-47C8-A0EC-B8A06226CB83}" type="slidenum">
              <a:rPr lang="en-IN" smtClean="0"/>
              <a:t>130</a:t>
            </a:fld>
            <a:endParaRPr lang="en-IN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5EA8A28-BA96-9FFD-6399-5159692D1C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4433"/>
            <a:ext cx="10515600" cy="315910"/>
          </a:xfrm>
        </p:spPr>
        <p:txBody>
          <a:bodyPr/>
          <a:lstStyle/>
          <a:p>
            <a:r>
              <a:rPr lang="en-US" dirty="0"/>
              <a:t>Test Verification</a:t>
            </a:r>
            <a:endParaRPr lang="en-IN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24FDF55-F9A1-3C2D-A120-5A935829D969}"/>
              </a:ext>
            </a:extLst>
          </p:cNvPr>
          <p:cNvCxnSpPr>
            <a:cxnSpLocks/>
          </p:cNvCxnSpPr>
          <p:nvPr/>
        </p:nvCxnSpPr>
        <p:spPr bwMode="auto">
          <a:xfrm>
            <a:off x="6524610" y="2859826"/>
            <a:ext cx="43562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9C66559D-A28D-221A-610F-FEE5155889F2}"/>
              </a:ext>
            </a:extLst>
          </p:cNvPr>
          <p:cNvSpPr txBox="1"/>
          <p:nvPr/>
        </p:nvSpPr>
        <p:spPr>
          <a:xfrm>
            <a:off x="7043661" y="2722342"/>
            <a:ext cx="107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Request</a:t>
            </a:r>
            <a:endParaRPr lang="en-IN" sz="1400" dirty="0">
              <a:solidFill>
                <a:srgbClr val="000099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E0A8696D-DB87-7F50-CCE2-6150E4448775}"/>
              </a:ext>
            </a:extLst>
          </p:cNvPr>
          <p:cNvCxnSpPr>
            <a:cxnSpLocks/>
          </p:cNvCxnSpPr>
          <p:nvPr/>
        </p:nvCxnSpPr>
        <p:spPr bwMode="auto">
          <a:xfrm>
            <a:off x="6524610" y="3323522"/>
            <a:ext cx="43562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D11C5231-48E0-DB7F-E8E7-E34E7E83D6B1}"/>
              </a:ext>
            </a:extLst>
          </p:cNvPr>
          <p:cNvSpPr txBox="1"/>
          <p:nvPr/>
        </p:nvSpPr>
        <p:spPr>
          <a:xfrm>
            <a:off x="7043661" y="3169633"/>
            <a:ext cx="107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99"/>
                </a:solidFill>
                <a:effectLst/>
                <a:latin typeface="Arial" pitchFamily="34" charset="0"/>
                <a:cs typeface="Arial" pitchFamily="34" charset="0"/>
              </a:rPr>
              <a:t>Response</a:t>
            </a:r>
            <a:endParaRPr lang="en-IN" sz="1400" dirty="0">
              <a:solidFill>
                <a:srgbClr val="000099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5EA7A7F-08DB-46A6-5319-B3E5BBFEF704}"/>
              </a:ext>
            </a:extLst>
          </p:cNvPr>
          <p:cNvSpPr txBox="1"/>
          <p:nvPr/>
        </p:nvSpPr>
        <p:spPr>
          <a:xfrm>
            <a:off x="1117332" y="803922"/>
            <a:ext cx="91856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ABS – Read IMU angles: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D51D4D3-B590-2A01-CC18-FD60CC7CFF5A}"/>
              </a:ext>
            </a:extLst>
          </p:cNvPr>
          <p:cNvSpPr txBox="1"/>
          <p:nvPr/>
        </p:nvSpPr>
        <p:spPr>
          <a:xfrm>
            <a:off x="1117332" y="2320247"/>
            <a:ext cx="14010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 File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6771AEC-7FF1-128A-36A8-35648DF48A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4628" y="1232840"/>
            <a:ext cx="7658623" cy="82456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D705AA8-055C-98AA-874E-85EE2529A7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9548" y="2733455"/>
            <a:ext cx="5226765" cy="148791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560909F-F175-0FAD-DC12-8FCBA5407B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9548" y="4945399"/>
            <a:ext cx="9477862" cy="57152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DB940B6-9797-DF1A-5FB2-B14B4704A404}"/>
              </a:ext>
            </a:extLst>
          </p:cNvPr>
          <p:cNvSpPr txBox="1"/>
          <p:nvPr/>
        </p:nvSpPr>
        <p:spPr>
          <a:xfrm>
            <a:off x="1194628" y="4443333"/>
            <a:ext cx="19526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Report Logiq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5654861-1DA3-A11E-B4A6-C58CAC4E5C6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29548" y="5531382"/>
            <a:ext cx="9477862" cy="27623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562501651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F4A05F-9BAF-F9C1-F884-6F48EAE116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558DCB-56C0-FA86-9EAF-1D31E96F5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01150" y="6518583"/>
            <a:ext cx="2743200" cy="365125"/>
          </a:xfrm>
        </p:spPr>
        <p:txBody>
          <a:bodyPr/>
          <a:lstStyle/>
          <a:p>
            <a:fld id="{C5E635EA-281D-47C8-A0EC-B8A06226CB83}" type="slidenum">
              <a:rPr lang="en-IN" smtClean="0"/>
              <a:t>131</a:t>
            </a:fld>
            <a:endParaRPr lang="en-IN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38D6327-EDE6-A080-9372-817C3CBBF8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4433"/>
            <a:ext cx="10515600" cy="315910"/>
          </a:xfrm>
        </p:spPr>
        <p:txBody>
          <a:bodyPr/>
          <a:lstStyle/>
          <a:p>
            <a:r>
              <a:rPr lang="en-US" dirty="0"/>
              <a:t>Test Verification</a:t>
            </a:r>
            <a:endParaRPr lang="en-IN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7A6438C-4C63-90B0-767B-077EABD42DFC}"/>
              </a:ext>
            </a:extLst>
          </p:cNvPr>
          <p:cNvCxnSpPr>
            <a:cxnSpLocks/>
          </p:cNvCxnSpPr>
          <p:nvPr/>
        </p:nvCxnSpPr>
        <p:spPr bwMode="auto">
          <a:xfrm>
            <a:off x="4934081" y="3412595"/>
            <a:ext cx="43562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DC2DF204-0C1C-B1BD-C306-15142424FA96}"/>
              </a:ext>
            </a:extLst>
          </p:cNvPr>
          <p:cNvSpPr txBox="1"/>
          <p:nvPr/>
        </p:nvSpPr>
        <p:spPr>
          <a:xfrm>
            <a:off x="5453132" y="3275111"/>
            <a:ext cx="107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Request</a:t>
            </a:r>
            <a:endParaRPr lang="en-IN" sz="1400" dirty="0">
              <a:solidFill>
                <a:srgbClr val="000099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C500612-9021-6616-850E-9D0B261AAB7B}"/>
              </a:ext>
            </a:extLst>
          </p:cNvPr>
          <p:cNvCxnSpPr>
            <a:cxnSpLocks/>
          </p:cNvCxnSpPr>
          <p:nvPr/>
        </p:nvCxnSpPr>
        <p:spPr bwMode="auto">
          <a:xfrm>
            <a:off x="4934081" y="4178998"/>
            <a:ext cx="43562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3F54B864-6D04-DB71-FD8F-6C44A7038334}"/>
              </a:ext>
            </a:extLst>
          </p:cNvPr>
          <p:cNvSpPr txBox="1"/>
          <p:nvPr/>
        </p:nvSpPr>
        <p:spPr>
          <a:xfrm>
            <a:off x="5453132" y="4025109"/>
            <a:ext cx="107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99"/>
                </a:solidFill>
                <a:effectLst/>
                <a:latin typeface="Arial" pitchFamily="34" charset="0"/>
                <a:cs typeface="Arial" pitchFamily="34" charset="0"/>
              </a:rPr>
              <a:t>Response</a:t>
            </a:r>
            <a:endParaRPr lang="en-IN" sz="1400" dirty="0">
              <a:solidFill>
                <a:srgbClr val="000099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F4ED220-14A7-CC6C-5AA2-98F9F3638B80}"/>
              </a:ext>
            </a:extLst>
          </p:cNvPr>
          <p:cNvSpPr txBox="1"/>
          <p:nvPr/>
        </p:nvSpPr>
        <p:spPr>
          <a:xfrm>
            <a:off x="1117332" y="803922"/>
            <a:ext cx="91856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ABS – Write IMU angles: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1FA7EB9-5628-D429-CFC0-1F4D8BBBBB1A}"/>
              </a:ext>
            </a:extLst>
          </p:cNvPr>
          <p:cNvSpPr txBox="1"/>
          <p:nvPr/>
        </p:nvSpPr>
        <p:spPr>
          <a:xfrm>
            <a:off x="1117332" y="2320247"/>
            <a:ext cx="14010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 File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7089559-3CA7-659D-05FF-59326F509EA9}"/>
              </a:ext>
            </a:extLst>
          </p:cNvPr>
          <p:cNvSpPr txBox="1"/>
          <p:nvPr/>
        </p:nvSpPr>
        <p:spPr>
          <a:xfrm>
            <a:off x="1117332" y="4691802"/>
            <a:ext cx="19526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Report Logiq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764FEC0-8255-12E6-4FC8-C033154D23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9547" y="1208844"/>
            <a:ext cx="6885013" cy="103524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394BF70-2D87-9BB4-C556-20D536AD47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9546" y="2765740"/>
            <a:ext cx="3656113" cy="1544859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25" name="Group 24">
            <a:extLst>
              <a:ext uri="{FF2B5EF4-FFF2-40B4-BE49-F238E27FC236}">
                <a16:creationId xmlns:a16="http://schemas.microsoft.com/office/drawing/2014/main" id="{224CCBB3-DD31-4C53-7960-9C6D7D7D05B4}"/>
              </a:ext>
            </a:extLst>
          </p:cNvPr>
          <p:cNvGrpSpPr/>
          <p:nvPr/>
        </p:nvGrpSpPr>
        <p:grpSpPr>
          <a:xfrm>
            <a:off x="1229546" y="5166350"/>
            <a:ext cx="9321988" cy="1024137"/>
            <a:chOff x="1229543" y="4914270"/>
            <a:chExt cx="9321988" cy="1024137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FB3DE793-1EE1-AAFD-8998-2C19E71496F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229545" y="5279391"/>
              <a:ext cx="9321985" cy="332109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3D89204C-15F3-062C-D7E9-42E7788FDFF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229543" y="5608324"/>
              <a:ext cx="9321985" cy="330083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A73C5BE1-1C10-3003-4EDE-62E88315BC9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229546" y="4914270"/>
              <a:ext cx="9321985" cy="36512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</p:grpSp>
    </p:spTree>
    <p:extLst>
      <p:ext uri="{BB962C8B-B14F-4D97-AF65-F5344CB8AC3E}">
        <p14:creationId xmlns:p14="http://schemas.microsoft.com/office/powerpoint/2010/main" val="1703307264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9596D6-BC99-CF1B-439B-A4CA468658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77C44F-7853-BDF9-0614-237EEEF68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01150" y="6518583"/>
            <a:ext cx="2743200" cy="365125"/>
          </a:xfrm>
        </p:spPr>
        <p:txBody>
          <a:bodyPr/>
          <a:lstStyle/>
          <a:p>
            <a:fld id="{C5E635EA-281D-47C8-A0EC-B8A06226CB83}" type="slidenum">
              <a:rPr lang="en-IN" smtClean="0"/>
              <a:t>132</a:t>
            </a:fld>
            <a:endParaRPr lang="en-IN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2E69E7F-F2F6-AB0A-06D1-7812A8F7B2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4433"/>
            <a:ext cx="10515600" cy="315910"/>
          </a:xfrm>
        </p:spPr>
        <p:txBody>
          <a:bodyPr/>
          <a:lstStyle/>
          <a:p>
            <a:r>
              <a:rPr lang="en-US" dirty="0"/>
              <a:t>Test Verification</a:t>
            </a:r>
            <a:endParaRPr lang="en-IN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EF401B2-1B93-F7EC-4EAF-DBE9CCC2CE11}"/>
              </a:ext>
            </a:extLst>
          </p:cNvPr>
          <p:cNvCxnSpPr>
            <a:cxnSpLocks/>
          </p:cNvCxnSpPr>
          <p:nvPr/>
        </p:nvCxnSpPr>
        <p:spPr bwMode="auto">
          <a:xfrm>
            <a:off x="6629974" y="2999508"/>
            <a:ext cx="43562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F397DCB7-0F7B-6A59-7471-6401B8636BC0}"/>
              </a:ext>
            </a:extLst>
          </p:cNvPr>
          <p:cNvSpPr txBox="1"/>
          <p:nvPr/>
        </p:nvSpPr>
        <p:spPr>
          <a:xfrm>
            <a:off x="7149025" y="2862024"/>
            <a:ext cx="107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Request</a:t>
            </a:r>
            <a:endParaRPr lang="en-IN" sz="1400" dirty="0">
              <a:solidFill>
                <a:srgbClr val="000099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34DFD27-9C99-CDC2-CAFF-AFB95E8C2246}"/>
              </a:ext>
            </a:extLst>
          </p:cNvPr>
          <p:cNvCxnSpPr>
            <a:cxnSpLocks/>
          </p:cNvCxnSpPr>
          <p:nvPr/>
        </p:nvCxnSpPr>
        <p:spPr bwMode="auto">
          <a:xfrm>
            <a:off x="6629974" y="3428906"/>
            <a:ext cx="43562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6565C0E5-CE44-9E9C-C813-7BE5EEB48B5D}"/>
              </a:ext>
            </a:extLst>
          </p:cNvPr>
          <p:cNvSpPr txBox="1"/>
          <p:nvPr/>
        </p:nvSpPr>
        <p:spPr>
          <a:xfrm>
            <a:off x="7149025" y="3275017"/>
            <a:ext cx="107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99"/>
                </a:solidFill>
                <a:effectLst/>
                <a:latin typeface="Arial" pitchFamily="34" charset="0"/>
                <a:cs typeface="Arial" pitchFamily="34" charset="0"/>
              </a:rPr>
              <a:t>Response</a:t>
            </a:r>
            <a:endParaRPr lang="en-IN" sz="1400" dirty="0">
              <a:solidFill>
                <a:srgbClr val="000099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8A294AA-D6B6-3345-58D3-67F81581192B}"/>
              </a:ext>
            </a:extLst>
          </p:cNvPr>
          <p:cNvSpPr txBox="1"/>
          <p:nvPr/>
        </p:nvSpPr>
        <p:spPr>
          <a:xfrm>
            <a:off x="1117332" y="803922"/>
            <a:ext cx="91856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IPC – Read Bike finder button status: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EB2464F-A629-DBC0-2261-7F8BD8FE6B9E}"/>
              </a:ext>
            </a:extLst>
          </p:cNvPr>
          <p:cNvSpPr txBox="1"/>
          <p:nvPr/>
        </p:nvSpPr>
        <p:spPr>
          <a:xfrm>
            <a:off x="1117332" y="2320247"/>
            <a:ext cx="14010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 File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F233280-5A36-A4EC-1CEB-FDA7209E0E9E}"/>
              </a:ext>
            </a:extLst>
          </p:cNvPr>
          <p:cNvSpPr txBox="1"/>
          <p:nvPr/>
        </p:nvSpPr>
        <p:spPr>
          <a:xfrm>
            <a:off x="1074802" y="3928297"/>
            <a:ext cx="19526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Report Logiq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D28087B-F2D1-D74D-3418-877A35D50F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9546" y="1229279"/>
            <a:ext cx="7462440" cy="73719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3ED8901-EC00-555F-7D4F-38B00F966D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9546" y="2857071"/>
            <a:ext cx="5305252" cy="73309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C938524-191C-F66D-BDA0-71F2BF47AB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9546" y="4440510"/>
            <a:ext cx="10173873" cy="66308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30127162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382C42-5A62-09A8-A162-75186066F4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8FE3AC-C047-B302-F99C-14DD03268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01150" y="6518583"/>
            <a:ext cx="2743200" cy="365125"/>
          </a:xfrm>
        </p:spPr>
        <p:txBody>
          <a:bodyPr/>
          <a:lstStyle/>
          <a:p>
            <a:fld id="{C5E635EA-281D-47C8-A0EC-B8A06226CB83}" type="slidenum">
              <a:rPr lang="en-IN" smtClean="0"/>
              <a:t>133</a:t>
            </a:fld>
            <a:endParaRPr lang="en-IN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4B99B57-3D2B-7ACB-EEEE-E06B4C626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4433"/>
            <a:ext cx="10515600" cy="315910"/>
          </a:xfrm>
        </p:spPr>
        <p:txBody>
          <a:bodyPr/>
          <a:lstStyle/>
          <a:p>
            <a:r>
              <a:rPr lang="en-US" dirty="0"/>
              <a:t>Test Verification</a:t>
            </a:r>
            <a:endParaRPr lang="en-IN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F023CB0-0181-B23E-DF3A-23490CFE4143}"/>
              </a:ext>
            </a:extLst>
          </p:cNvPr>
          <p:cNvCxnSpPr>
            <a:cxnSpLocks/>
          </p:cNvCxnSpPr>
          <p:nvPr/>
        </p:nvCxnSpPr>
        <p:spPr bwMode="auto">
          <a:xfrm>
            <a:off x="6645923" y="3077983"/>
            <a:ext cx="43562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DC44475F-E159-F295-17A8-D0C8A3191041}"/>
              </a:ext>
            </a:extLst>
          </p:cNvPr>
          <p:cNvSpPr txBox="1"/>
          <p:nvPr/>
        </p:nvSpPr>
        <p:spPr>
          <a:xfrm>
            <a:off x="7164974" y="2940499"/>
            <a:ext cx="107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Request</a:t>
            </a:r>
            <a:endParaRPr lang="en-IN" sz="1400" dirty="0">
              <a:solidFill>
                <a:srgbClr val="000099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F3AB752-5031-F7E6-7F22-8D23FD3BCE66}"/>
              </a:ext>
            </a:extLst>
          </p:cNvPr>
          <p:cNvCxnSpPr>
            <a:cxnSpLocks/>
          </p:cNvCxnSpPr>
          <p:nvPr/>
        </p:nvCxnSpPr>
        <p:spPr bwMode="auto">
          <a:xfrm>
            <a:off x="6645923" y="3507381"/>
            <a:ext cx="43562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73A11439-8A9B-7AC5-6911-26749893DD3E}"/>
              </a:ext>
            </a:extLst>
          </p:cNvPr>
          <p:cNvSpPr txBox="1"/>
          <p:nvPr/>
        </p:nvSpPr>
        <p:spPr>
          <a:xfrm>
            <a:off x="7164974" y="3353492"/>
            <a:ext cx="107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99"/>
                </a:solidFill>
                <a:effectLst/>
                <a:latin typeface="Arial" pitchFamily="34" charset="0"/>
                <a:cs typeface="Arial" pitchFamily="34" charset="0"/>
              </a:rPr>
              <a:t>Response</a:t>
            </a:r>
            <a:endParaRPr lang="en-IN" sz="1400" dirty="0">
              <a:solidFill>
                <a:srgbClr val="000099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7975A52-0D96-70FF-42F1-D7C9646F511E}"/>
              </a:ext>
            </a:extLst>
          </p:cNvPr>
          <p:cNvSpPr txBox="1"/>
          <p:nvPr/>
        </p:nvSpPr>
        <p:spPr>
          <a:xfrm>
            <a:off x="1117332" y="803922"/>
            <a:ext cx="91856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IPC – Read Seat Unlatch button status: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45B03EE-8B4B-045C-AEB0-A34A6E43D62C}"/>
              </a:ext>
            </a:extLst>
          </p:cNvPr>
          <p:cNvSpPr txBox="1"/>
          <p:nvPr/>
        </p:nvSpPr>
        <p:spPr>
          <a:xfrm>
            <a:off x="1117332" y="2320247"/>
            <a:ext cx="14010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 File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3F78B6D-A0D1-F43C-A671-B3294B1320E6}"/>
              </a:ext>
            </a:extLst>
          </p:cNvPr>
          <p:cNvSpPr txBox="1"/>
          <p:nvPr/>
        </p:nvSpPr>
        <p:spPr>
          <a:xfrm>
            <a:off x="1074802" y="3928297"/>
            <a:ext cx="19526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Report Logiq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036FA81-64B8-E62F-479C-9ED26A34B2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9546" y="1233390"/>
            <a:ext cx="9126566" cy="92786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C4D2CC4-FE17-FB77-8030-D76F248655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9546" y="2839978"/>
            <a:ext cx="5316998" cy="861203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F1F92ABD-226B-FDE4-FDF1-2DF6749706C8}"/>
              </a:ext>
            </a:extLst>
          </p:cNvPr>
          <p:cNvGrpSpPr/>
          <p:nvPr/>
        </p:nvGrpSpPr>
        <p:grpSpPr>
          <a:xfrm>
            <a:off x="1229545" y="4495386"/>
            <a:ext cx="9987804" cy="788976"/>
            <a:chOff x="1229545" y="4495386"/>
            <a:chExt cx="9537192" cy="566411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985A7F14-6E32-048A-A9FB-1287FDA80E5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229546" y="4766507"/>
              <a:ext cx="9535015" cy="29529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3559FA0B-8DC4-6282-5058-484AC96158C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229545" y="4495386"/>
              <a:ext cx="9537192" cy="25802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</p:grpSp>
    </p:spTree>
    <p:extLst>
      <p:ext uri="{BB962C8B-B14F-4D97-AF65-F5344CB8AC3E}">
        <p14:creationId xmlns:p14="http://schemas.microsoft.com/office/powerpoint/2010/main" val="602038674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0EDB26-1882-8BDD-C4C3-292A548FD3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56A231-1A1B-FB09-5EC0-C92C8395A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01150" y="6518583"/>
            <a:ext cx="2743200" cy="365125"/>
          </a:xfrm>
        </p:spPr>
        <p:txBody>
          <a:bodyPr/>
          <a:lstStyle/>
          <a:p>
            <a:fld id="{C5E635EA-281D-47C8-A0EC-B8A06226CB83}" type="slidenum">
              <a:rPr lang="en-IN" smtClean="0"/>
              <a:t>134</a:t>
            </a:fld>
            <a:endParaRPr lang="en-IN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39869FE-60EC-CD17-E723-927E0CD25C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4433"/>
            <a:ext cx="10515600" cy="315910"/>
          </a:xfrm>
        </p:spPr>
        <p:txBody>
          <a:bodyPr/>
          <a:lstStyle/>
          <a:p>
            <a:r>
              <a:rPr lang="en-US" dirty="0"/>
              <a:t>Test Verification</a:t>
            </a:r>
            <a:endParaRPr lang="en-IN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FA7169C-3828-0889-2109-07CBA4A8C09E}"/>
              </a:ext>
            </a:extLst>
          </p:cNvPr>
          <p:cNvCxnSpPr>
            <a:cxnSpLocks/>
          </p:cNvCxnSpPr>
          <p:nvPr/>
        </p:nvCxnSpPr>
        <p:spPr bwMode="auto">
          <a:xfrm>
            <a:off x="6784147" y="3037100"/>
            <a:ext cx="43562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DDDF940D-FFF8-FD9D-9089-242FF264B2E9}"/>
              </a:ext>
            </a:extLst>
          </p:cNvPr>
          <p:cNvSpPr txBox="1"/>
          <p:nvPr/>
        </p:nvSpPr>
        <p:spPr>
          <a:xfrm>
            <a:off x="7303198" y="2899616"/>
            <a:ext cx="107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Request</a:t>
            </a:r>
            <a:endParaRPr lang="en-IN" sz="1400" dirty="0">
              <a:solidFill>
                <a:srgbClr val="000099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C115E3A9-B794-C63A-FC1B-E53F3FB9404E}"/>
              </a:ext>
            </a:extLst>
          </p:cNvPr>
          <p:cNvCxnSpPr>
            <a:cxnSpLocks/>
          </p:cNvCxnSpPr>
          <p:nvPr/>
        </p:nvCxnSpPr>
        <p:spPr bwMode="auto">
          <a:xfrm>
            <a:off x="6784147" y="3466498"/>
            <a:ext cx="43562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E172F476-BED3-D56B-5C76-7367F2CEDF22}"/>
              </a:ext>
            </a:extLst>
          </p:cNvPr>
          <p:cNvSpPr txBox="1"/>
          <p:nvPr/>
        </p:nvSpPr>
        <p:spPr>
          <a:xfrm>
            <a:off x="7303198" y="3312609"/>
            <a:ext cx="107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99"/>
                </a:solidFill>
                <a:effectLst/>
                <a:latin typeface="Arial" pitchFamily="34" charset="0"/>
                <a:cs typeface="Arial" pitchFamily="34" charset="0"/>
              </a:rPr>
              <a:t>Response</a:t>
            </a:r>
            <a:endParaRPr lang="en-IN" sz="1400" dirty="0">
              <a:solidFill>
                <a:srgbClr val="000099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E843BE3-4D15-6536-5A4C-57365358A49A}"/>
              </a:ext>
            </a:extLst>
          </p:cNvPr>
          <p:cNvSpPr txBox="1"/>
          <p:nvPr/>
        </p:nvSpPr>
        <p:spPr>
          <a:xfrm>
            <a:off x="1117332" y="803922"/>
            <a:ext cx="91856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IPC – Read Lock button status: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F38FE7A-15C3-38CD-FAD9-6B63C653F98C}"/>
              </a:ext>
            </a:extLst>
          </p:cNvPr>
          <p:cNvSpPr txBox="1"/>
          <p:nvPr/>
        </p:nvSpPr>
        <p:spPr>
          <a:xfrm>
            <a:off x="1117332" y="2320247"/>
            <a:ext cx="14010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 File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13688F7-BBC3-B3EA-5820-E9689D5EB5CD}"/>
              </a:ext>
            </a:extLst>
          </p:cNvPr>
          <p:cNvSpPr txBox="1"/>
          <p:nvPr/>
        </p:nvSpPr>
        <p:spPr>
          <a:xfrm>
            <a:off x="1074802" y="3928297"/>
            <a:ext cx="19526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Report Logiq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0A90E63-AB52-D15C-CCDE-741FB770EF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9544" y="1235514"/>
            <a:ext cx="7924611" cy="88697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9295FD8-0632-D5B8-5B5E-C4A36ABAD8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9543" y="2814566"/>
            <a:ext cx="5479569" cy="805820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57145E91-A627-C8C9-144F-7AE3EA6F99AC}"/>
              </a:ext>
            </a:extLst>
          </p:cNvPr>
          <p:cNvGrpSpPr/>
          <p:nvPr/>
        </p:nvGrpSpPr>
        <p:grpSpPr>
          <a:xfrm>
            <a:off x="1229542" y="4495386"/>
            <a:ext cx="10124257" cy="805815"/>
            <a:chOff x="1229543" y="4495386"/>
            <a:chExt cx="9537194" cy="531371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57A53BD2-47AB-14C1-42C8-DC07BF97EDD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229545" y="4495386"/>
              <a:ext cx="9537192" cy="25802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DB5AA8B8-6AC7-76CD-6AF1-14FD51F73C4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229543" y="4768737"/>
              <a:ext cx="9537192" cy="25802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</p:grpSp>
    </p:spTree>
    <p:extLst>
      <p:ext uri="{BB962C8B-B14F-4D97-AF65-F5344CB8AC3E}">
        <p14:creationId xmlns:p14="http://schemas.microsoft.com/office/powerpoint/2010/main" val="3853805428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1C97D6-7EDC-BAB3-8D0B-94E2DD05F1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740005-F768-EF8F-5CCD-2A7E740DE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01150" y="6518583"/>
            <a:ext cx="2743200" cy="365125"/>
          </a:xfrm>
        </p:spPr>
        <p:txBody>
          <a:bodyPr/>
          <a:lstStyle/>
          <a:p>
            <a:fld id="{C5E635EA-281D-47C8-A0EC-B8A06226CB83}" type="slidenum">
              <a:rPr lang="en-IN" smtClean="0"/>
              <a:t>135</a:t>
            </a:fld>
            <a:endParaRPr lang="en-IN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65826AF-3139-B943-D67A-18C29D2851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4433"/>
            <a:ext cx="10515600" cy="315910"/>
          </a:xfrm>
        </p:spPr>
        <p:txBody>
          <a:bodyPr/>
          <a:lstStyle/>
          <a:p>
            <a:r>
              <a:rPr lang="en-US" dirty="0"/>
              <a:t>Test Verification</a:t>
            </a:r>
            <a:endParaRPr lang="en-IN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C8283F7-CDDC-A14C-25C0-D99416D11848}"/>
              </a:ext>
            </a:extLst>
          </p:cNvPr>
          <p:cNvCxnSpPr>
            <a:cxnSpLocks/>
          </p:cNvCxnSpPr>
          <p:nvPr/>
        </p:nvCxnSpPr>
        <p:spPr bwMode="auto">
          <a:xfrm>
            <a:off x="6784147" y="3037100"/>
            <a:ext cx="43562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4DEEAD9C-7E77-2B14-FE02-DDDBC07B6865}"/>
              </a:ext>
            </a:extLst>
          </p:cNvPr>
          <p:cNvSpPr txBox="1"/>
          <p:nvPr/>
        </p:nvSpPr>
        <p:spPr>
          <a:xfrm>
            <a:off x="7303198" y="2899616"/>
            <a:ext cx="107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Request</a:t>
            </a:r>
            <a:endParaRPr lang="en-IN" sz="1400" dirty="0">
              <a:solidFill>
                <a:srgbClr val="000099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D3DB33D8-7EE7-27E9-906E-5CAA74288200}"/>
              </a:ext>
            </a:extLst>
          </p:cNvPr>
          <p:cNvCxnSpPr>
            <a:cxnSpLocks/>
          </p:cNvCxnSpPr>
          <p:nvPr/>
        </p:nvCxnSpPr>
        <p:spPr bwMode="auto">
          <a:xfrm>
            <a:off x="6784147" y="3466498"/>
            <a:ext cx="43562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76E8935B-05E5-624C-13B8-8E13B38C1A24}"/>
              </a:ext>
            </a:extLst>
          </p:cNvPr>
          <p:cNvSpPr txBox="1"/>
          <p:nvPr/>
        </p:nvSpPr>
        <p:spPr>
          <a:xfrm>
            <a:off x="7303198" y="3312609"/>
            <a:ext cx="107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99"/>
                </a:solidFill>
                <a:effectLst/>
                <a:latin typeface="Arial" pitchFamily="34" charset="0"/>
                <a:cs typeface="Arial" pitchFamily="34" charset="0"/>
              </a:rPr>
              <a:t>Response</a:t>
            </a:r>
            <a:endParaRPr lang="en-IN" sz="1400" dirty="0">
              <a:solidFill>
                <a:srgbClr val="000099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D95707C-1AEE-9EB2-E6BA-F8616A2C8A06}"/>
              </a:ext>
            </a:extLst>
          </p:cNvPr>
          <p:cNvSpPr txBox="1"/>
          <p:nvPr/>
        </p:nvSpPr>
        <p:spPr>
          <a:xfrm>
            <a:off x="1117332" y="803922"/>
            <a:ext cx="91856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IPC – Read Unlock button status: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E989D80-8401-F672-D9E8-7AE4873708A4}"/>
              </a:ext>
            </a:extLst>
          </p:cNvPr>
          <p:cNvSpPr txBox="1"/>
          <p:nvPr/>
        </p:nvSpPr>
        <p:spPr>
          <a:xfrm>
            <a:off x="1117332" y="2320247"/>
            <a:ext cx="14010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 File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FBAAF00-D8BC-E123-106E-4DEB3F8FEAD6}"/>
              </a:ext>
            </a:extLst>
          </p:cNvPr>
          <p:cNvSpPr txBox="1"/>
          <p:nvPr/>
        </p:nvSpPr>
        <p:spPr>
          <a:xfrm>
            <a:off x="1074802" y="3928297"/>
            <a:ext cx="19526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Report Logiq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3A06E03-7E27-5894-50B4-5D5F2C0215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9543" y="1265869"/>
            <a:ext cx="7359703" cy="78238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FC6233E-DBE9-A300-02CC-AF64CFA55E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9543" y="2838011"/>
            <a:ext cx="5417942" cy="782375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B4E65714-DDA1-5790-9716-B73FB43554D4}"/>
              </a:ext>
            </a:extLst>
          </p:cNvPr>
          <p:cNvGrpSpPr/>
          <p:nvPr/>
        </p:nvGrpSpPr>
        <p:grpSpPr>
          <a:xfrm>
            <a:off x="1229542" y="4495386"/>
            <a:ext cx="10003755" cy="782369"/>
            <a:chOff x="1229543" y="4495386"/>
            <a:chExt cx="9537194" cy="505987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818DB012-5AD6-CBA8-CBB3-DF79FB5F4BA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229545" y="4495386"/>
              <a:ext cx="9537192" cy="25802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A7A34AF5-C45A-B920-5C46-02EF790E3DB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229543" y="4753406"/>
              <a:ext cx="9537192" cy="24796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</p:grpSp>
    </p:spTree>
    <p:extLst>
      <p:ext uri="{BB962C8B-B14F-4D97-AF65-F5344CB8AC3E}">
        <p14:creationId xmlns:p14="http://schemas.microsoft.com/office/powerpoint/2010/main" val="3437760141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C5CCB9-DBED-93A8-A4E2-4284F9E389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BC3741-710F-303A-8894-796CAEB62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01150" y="6518583"/>
            <a:ext cx="2743200" cy="365125"/>
          </a:xfrm>
        </p:spPr>
        <p:txBody>
          <a:bodyPr/>
          <a:lstStyle/>
          <a:p>
            <a:fld id="{C5E635EA-281D-47C8-A0EC-B8A06226CB83}" type="slidenum">
              <a:rPr lang="en-IN" smtClean="0"/>
              <a:t>136</a:t>
            </a:fld>
            <a:endParaRPr lang="en-IN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FD0461E-8A8E-81F2-F1B7-1F2D3E4E1C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4433"/>
            <a:ext cx="10515600" cy="315910"/>
          </a:xfrm>
        </p:spPr>
        <p:txBody>
          <a:bodyPr/>
          <a:lstStyle/>
          <a:p>
            <a:r>
              <a:rPr lang="en-US" dirty="0"/>
              <a:t>Test Verification</a:t>
            </a:r>
            <a:endParaRPr lang="en-IN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A802262-E231-B397-9808-2C1A6F58C558}"/>
              </a:ext>
            </a:extLst>
          </p:cNvPr>
          <p:cNvCxnSpPr>
            <a:cxnSpLocks/>
          </p:cNvCxnSpPr>
          <p:nvPr/>
        </p:nvCxnSpPr>
        <p:spPr bwMode="auto">
          <a:xfrm>
            <a:off x="6922370" y="3405836"/>
            <a:ext cx="43562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00E6A6FF-7B50-B0C5-8415-C4C871697E3B}"/>
              </a:ext>
            </a:extLst>
          </p:cNvPr>
          <p:cNvSpPr txBox="1"/>
          <p:nvPr/>
        </p:nvSpPr>
        <p:spPr>
          <a:xfrm>
            <a:off x="7441421" y="3268352"/>
            <a:ext cx="107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Request</a:t>
            </a:r>
            <a:endParaRPr lang="en-IN" sz="1400" dirty="0">
              <a:solidFill>
                <a:srgbClr val="000099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0444BE6-12A7-96B9-82DE-EA3283B59AB0}"/>
              </a:ext>
            </a:extLst>
          </p:cNvPr>
          <p:cNvCxnSpPr>
            <a:cxnSpLocks/>
          </p:cNvCxnSpPr>
          <p:nvPr/>
        </p:nvCxnSpPr>
        <p:spPr bwMode="auto">
          <a:xfrm>
            <a:off x="6922370" y="3835234"/>
            <a:ext cx="43562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337F1BCB-5989-F464-D0D1-D71CF9A2CC6E}"/>
              </a:ext>
            </a:extLst>
          </p:cNvPr>
          <p:cNvSpPr txBox="1"/>
          <p:nvPr/>
        </p:nvSpPr>
        <p:spPr>
          <a:xfrm>
            <a:off x="7441421" y="3681345"/>
            <a:ext cx="107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99"/>
                </a:solidFill>
                <a:effectLst/>
                <a:latin typeface="Arial" pitchFamily="34" charset="0"/>
                <a:cs typeface="Arial" pitchFamily="34" charset="0"/>
              </a:rPr>
              <a:t>Response</a:t>
            </a:r>
            <a:endParaRPr lang="en-IN" sz="1400" dirty="0">
              <a:solidFill>
                <a:srgbClr val="000099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608CCA4-BA37-E547-0B54-405413FCB424}"/>
              </a:ext>
            </a:extLst>
          </p:cNvPr>
          <p:cNvSpPr txBox="1"/>
          <p:nvPr/>
        </p:nvSpPr>
        <p:spPr>
          <a:xfrm>
            <a:off x="1117332" y="803922"/>
            <a:ext cx="91856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ABS – Read IMU EOL mode = 01 &amp; 00: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FC18A3B-CA3B-A8C6-91ED-EE75A41D3B5C}"/>
              </a:ext>
            </a:extLst>
          </p:cNvPr>
          <p:cNvSpPr txBox="1"/>
          <p:nvPr/>
        </p:nvSpPr>
        <p:spPr>
          <a:xfrm>
            <a:off x="1117332" y="2703019"/>
            <a:ext cx="14010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 File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92D9D3B1-E9AD-24BA-C960-E3E9FAF46A4E}"/>
              </a:ext>
            </a:extLst>
          </p:cNvPr>
          <p:cNvGrpSpPr/>
          <p:nvPr/>
        </p:nvGrpSpPr>
        <p:grpSpPr>
          <a:xfrm>
            <a:off x="1237415" y="1250737"/>
            <a:ext cx="7545077" cy="871745"/>
            <a:chOff x="1237416" y="1250738"/>
            <a:chExt cx="7022592" cy="760978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A5DA6B27-A753-5459-18CE-44AC2E96773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37416" y="1638721"/>
              <a:ext cx="7022592" cy="37299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008E5F36-D51B-5E14-BE63-4E772380402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39199" y="1250738"/>
              <a:ext cx="7016981" cy="376838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</p:grpSp>
      <p:pic>
        <p:nvPicPr>
          <p:cNvPr id="16" name="Picture 15">
            <a:extLst>
              <a:ext uri="{FF2B5EF4-FFF2-40B4-BE49-F238E27FC236}">
                <a16:creationId xmlns:a16="http://schemas.microsoft.com/office/drawing/2014/main" id="{6C53E750-8F30-5D86-8A5C-E7BF375AF9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7414" y="3157919"/>
            <a:ext cx="5586819" cy="84523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34EA4FE4-8DC3-922E-996B-1A169730D3C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7414" y="4417465"/>
            <a:ext cx="5586984" cy="821616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B5857F9A-7F5E-4241-2CCA-B3365A7F6BFB}"/>
              </a:ext>
            </a:extLst>
          </p:cNvPr>
          <p:cNvCxnSpPr>
            <a:cxnSpLocks/>
          </p:cNvCxnSpPr>
          <p:nvPr/>
        </p:nvCxnSpPr>
        <p:spPr bwMode="auto">
          <a:xfrm>
            <a:off x="6922370" y="4655795"/>
            <a:ext cx="43562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804925A1-5635-53F8-32B5-33CDA6A1F0E2}"/>
              </a:ext>
            </a:extLst>
          </p:cNvPr>
          <p:cNvSpPr txBox="1"/>
          <p:nvPr/>
        </p:nvSpPr>
        <p:spPr>
          <a:xfrm>
            <a:off x="7441421" y="4518311"/>
            <a:ext cx="107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Request</a:t>
            </a:r>
            <a:endParaRPr lang="en-IN" sz="1400" dirty="0">
              <a:solidFill>
                <a:srgbClr val="000099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3D1D6F4A-ED64-37C3-E61E-6BB360E9676C}"/>
              </a:ext>
            </a:extLst>
          </p:cNvPr>
          <p:cNvCxnSpPr>
            <a:cxnSpLocks/>
          </p:cNvCxnSpPr>
          <p:nvPr/>
        </p:nvCxnSpPr>
        <p:spPr bwMode="auto">
          <a:xfrm>
            <a:off x="6922370" y="5085193"/>
            <a:ext cx="43562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7E5785F0-EBD0-0071-4BA6-C9737BFC16B2}"/>
              </a:ext>
            </a:extLst>
          </p:cNvPr>
          <p:cNvSpPr txBox="1"/>
          <p:nvPr/>
        </p:nvSpPr>
        <p:spPr>
          <a:xfrm>
            <a:off x="7441421" y="4931304"/>
            <a:ext cx="107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99"/>
                </a:solidFill>
                <a:effectLst/>
                <a:latin typeface="Arial" pitchFamily="34" charset="0"/>
                <a:cs typeface="Arial" pitchFamily="34" charset="0"/>
              </a:rPr>
              <a:t>Response</a:t>
            </a:r>
            <a:endParaRPr lang="en-IN" sz="1400" dirty="0">
              <a:solidFill>
                <a:srgbClr val="000099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3116960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E6EE78-4FDE-CFCC-2F1C-EF7604D6D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D3BDA5-127A-D852-6C2E-E1C05E52A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01150" y="6518583"/>
            <a:ext cx="2743200" cy="365125"/>
          </a:xfrm>
        </p:spPr>
        <p:txBody>
          <a:bodyPr/>
          <a:lstStyle/>
          <a:p>
            <a:fld id="{C5E635EA-281D-47C8-A0EC-B8A06226CB83}" type="slidenum">
              <a:rPr lang="en-IN" smtClean="0"/>
              <a:t>137</a:t>
            </a:fld>
            <a:endParaRPr lang="en-IN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37285FF-BBFB-2787-8956-AE4090B05A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4433"/>
            <a:ext cx="10515600" cy="315910"/>
          </a:xfrm>
        </p:spPr>
        <p:txBody>
          <a:bodyPr/>
          <a:lstStyle/>
          <a:p>
            <a:r>
              <a:rPr lang="en-US" dirty="0"/>
              <a:t>Test Verification</a:t>
            </a:r>
            <a:endParaRPr lang="en-IN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2392934-6CA8-16F5-FB8D-B4A01574B941}"/>
              </a:ext>
            </a:extLst>
          </p:cNvPr>
          <p:cNvCxnSpPr>
            <a:cxnSpLocks/>
          </p:cNvCxnSpPr>
          <p:nvPr/>
        </p:nvCxnSpPr>
        <p:spPr bwMode="auto">
          <a:xfrm>
            <a:off x="6670733" y="3786661"/>
            <a:ext cx="43562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6A3E9496-2B92-AB56-8D6E-8E73A92934F1}"/>
              </a:ext>
            </a:extLst>
          </p:cNvPr>
          <p:cNvSpPr txBox="1"/>
          <p:nvPr/>
        </p:nvSpPr>
        <p:spPr>
          <a:xfrm>
            <a:off x="7189784" y="3649177"/>
            <a:ext cx="107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Request</a:t>
            </a:r>
            <a:endParaRPr lang="en-IN" sz="1400" dirty="0">
              <a:solidFill>
                <a:srgbClr val="000099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DE68447-6321-E4CB-8809-B0A3612D4488}"/>
              </a:ext>
            </a:extLst>
          </p:cNvPr>
          <p:cNvCxnSpPr>
            <a:cxnSpLocks/>
          </p:cNvCxnSpPr>
          <p:nvPr/>
        </p:nvCxnSpPr>
        <p:spPr bwMode="auto">
          <a:xfrm>
            <a:off x="6670733" y="4216059"/>
            <a:ext cx="43562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1F38D152-A5E2-9D45-C9B6-5946EE8C9679}"/>
              </a:ext>
            </a:extLst>
          </p:cNvPr>
          <p:cNvSpPr txBox="1"/>
          <p:nvPr/>
        </p:nvSpPr>
        <p:spPr>
          <a:xfrm>
            <a:off x="7189784" y="4062170"/>
            <a:ext cx="107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99"/>
                </a:solidFill>
                <a:effectLst/>
                <a:latin typeface="Arial" pitchFamily="34" charset="0"/>
                <a:cs typeface="Arial" pitchFamily="34" charset="0"/>
              </a:rPr>
              <a:t>Response</a:t>
            </a:r>
            <a:endParaRPr lang="en-IN" sz="1400" dirty="0">
              <a:solidFill>
                <a:srgbClr val="000099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5C2A6D5-911E-3C01-FF53-B88475691C24}"/>
              </a:ext>
            </a:extLst>
          </p:cNvPr>
          <p:cNvSpPr txBox="1"/>
          <p:nvPr/>
        </p:nvSpPr>
        <p:spPr>
          <a:xfrm>
            <a:off x="1117332" y="803922"/>
            <a:ext cx="91856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IPC – Write &amp; Read test stamp: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945E6B5-9671-6040-9DA7-C1C8D0D654EE}"/>
              </a:ext>
            </a:extLst>
          </p:cNvPr>
          <p:cNvSpPr txBox="1"/>
          <p:nvPr/>
        </p:nvSpPr>
        <p:spPr>
          <a:xfrm>
            <a:off x="1115560" y="3004099"/>
            <a:ext cx="14010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 File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83E3316-8EE0-0D42-9484-02B3F681FA42}"/>
              </a:ext>
            </a:extLst>
          </p:cNvPr>
          <p:cNvGrpSpPr/>
          <p:nvPr/>
        </p:nvGrpSpPr>
        <p:grpSpPr>
          <a:xfrm>
            <a:off x="1237413" y="1311168"/>
            <a:ext cx="7275485" cy="1163825"/>
            <a:chOff x="1237414" y="1311169"/>
            <a:chExt cx="6726156" cy="1085054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C2EFAAE3-130C-6FD8-98CA-9F9F380E6E4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42730" y="1701377"/>
              <a:ext cx="6720840" cy="694846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D9F2306F-583E-DDCB-9F2E-1D46A4AD9B5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37414" y="1311169"/>
              <a:ext cx="6724825" cy="391263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E765322D-52F1-9472-D9AD-DDB0CC8218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5641" y="3569432"/>
            <a:ext cx="5335240" cy="155773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811835718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62D57B-D7D2-5ED1-4B68-C3D16886EC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24B94D-EDD3-9B07-9616-E0871F25C2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635EA-281D-47C8-A0EC-B8A06226CB83}" type="slidenum">
              <a:rPr lang="en-IN" smtClean="0"/>
              <a:t>138</a:t>
            </a:fld>
            <a:endParaRPr lang="en-IN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D3AECDA-0FE5-550C-01D8-829A4C9F47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13089"/>
            <a:ext cx="10515600" cy="1159107"/>
          </a:xfrm>
        </p:spPr>
        <p:txBody>
          <a:bodyPr/>
          <a:lstStyle/>
          <a:p>
            <a:r>
              <a:rPr lang="en-US" sz="4400" dirty="0"/>
              <a:t>ABS BRAKE TEST SEQUENCE</a:t>
            </a:r>
            <a:endParaRPr lang="en-IN" sz="4400" dirty="0"/>
          </a:p>
        </p:txBody>
      </p:sp>
    </p:spTree>
    <p:extLst>
      <p:ext uri="{BB962C8B-B14F-4D97-AF65-F5344CB8AC3E}">
        <p14:creationId xmlns:p14="http://schemas.microsoft.com/office/powerpoint/2010/main" val="4266246934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50781D-6D4A-425B-AE3C-482444A9A1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A51549-1B08-E7F8-276D-80426A1C4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635EA-281D-47C8-A0EC-B8A06226CB83}" type="slidenum">
              <a:rPr lang="en-IN" smtClean="0"/>
              <a:t>139</a:t>
            </a:fld>
            <a:endParaRPr lang="en-IN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C33D634-5796-9D10-7FDE-60E883D30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13089"/>
            <a:ext cx="10515600" cy="1159107"/>
          </a:xfrm>
        </p:spPr>
        <p:txBody>
          <a:bodyPr/>
          <a:lstStyle/>
          <a:p>
            <a:r>
              <a:rPr lang="en-US" sz="4400" dirty="0"/>
              <a:t>DRIVE TEST SEQUENCE (RTB)</a:t>
            </a:r>
            <a:endParaRPr lang="en-IN" sz="4400" dirty="0"/>
          </a:p>
        </p:txBody>
      </p:sp>
    </p:spTree>
    <p:extLst>
      <p:ext uri="{BB962C8B-B14F-4D97-AF65-F5344CB8AC3E}">
        <p14:creationId xmlns:p14="http://schemas.microsoft.com/office/powerpoint/2010/main" val="2085468332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5A1AE3-452A-C476-B484-C4C6CD1808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52911C-778C-BD35-6B9A-11867A31A3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635EA-281D-47C8-A0EC-B8A06226CB83}" type="slidenum">
              <a:rPr lang="en-IN" smtClean="0"/>
              <a:t>140</a:t>
            </a:fld>
            <a:endParaRPr lang="en-IN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87404CF-A340-D022-27AD-AFDA40BD9C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13089"/>
            <a:ext cx="10515600" cy="1159107"/>
          </a:xfrm>
        </p:spPr>
        <p:txBody>
          <a:bodyPr/>
          <a:lstStyle/>
          <a:p>
            <a:r>
              <a:rPr lang="en-US" sz="4400"/>
              <a:t>RVS TEST SEQUENCE</a:t>
            </a:r>
            <a:endParaRPr lang="en-IN" sz="4400" dirty="0"/>
          </a:p>
        </p:txBody>
      </p:sp>
    </p:spTree>
    <p:extLst>
      <p:ext uri="{BB962C8B-B14F-4D97-AF65-F5344CB8AC3E}">
        <p14:creationId xmlns:p14="http://schemas.microsoft.com/office/powerpoint/2010/main" val="867229130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426436-3216-D904-DC24-68142C1FC6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3A8F96-7407-71B0-E970-824B6D2BF3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IMU Sequence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EC7D09-F7B0-CA60-A430-49C079B38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635EA-281D-47C8-A0EC-B8A06226CB83}" type="slidenum">
              <a:rPr lang="en-IN" smtClean="0"/>
              <a:t>141</a:t>
            </a:fld>
            <a:endParaRPr lang="en-IN"/>
          </a:p>
        </p:txBody>
      </p:sp>
      <p:sp>
        <p:nvSpPr>
          <p:cNvPr id="23" name="Flowchart: Alternate Process 22">
            <a:extLst>
              <a:ext uri="{FF2B5EF4-FFF2-40B4-BE49-F238E27FC236}">
                <a16:creationId xmlns:a16="http://schemas.microsoft.com/office/drawing/2014/main" id="{68010D50-023D-7FBD-3488-4CEA3B796946}"/>
              </a:ext>
            </a:extLst>
          </p:cNvPr>
          <p:cNvSpPr/>
          <p:nvPr/>
        </p:nvSpPr>
        <p:spPr>
          <a:xfrm>
            <a:off x="2643324" y="1423601"/>
            <a:ext cx="1271016" cy="457200"/>
          </a:xfrm>
          <a:prstGeom prst="flowChartAlternateProcess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>
                <a:solidFill>
                  <a:srgbClr val="003399"/>
                </a:solidFill>
                <a:cs typeface="Arial" panose="020B0604020202020204" pitchFamily="34" charset="0"/>
              </a:rPr>
              <a:t>Connect Cable </a:t>
            </a:r>
          </a:p>
        </p:txBody>
      </p:sp>
      <p:sp>
        <p:nvSpPr>
          <p:cNvPr id="24" name="Flowchart: Alternate Process 23">
            <a:extLst>
              <a:ext uri="{FF2B5EF4-FFF2-40B4-BE49-F238E27FC236}">
                <a16:creationId xmlns:a16="http://schemas.microsoft.com/office/drawing/2014/main" id="{E42588AF-57C1-14FA-BBAF-49A3BF3E260D}"/>
              </a:ext>
            </a:extLst>
          </p:cNvPr>
          <p:cNvSpPr/>
          <p:nvPr/>
        </p:nvSpPr>
        <p:spPr>
          <a:xfrm>
            <a:off x="6224119" y="1417640"/>
            <a:ext cx="1271016" cy="457200"/>
          </a:xfrm>
          <a:prstGeom prst="flowChartAlternateProcess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>
                <a:solidFill>
                  <a:srgbClr val="003399"/>
                </a:solidFill>
                <a:cs typeface="Arial" panose="020B0604020202020204" pitchFamily="34" charset="0"/>
              </a:rPr>
              <a:t>Scan VIN number</a:t>
            </a:r>
          </a:p>
        </p:txBody>
      </p:sp>
      <p:sp>
        <p:nvSpPr>
          <p:cNvPr id="25" name="Flowchart: Alternate Process 24">
            <a:extLst>
              <a:ext uri="{FF2B5EF4-FFF2-40B4-BE49-F238E27FC236}">
                <a16:creationId xmlns:a16="http://schemas.microsoft.com/office/drawing/2014/main" id="{602C9721-379B-C291-DA0B-EC57D5620AA2}"/>
              </a:ext>
            </a:extLst>
          </p:cNvPr>
          <p:cNvSpPr/>
          <p:nvPr/>
        </p:nvSpPr>
        <p:spPr>
          <a:xfrm>
            <a:off x="8071928" y="1420626"/>
            <a:ext cx="1271016" cy="457200"/>
          </a:xfrm>
          <a:prstGeom prst="flowChartAlternateProcess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rgbClr val="003399"/>
                </a:solidFill>
                <a:cs typeface="Arial" panose="020B0604020202020204" pitchFamily="34" charset="0"/>
              </a:rPr>
              <a:t>Set RVS Station = Null</a:t>
            </a:r>
          </a:p>
        </p:txBody>
      </p:sp>
      <p:sp>
        <p:nvSpPr>
          <p:cNvPr id="29" name="Flowchart: Alternate Process 28">
            <a:extLst>
              <a:ext uri="{FF2B5EF4-FFF2-40B4-BE49-F238E27FC236}">
                <a16:creationId xmlns:a16="http://schemas.microsoft.com/office/drawing/2014/main" id="{1822F597-6E41-8845-245D-75AE7897F948}"/>
              </a:ext>
            </a:extLst>
          </p:cNvPr>
          <p:cNvSpPr/>
          <p:nvPr/>
        </p:nvSpPr>
        <p:spPr>
          <a:xfrm>
            <a:off x="4399260" y="1420626"/>
            <a:ext cx="1271016" cy="457200"/>
          </a:xfrm>
          <a:prstGeom prst="flowChartAlternateProcess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>
                <a:solidFill>
                  <a:srgbClr val="003399"/>
                </a:solidFill>
                <a:cs typeface="Arial" panose="020B0604020202020204" pitchFamily="34" charset="0"/>
              </a:rPr>
              <a:t>Ignition ON</a:t>
            </a:r>
          </a:p>
        </p:txBody>
      </p:sp>
      <p:sp>
        <p:nvSpPr>
          <p:cNvPr id="30" name="Flowchart: Alternate Process 29">
            <a:extLst>
              <a:ext uri="{FF2B5EF4-FFF2-40B4-BE49-F238E27FC236}">
                <a16:creationId xmlns:a16="http://schemas.microsoft.com/office/drawing/2014/main" id="{9F74EA5C-D957-B4D5-55A8-FB4505A6CC5F}"/>
              </a:ext>
            </a:extLst>
          </p:cNvPr>
          <p:cNvSpPr/>
          <p:nvPr/>
        </p:nvSpPr>
        <p:spPr>
          <a:xfrm>
            <a:off x="9921462" y="1420626"/>
            <a:ext cx="1271016" cy="457200"/>
          </a:xfrm>
          <a:prstGeom prst="flowChartAlternateProcess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100" dirty="0">
                <a:solidFill>
                  <a:srgbClr val="003399"/>
                </a:solidFill>
                <a:cs typeface="Arial" panose="020B0604020202020204" pitchFamily="34" charset="0"/>
              </a:rPr>
              <a:t>Check DTRF flag = OK</a:t>
            </a:r>
          </a:p>
        </p:txBody>
      </p:sp>
      <p:sp>
        <p:nvSpPr>
          <p:cNvPr id="31" name="Flowchart: Alternate Process 30">
            <a:extLst>
              <a:ext uri="{FF2B5EF4-FFF2-40B4-BE49-F238E27FC236}">
                <a16:creationId xmlns:a16="http://schemas.microsoft.com/office/drawing/2014/main" id="{67B6DB6F-E577-1334-3EB9-F4FCE0E27E5F}"/>
              </a:ext>
            </a:extLst>
          </p:cNvPr>
          <p:cNvSpPr/>
          <p:nvPr/>
        </p:nvSpPr>
        <p:spPr>
          <a:xfrm>
            <a:off x="9921462" y="2202795"/>
            <a:ext cx="1271016" cy="457200"/>
          </a:xfrm>
          <a:prstGeom prst="flowChartAlternateProcess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rgbClr val="003399"/>
                </a:solidFill>
                <a:cs typeface="Arial" panose="020B0604020202020204" pitchFamily="34" charset="0"/>
              </a:rPr>
              <a:t>Start Comm.</a:t>
            </a:r>
          </a:p>
        </p:txBody>
      </p:sp>
      <p:sp>
        <p:nvSpPr>
          <p:cNvPr id="49" name="Flowchart: Alternate Process 48">
            <a:extLst>
              <a:ext uri="{FF2B5EF4-FFF2-40B4-BE49-F238E27FC236}">
                <a16:creationId xmlns:a16="http://schemas.microsoft.com/office/drawing/2014/main" id="{13F9146B-B1FD-F11F-4589-D122CD3F2310}"/>
              </a:ext>
            </a:extLst>
          </p:cNvPr>
          <p:cNvSpPr/>
          <p:nvPr/>
        </p:nvSpPr>
        <p:spPr>
          <a:xfrm>
            <a:off x="6222394" y="2204069"/>
            <a:ext cx="1271016" cy="457200"/>
          </a:xfrm>
          <a:prstGeom prst="flowChartAlternateProcess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rgbClr val="003399"/>
                </a:solidFill>
                <a:cs typeface="Arial" panose="020B0604020202020204" pitchFamily="34" charset="0"/>
              </a:rPr>
              <a:t>Read &amp; Compare IMEI</a:t>
            </a:r>
          </a:p>
        </p:txBody>
      </p:sp>
      <p:sp>
        <p:nvSpPr>
          <p:cNvPr id="51" name="Flowchart: Alternate Process 50">
            <a:extLst>
              <a:ext uri="{FF2B5EF4-FFF2-40B4-BE49-F238E27FC236}">
                <a16:creationId xmlns:a16="http://schemas.microsoft.com/office/drawing/2014/main" id="{CBB4B6AA-10DD-5283-E2F9-DD8ABECAF1F0}"/>
              </a:ext>
            </a:extLst>
          </p:cNvPr>
          <p:cNvSpPr/>
          <p:nvPr/>
        </p:nvSpPr>
        <p:spPr>
          <a:xfrm>
            <a:off x="4399260" y="2204069"/>
            <a:ext cx="1271016" cy="457200"/>
          </a:xfrm>
          <a:prstGeom prst="flowChartAlternateProcess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rgbClr val="003399"/>
                </a:solidFill>
                <a:cs typeface="Arial" panose="020B0604020202020204" pitchFamily="34" charset="0"/>
              </a:rPr>
              <a:t>Read &amp; Compare ICCID 1</a:t>
            </a:r>
          </a:p>
        </p:txBody>
      </p:sp>
      <p:sp>
        <p:nvSpPr>
          <p:cNvPr id="53" name="Flowchart: Alternate Process 52">
            <a:extLst>
              <a:ext uri="{FF2B5EF4-FFF2-40B4-BE49-F238E27FC236}">
                <a16:creationId xmlns:a16="http://schemas.microsoft.com/office/drawing/2014/main" id="{C0B2A1AA-CE02-2AE7-B5F1-ECCC1BD6C46D}"/>
              </a:ext>
            </a:extLst>
          </p:cNvPr>
          <p:cNvSpPr/>
          <p:nvPr/>
        </p:nvSpPr>
        <p:spPr>
          <a:xfrm>
            <a:off x="2678677" y="2214247"/>
            <a:ext cx="1271016" cy="457200"/>
          </a:xfrm>
          <a:prstGeom prst="flowChartAlternateProcess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rgbClr val="003399"/>
                </a:solidFill>
                <a:cs typeface="Arial" panose="020B0604020202020204" pitchFamily="34" charset="0"/>
              </a:rPr>
              <a:t>Read &amp; Compare ICCID 2</a:t>
            </a:r>
          </a:p>
        </p:txBody>
      </p:sp>
      <p:sp>
        <p:nvSpPr>
          <p:cNvPr id="55" name="Flowchart: Alternate Process 54">
            <a:extLst>
              <a:ext uri="{FF2B5EF4-FFF2-40B4-BE49-F238E27FC236}">
                <a16:creationId xmlns:a16="http://schemas.microsoft.com/office/drawing/2014/main" id="{F2D90248-7C29-441F-43D8-C22340F157C7}"/>
              </a:ext>
            </a:extLst>
          </p:cNvPr>
          <p:cNvSpPr/>
          <p:nvPr/>
        </p:nvSpPr>
        <p:spPr>
          <a:xfrm>
            <a:off x="966849" y="2220569"/>
            <a:ext cx="1271016" cy="457200"/>
          </a:xfrm>
          <a:prstGeom prst="flowChartAlternateProcess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rgbClr val="003399"/>
                </a:solidFill>
                <a:cs typeface="Arial" panose="020B0604020202020204" pitchFamily="34" charset="0"/>
              </a:rPr>
              <a:t>Read Running in mode</a:t>
            </a:r>
          </a:p>
        </p:txBody>
      </p:sp>
      <p:sp>
        <p:nvSpPr>
          <p:cNvPr id="57" name="Flowchart: Alternate Process 56">
            <a:extLst>
              <a:ext uri="{FF2B5EF4-FFF2-40B4-BE49-F238E27FC236}">
                <a16:creationId xmlns:a16="http://schemas.microsoft.com/office/drawing/2014/main" id="{DBAC3655-778F-C195-CCE4-F79809025CE5}"/>
              </a:ext>
            </a:extLst>
          </p:cNvPr>
          <p:cNvSpPr/>
          <p:nvPr/>
        </p:nvSpPr>
        <p:spPr>
          <a:xfrm>
            <a:off x="966849" y="3020207"/>
            <a:ext cx="1271016" cy="457200"/>
          </a:xfrm>
          <a:prstGeom prst="flowChartAlternateProcess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rgbClr val="003399"/>
                </a:solidFill>
                <a:cs typeface="Arial" panose="020B0604020202020204" pitchFamily="34" charset="0"/>
              </a:rPr>
              <a:t>Activate Urban mode</a:t>
            </a:r>
          </a:p>
        </p:txBody>
      </p:sp>
      <p:sp>
        <p:nvSpPr>
          <p:cNvPr id="59" name="Flowchart: Alternate Process 58">
            <a:extLst>
              <a:ext uri="{FF2B5EF4-FFF2-40B4-BE49-F238E27FC236}">
                <a16:creationId xmlns:a16="http://schemas.microsoft.com/office/drawing/2014/main" id="{1B955A16-1711-2DE1-3324-4FC66D0F294F}"/>
              </a:ext>
            </a:extLst>
          </p:cNvPr>
          <p:cNvSpPr/>
          <p:nvPr/>
        </p:nvSpPr>
        <p:spPr>
          <a:xfrm>
            <a:off x="2678677" y="3025059"/>
            <a:ext cx="1271016" cy="457200"/>
          </a:xfrm>
          <a:prstGeom prst="flowChartAlternateProcess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rgbClr val="003399"/>
                </a:solidFill>
                <a:cs typeface="Arial" panose="020B0604020202020204" pitchFamily="34" charset="0"/>
              </a:rPr>
              <a:t>Activate Rain mode</a:t>
            </a:r>
          </a:p>
        </p:txBody>
      </p:sp>
      <p:sp>
        <p:nvSpPr>
          <p:cNvPr id="61" name="Flowchart: Alternate Process 60">
            <a:extLst>
              <a:ext uri="{FF2B5EF4-FFF2-40B4-BE49-F238E27FC236}">
                <a16:creationId xmlns:a16="http://schemas.microsoft.com/office/drawing/2014/main" id="{9D442D6C-82C9-C7CB-ACF6-368B8CDB2E99}"/>
              </a:ext>
            </a:extLst>
          </p:cNvPr>
          <p:cNvSpPr/>
          <p:nvPr/>
        </p:nvSpPr>
        <p:spPr>
          <a:xfrm>
            <a:off x="4399260" y="3020207"/>
            <a:ext cx="1271016" cy="457200"/>
          </a:xfrm>
          <a:prstGeom prst="flowChartAlternateProcess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rgbClr val="003399"/>
                </a:solidFill>
                <a:cs typeface="Arial" panose="020B0604020202020204" pitchFamily="34" charset="0"/>
              </a:rPr>
              <a:t>Activate Tour mode</a:t>
            </a:r>
          </a:p>
        </p:txBody>
      </p:sp>
      <p:sp>
        <p:nvSpPr>
          <p:cNvPr id="63" name="Flowchart: Alternate Process 62">
            <a:extLst>
              <a:ext uri="{FF2B5EF4-FFF2-40B4-BE49-F238E27FC236}">
                <a16:creationId xmlns:a16="http://schemas.microsoft.com/office/drawing/2014/main" id="{5611DB85-2875-C92C-E7FA-B9B9F5DFBB14}"/>
              </a:ext>
            </a:extLst>
          </p:cNvPr>
          <p:cNvSpPr/>
          <p:nvPr/>
        </p:nvSpPr>
        <p:spPr>
          <a:xfrm>
            <a:off x="6222394" y="3020207"/>
            <a:ext cx="1271016" cy="457200"/>
          </a:xfrm>
          <a:prstGeom prst="flowChartAlternateProcess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rgbClr val="003399"/>
                </a:solidFill>
                <a:cs typeface="Arial" panose="020B0604020202020204" pitchFamily="34" charset="0"/>
              </a:rPr>
              <a:t>Activate Enduro mode</a:t>
            </a:r>
          </a:p>
        </p:txBody>
      </p:sp>
      <p:sp>
        <p:nvSpPr>
          <p:cNvPr id="65" name="Flowchart: Alternate Process 64">
            <a:extLst>
              <a:ext uri="{FF2B5EF4-FFF2-40B4-BE49-F238E27FC236}">
                <a16:creationId xmlns:a16="http://schemas.microsoft.com/office/drawing/2014/main" id="{280102CE-0B7E-E500-8C87-CDF90AA0EA5E}"/>
              </a:ext>
            </a:extLst>
          </p:cNvPr>
          <p:cNvSpPr/>
          <p:nvPr/>
        </p:nvSpPr>
        <p:spPr>
          <a:xfrm>
            <a:off x="8109090" y="3020207"/>
            <a:ext cx="1271016" cy="457200"/>
          </a:xfrm>
          <a:prstGeom prst="flowChartAlternateProcess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rgbClr val="003399"/>
                </a:solidFill>
                <a:cs typeface="Arial" panose="020B0604020202020204" pitchFamily="34" charset="0"/>
              </a:rPr>
              <a:t>Activate Sport mode</a:t>
            </a:r>
          </a:p>
        </p:txBody>
      </p:sp>
      <p:sp>
        <p:nvSpPr>
          <p:cNvPr id="69" name="Flowchart: Alternate Process 68">
            <a:extLst>
              <a:ext uri="{FF2B5EF4-FFF2-40B4-BE49-F238E27FC236}">
                <a16:creationId xmlns:a16="http://schemas.microsoft.com/office/drawing/2014/main" id="{4B4F1217-3CDE-71A0-3107-B3EA76EC5F3A}"/>
              </a:ext>
            </a:extLst>
          </p:cNvPr>
          <p:cNvSpPr/>
          <p:nvPr/>
        </p:nvSpPr>
        <p:spPr>
          <a:xfrm>
            <a:off x="4399260" y="3921858"/>
            <a:ext cx="1271016" cy="457200"/>
          </a:xfrm>
          <a:prstGeom prst="flowChartAlternateProcess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rgbClr val="003399"/>
                </a:solidFill>
                <a:cs typeface="Arial" panose="020B0604020202020204" pitchFamily="34" charset="0"/>
              </a:rPr>
              <a:t>Press Seat Unlatch button</a:t>
            </a:r>
          </a:p>
        </p:txBody>
      </p:sp>
      <p:sp>
        <p:nvSpPr>
          <p:cNvPr id="79" name="Flowchart: Alternate Process 78">
            <a:extLst>
              <a:ext uri="{FF2B5EF4-FFF2-40B4-BE49-F238E27FC236}">
                <a16:creationId xmlns:a16="http://schemas.microsoft.com/office/drawing/2014/main" id="{A54DF4B0-1AFC-1ECB-761F-B835976ECECA}"/>
              </a:ext>
            </a:extLst>
          </p:cNvPr>
          <p:cNvSpPr/>
          <p:nvPr/>
        </p:nvSpPr>
        <p:spPr>
          <a:xfrm>
            <a:off x="2678677" y="3923560"/>
            <a:ext cx="1271016" cy="457200"/>
          </a:xfrm>
          <a:prstGeom prst="flowChartAlternateProcess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rgbClr val="003399"/>
                </a:solidFill>
                <a:cs typeface="Arial" panose="020B0604020202020204" pitchFamily="34" charset="0"/>
              </a:rPr>
              <a:t>Read EMS CVN</a:t>
            </a:r>
          </a:p>
        </p:txBody>
      </p:sp>
      <p:sp>
        <p:nvSpPr>
          <p:cNvPr id="80" name="Flowchart: Alternate Process 79">
            <a:extLst>
              <a:ext uri="{FF2B5EF4-FFF2-40B4-BE49-F238E27FC236}">
                <a16:creationId xmlns:a16="http://schemas.microsoft.com/office/drawing/2014/main" id="{7A0240B0-B3E0-C6A6-0F8F-73EA9426C8B7}"/>
              </a:ext>
            </a:extLst>
          </p:cNvPr>
          <p:cNvSpPr/>
          <p:nvPr/>
        </p:nvSpPr>
        <p:spPr>
          <a:xfrm>
            <a:off x="966849" y="3921858"/>
            <a:ext cx="1271016" cy="457200"/>
          </a:xfrm>
          <a:prstGeom prst="flowChartAlternateProcess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rgbClr val="003399"/>
                </a:solidFill>
                <a:cs typeface="Arial" panose="020B0604020202020204" pitchFamily="34" charset="0"/>
              </a:rPr>
              <a:t>Read ABS CAL ID</a:t>
            </a:r>
            <a:endParaRPr lang="en-IN" sz="1200" dirty="0">
              <a:solidFill>
                <a:srgbClr val="003399"/>
              </a:solidFill>
              <a:cs typeface="Arial" panose="020B0604020202020204" pitchFamily="34" charset="0"/>
            </a:endParaRPr>
          </a:p>
        </p:txBody>
      </p:sp>
      <p:sp>
        <p:nvSpPr>
          <p:cNvPr id="99" name="Flowchart: Alternate Process 98">
            <a:extLst>
              <a:ext uri="{FF2B5EF4-FFF2-40B4-BE49-F238E27FC236}">
                <a16:creationId xmlns:a16="http://schemas.microsoft.com/office/drawing/2014/main" id="{03A32D07-3BEA-FC5A-A124-C922AA1D398F}"/>
              </a:ext>
            </a:extLst>
          </p:cNvPr>
          <p:cNvSpPr/>
          <p:nvPr/>
        </p:nvSpPr>
        <p:spPr>
          <a:xfrm>
            <a:off x="9921462" y="3020207"/>
            <a:ext cx="1271016" cy="457200"/>
          </a:xfrm>
          <a:prstGeom prst="flowChartAlternateProcess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rgbClr val="003399"/>
                </a:solidFill>
                <a:cs typeface="Arial" panose="020B0604020202020204" pitchFamily="34" charset="0"/>
              </a:rPr>
              <a:t>Activate Urban mode</a:t>
            </a:r>
          </a:p>
        </p:txBody>
      </p:sp>
      <p:sp>
        <p:nvSpPr>
          <p:cNvPr id="101" name="Flowchart: Alternate Process 100">
            <a:extLst>
              <a:ext uri="{FF2B5EF4-FFF2-40B4-BE49-F238E27FC236}">
                <a16:creationId xmlns:a16="http://schemas.microsoft.com/office/drawing/2014/main" id="{064A73C7-3315-A085-9BA2-CE3EF055E014}"/>
              </a:ext>
            </a:extLst>
          </p:cNvPr>
          <p:cNvSpPr/>
          <p:nvPr/>
        </p:nvSpPr>
        <p:spPr>
          <a:xfrm>
            <a:off x="9921462" y="3923560"/>
            <a:ext cx="1271016" cy="457200"/>
          </a:xfrm>
          <a:prstGeom prst="flowChartAlternateProcess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rgbClr val="003399"/>
                </a:solidFill>
                <a:cs typeface="Arial" panose="020B0604020202020204" pitchFamily="34" charset="0"/>
              </a:rPr>
              <a:t>Read VIN</a:t>
            </a:r>
          </a:p>
        </p:txBody>
      </p:sp>
      <p:sp>
        <p:nvSpPr>
          <p:cNvPr id="103" name="Flowchart: Alternate Process 102">
            <a:extLst>
              <a:ext uri="{FF2B5EF4-FFF2-40B4-BE49-F238E27FC236}">
                <a16:creationId xmlns:a16="http://schemas.microsoft.com/office/drawing/2014/main" id="{5CBA6D01-7025-70D6-B13B-CE61DB591DE7}"/>
              </a:ext>
            </a:extLst>
          </p:cNvPr>
          <p:cNvSpPr/>
          <p:nvPr/>
        </p:nvSpPr>
        <p:spPr>
          <a:xfrm>
            <a:off x="8112064" y="3916793"/>
            <a:ext cx="1271016" cy="457200"/>
          </a:xfrm>
          <a:prstGeom prst="flowChartAlternateProcess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rgbClr val="003399"/>
                </a:solidFill>
                <a:cs typeface="Arial" panose="020B0604020202020204" pitchFamily="34" charset="0"/>
              </a:rPr>
              <a:t>Clear DTC</a:t>
            </a:r>
          </a:p>
        </p:txBody>
      </p:sp>
      <p:sp>
        <p:nvSpPr>
          <p:cNvPr id="105" name="Flowchart: Alternate Process 104">
            <a:extLst>
              <a:ext uri="{FF2B5EF4-FFF2-40B4-BE49-F238E27FC236}">
                <a16:creationId xmlns:a16="http://schemas.microsoft.com/office/drawing/2014/main" id="{93E2C312-54F4-75BF-C447-F1D87AB63742}"/>
              </a:ext>
            </a:extLst>
          </p:cNvPr>
          <p:cNvSpPr/>
          <p:nvPr/>
        </p:nvSpPr>
        <p:spPr>
          <a:xfrm>
            <a:off x="6220124" y="3923560"/>
            <a:ext cx="1271016" cy="457200"/>
          </a:xfrm>
          <a:prstGeom prst="flowChartAlternateProcess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rgbClr val="003399"/>
                </a:solidFill>
                <a:cs typeface="Arial" panose="020B0604020202020204" pitchFamily="34" charset="0"/>
              </a:rPr>
              <a:t>Press Bike finder button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278FDB10-158D-0462-3601-635678AEE8A3}"/>
              </a:ext>
            </a:extLst>
          </p:cNvPr>
          <p:cNvSpPr txBox="1"/>
          <p:nvPr/>
        </p:nvSpPr>
        <p:spPr>
          <a:xfrm>
            <a:off x="955394" y="814959"/>
            <a:ext cx="109237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Expected Cycle Time: 110 to 120 Sec </a:t>
            </a:r>
          </a:p>
        </p:txBody>
      </p:sp>
      <p:sp>
        <p:nvSpPr>
          <p:cNvPr id="5" name="Flowchart: Alternate Process 4">
            <a:extLst>
              <a:ext uri="{FF2B5EF4-FFF2-40B4-BE49-F238E27FC236}">
                <a16:creationId xmlns:a16="http://schemas.microsoft.com/office/drawing/2014/main" id="{3CB2E9AF-69BE-9436-548C-2EE3D000FC51}"/>
              </a:ext>
            </a:extLst>
          </p:cNvPr>
          <p:cNvSpPr/>
          <p:nvPr/>
        </p:nvSpPr>
        <p:spPr>
          <a:xfrm>
            <a:off x="966849" y="4850578"/>
            <a:ext cx="1271016" cy="457200"/>
          </a:xfrm>
          <a:prstGeom prst="flowChartAlternateProcess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rgbClr val="003399"/>
                </a:solidFill>
                <a:cs typeface="Arial" panose="020B0604020202020204" pitchFamily="34" charset="0"/>
              </a:rPr>
              <a:t>Read VCU CVN</a:t>
            </a:r>
          </a:p>
        </p:txBody>
      </p:sp>
      <p:sp>
        <p:nvSpPr>
          <p:cNvPr id="7" name="Flowchart: Alternate Process 6">
            <a:extLst>
              <a:ext uri="{FF2B5EF4-FFF2-40B4-BE49-F238E27FC236}">
                <a16:creationId xmlns:a16="http://schemas.microsoft.com/office/drawing/2014/main" id="{882C7A47-AC90-2157-E1BA-71E178586A6C}"/>
              </a:ext>
            </a:extLst>
          </p:cNvPr>
          <p:cNvSpPr/>
          <p:nvPr/>
        </p:nvSpPr>
        <p:spPr>
          <a:xfrm>
            <a:off x="2677195" y="4842184"/>
            <a:ext cx="1271016" cy="457200"/>
          </a:xfrm>
          <a:prstGeom prst="flowChartAlternateProcess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rgbClr val="003399"/>
                </a:solidFill>
                <a:cs typeface="Arial" panose="020B0604020202020204" pitchFamily="34" charset="0"/>
              </a:rPr>
              <a:t>Read DTC</a:t>
            </a:r>
          </a:p>
        </p:txBody>
      </p:sp>
      <p:sp>
        <p:nvSpPr>
          <p:cNvPr id="9" name="Flowchart: Alternate Process 8">
            <a:extLst>
              <a:ext uri="{FF2B5EF4-FFF2-40B4-BE49-F238E27FC236}">
                <a16:creationId xmlns:a16="http://schemas.microsoft.com/office/drawing/2014/main" id="{22837A5F-439E-A509-6439-A5E486BFCC1C}"/>
              </a:ext>
            </a:extLst>
          </p:cNvPr>
          <p:cNvSpPr/>
          <p:nvPr/>
        </p:nvSpPr>
        <p:spPr>
          <a:xfrm>
            <a:off x="4399260" y="4838546"/>
            <a:ext cx="1271016" cy="457200"/>
          </a:xfrm>
          <a:prstGeom prst="flowChartAlternateProcess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rgbClr val="003399"/>
                </a:solidFill>
                <a:cs typeface="Arial" panose="020B0604020202020204" pitchFamily="34" charset="0"/>
              </a:rPr>
              <a:t>Write Production mod</a:t>
            </a:r>
          </a:p>
        </p:txBody>
      </p:sp>
      <p:sp>
        <p:nvSpPr>
          <p:cNvPr id="11" name="Flowchart: Alternate Process 10">
            <a:extLst>
              <a:ext uri="{FF2B5EF4-FFF2-40B4-BE49-F238E27FC236}">
                <a16:creationId xmlns:a16="http://schemas.microsoft.com/office/drawing/2014/main" id="{9A35C8CE-B5B3-7CC0-F7CA-E029BEDB849E}"/>
              </a:ext>
            </a:extLst>
          </p:cNvPr>
          <p:cNvSpPr/>
          <p:nvPr/>
        </p:nvSpPr>
        <p:spPr>
          <a:xfrm>
            <a:off x="6220124" y="4838546"/>
            <a:ext cx="1271016" cy="457200"/>
          </a:xfrm>
          <a:prstGeom prst="flowChartAlternateProcess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rgbClr val="003399"/>
                </a:solidFill>
                <a:cs typeface="Arial" panose="020B0604020202020204" pitchFamily="34" charset="0"/>
              </a:rPr>
              <a:t>Read Production mode</a:t>
            </a:r>
          </a:p>
        </p:txBody>
      </p:sp>
      <p:sp>
        <p:nvSpPr>
          <p:cNvPr id="12" name="Flowchart: Alternate Process 11">
            <a:extLst>
              <a:ext uri="{FF2B5EF4-FFF2-40B4-BE49-F238E27FC236}">
                <a16:creationId xmlns:a16="http://schemas.microsoft.com/office/drawing/2014/main" id="{2D8B6705-4054-9543-8AC5-FB989C764FDF}"/>
              </a:ext>
            </a:extLst>
          </p:cNvPr>
          <p:cNvSpPr/>
          <p:nvPr/>
        </p:nvSpPr>
        <p:spPr>
          <a:xfrm>
            <a:off x="2677195" y="5701404"/>
            <a:ext cx="1271016" cy="457200"/>
          </a:xfrm>
          <a:prstGeom prst="flowChartAlternateProcess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rgbClr val="003399"/>
                </a:solidFill>
                <a:cs typeface="Arial" panose="020B0604020202020204" pitchFamily="34" charset="0"/>
              </a:rPr>
              <a:t>Update IMU flag</a:t>
            </a:r>
            <a:endParaRPr lang="en-IN" sz="1200" dirty="0">
              <a:solidFill>
                <a:srgbClr val="003399"/>
              </a:solidFill>
              <a:cs typeface="Arial" panose="020B0604020202020204" pitchFamily="34" charset="0"/>
            </a:endParaRPr>
          </a:p>
        </p:txBody>
      </p:sp>
      <p:sp>
        <p:nvSpPr>
          <p:cNvPr id="13" name="Flowchart: Alternate Process 12">
            <a:extLst>
              <a:ext uri="{FF2B5EF4-FFF2-40B4-BE49-F238E27FC236}">
                <a16:creationId xmlns:a16="http://schemas.microsoft.com/office/drawing/2014/main" id="{78242925-C2E8-667C-A0DE-0FDC5E3E0A89}"/>
              </a:ext>
            </a:extLst>
          </p:cNvPr>
          <p:cNvSpPr/>
          <p:nvPr/>
        </p:nvSpPr>
        <p:spPr>
          <a:xfrm>
            <a:off x="4399260" y="5708929"/>
            <a:ext cx="1271016" cy="457200"/>
          </a:xfrm>
          <a:prstGeom prst="flowChartAlternateProcess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rgbClr val="003399"/>
                </a:solidFill>
                <a:cs typeface="Arial" panose="020B0604020202020204" pitchFamily="34" charset="0"/>
              </a:rPr>
              <a:t>Log results</a:t>
            </a:r>
          </a:p>
        </p:txBody>
      </p:sp>
      <p:sp>
        <p:nvSpPr>
          <p:cNvPr id="14" name="Flowchart: Alternate Process 13">
            <a:extLst>
              <a:ext uri="{FF2B5EF4-FFF2-40B4-BE49-F238E27FC236}">
                <a16:creationId xmlns:a16="http://schemas.microsoft.com/office/drawing/2014/main" id="{DFDED98D-DAA2-2F5B-5D0B-7DF4F26E20D8}"/>
              </a:ext>
            </a:extLst>
          </p:cNvPr>
          <p:cNvSpPr/>
          <p:nvPr/>
        </p:nvSpPr>
        <p:spPr>
          <a:xfrm>
            <a:off x="6220124" y="5708929"/>
            <a:ext cx="1271016" cy="457200"/>
          </a:xfrm>
          <a:prstGeom prst="flowChartAlternateProcess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dirty="0">
              <a:solidFill>
                <a:srgbClr val="003399"/>
              </a:solidFill>
              <a:cs typeface="Arial" panose="020B0604020202020204" pitchFamily="34" charset="0"/>
            </a:endParaRPr>
          </a:p>
        </p:txBody>
      </p:sp>
      <p:sp>
        <p:nvSpPr>
          <p:cNvPr id="18" name="Flowchart: Alternate Process 17">
            <a:extLst>
              <a:ext uri="{FF2B5EF4-FFF2-40B4-BE49-F238E27FC236}">
                <a16:creationId xmlns:a16="http://schemas.microsoft.com/office/drawing/2014/main" id="{538D3CBB-F117-DF71-0FE3-A6965202A511}"/>
              </a:ext>
            </a:extLst>
          </p:cNvPr>
          <p:cNvSpPr/>
          <p:nvPr/>
        </p:nvSpPr>
        <p:spPr>
          <a:xfrm>
            <a:off x="8071928" y="5708929"/>
            <a:ext cx="1271016" cy="457200"/>
          </a:xfrm>
          <a:prstGeom prst="flowChartAlternateProcess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dirty="0">
              <a:solidFill>
                <a:srgbClr val="003399"/>
              </a:solidFill>
              <a:cs typeface="Arial" panose="020B0604020202020204" pitchFamily="34" charset="0"/>
            </a:endParaRPr>
          </a:p>
        </p:txBody>
      </p:sp>
      <p:sp>
        <p:nvSpPr>
          <p:cNvPr id="19" name="Flowchart: Alternate Process 18">
            <a:extLst>
              <a:ext uri="{FF2B5EF4-FFF2-40B4-BE49-F238E27FC236}">
                <a16:creationId xmlns:a16="http://schemas.microsoft.com/office/drawing/2014/main" id="{B1FF38C5-5A7E-1197-14CB-37A841C426DB}"/>
              </a:ext>
            </a:extLst>
          </p:cNvPr>
          <p:cNvSpPr/>
          <p:nvPr/>
        </p:nvSpPr>
        <p:spPr>
          <a:xfrm>
            <a:off x="9921462" y="5701404"/>
            <a:ext cx="1271016" cy="457200"/>
          </a:xfrm>
          <a:prstGeom prst="flowChartAlternateProcess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dirty="0">
              <a:solidFill>
                <a:srgbClr val="003399"/>
              </a:solidFill>
              <a:cs typeface="Arial" panose="020B0604020202020204" pitchFamily="34" charset="0"/>
            </a:endParaRPr>
          </a:p>
        </p:txBody>
      </p:sp>
      <p:sp>
        <p:nvSpPr>
          <p:cNvPr id="20" name="Flowchart: Alternate Process 19">
            <a:extLst>
              <a:ext uri="{FF2B5EF4-FFF2-40B4-BE49-F238E27FC236}">
                <a16:creationId xmlns:a16="http://schemas.microsoft.com/office/drawing/2014/main" id="{24E1D5B6-95F5-2106-6AE5-28E52F147039}"/>
              </a:ext>
            </a:extLst>
          </p:cNvPr>
          <p:cNvSpPr/>
          <p:nvPr/>
        </p:nvSpPr>
        <p:spPr>
          <a:xfrm>
            <a:off x="9921462" y="4842184"/>
            <a:ext cx="1271016" cy="457200"/>
          </a:xfrm>
          <a:prstGeom prst="flowChartAlternateProcess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dirty="0">
              <a:solidFill>
                <a:srgbClr val="003399"/>
              </a:solidFill>
              <a:cs typeface="Arial" panose="020B0604020202020204" pitchFamily="34" charset="0"/>
            </a:endParaRPr>
          </a:p>
        </p:txBody>
      </p:sp>
      <p:sp>
        <p:nvSpPr>
          <p:cNvPr id="22" name="Flowchart: Alternate Process 21">
            <a:extLst>
              <a:ext uri="{FF2B5EF4-FFF2-40B4-BE49-F238E27FC236}">
                <a16:creationId xmlns:a16="http://schemas.microsoft.com/office/drawing/2014/main" id="{7200C835-7362-8E83-EF4B-775C910D0DF8}"/>
              </a:ext>
            </a:extLst>
          </p:cNvPr>
          <p:cNvSpPr/>
          <p:nvPr/>
        </p:nvSpPr>
        <p:spPr>
          <a:xfrm>
            <a:off x="8109090" y="4842184"/>
            <a:ext cx="1271016" cy="457200"/>
          </a:xfrm>
          <a:prstGeom prst="flowChartAlternateProcess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dirty="0">
              <a:solidFill>
                <a:srgbClr val="003399"/>
              </a:solidFill>
              <a:cs typeface="Arial" panose="020B0604020202020204" pitchFamily="34" charset="0"/>
            </a:endParaRPr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75F4D5D5-EDA5-918B-BC10-2BC1CFC9B7C6}"/>
              </a:ext>
            </a:extLst>
          </p:cNvPr>
          <p:cNvSpPr/>
          <p:nvPr/>
        </p:nvSpPr>
        <p:spPr>
          <a:xfrm>
            <a:off x="1089937" y="1427824"/>
            <a:ext cx="1024840" cy="444224"/>
          </a:xfrm>
          <a:prstGeom prst="ellipse">
            <a:avLst/>
          </a:prstGeom>
          <a:solidFill>
            <a:schemeClr val="accent2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dirty="0">
                <a:solidFill>
                  <a:schemeClr val="bg1"/>
                </a:solidFill>
                <a:cs typeface="Arial" panose="020B0604020202020204" pitchFamily="34" charset="0"/>
              </a:rPr>
              <a:t>Start</a:t>
            </a:r>
          </a:p>
        </p:txBody>
      </p:sp>
      <p:sp>
        <p:nvSpPr>
          <p:cNvPr id="77" name="Flowchart: Alternate Process 76">
            <a:extLst>
              <a:ext uri="{FF2B5EF4-FFF2-40B4-BE49-F238E27FC236}">
                <a16:creationId xmlns:a16="http://schemas.microsoft.com/office/drawing/2014/main" id="{FC17AA3A-6DDD-0DF0-885E-F781A115943A}"/>
              </a:ext>
            </a:extLst>
          </p:cNvPr>
          <p:cNvSpPr/>
          <p:nvPr/>
        </p:nvSpPr>
        <p:spPr>
          <a:xfrm>
            <a:off x="8071928" y="2196505"/>
            <a:ext cx="1271016" cy="457200"/>
          </a:xfrm>
          <a:prstGeom prst="flowChartAlternateProcess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rgbClr val="003399"/>
                </a:solidFill>
                <a:cs typeface="Arial" panose="020B0604020202020204" pitchFamily="34" charset="0"/>
              </a:rPr>
              <a:t>Read PCM test stamp</a:t>
            </a:r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B488D3E0-23BE-258C-4671-2448CAF4180B}"/>
              </a:ext>
            </a:extLst>
          </p:cNvPr>
          <p:cNvSpPr/>
          <p:nvPr/>
        </p:nvSpPr>
        <p:spPr>
          <a:xfrm>
            <a:off x="1071567" y="5708929"/>
            <a:ext cx="1024840" cy="448056"/>
          </a:xfrm>
          <a:prstGeom prst="ellipse">
            <a:avLst/>
          </a:prstGeom>
          <a:solidFill>
            <a:schemeClr val="accent2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  <a:cs typeface="Arial" panose="020B0604020202020204" pitchFamily="34" charset="0"/>
              </a:rPr>
              <a:t>S</a:t>
            </a:r>
            <a:r>
              <a:rPr lang="en-IN" sz="1400" b="1" dirty="0">
                <a:solidFill>
                  <a:schemeClr val="bg1"/>
                </a:solidFill>
                <a:cs typeface="Arial" panose="020B0604020202020204" pitchFamily="34" charset="0"/>
              </a:rPr>
              <a:t>top</a:t>
            </a:r>
          </a:p>
        </p:txBody>
      </p: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4D1ACBE3-2661-FE1C-6614-E41D23844718}"/>
              </a:ext>
            </a:extLst>
          </p:cNvPr>
          <p:cNvCxnSpPr>
            <a:stCxn id="75" idx="6"/>
            <a:endCxn id="23" idx="1"/>
          </p:cNvCxnSpPr>
          <p:nvPr/>
        </p:nvCxnSpPr>
        <p:spPr>
          <a:xfrm>
            <a:off x="2114777" y="1649936"/>
            <a:ext cx="528547" cy="22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4FA34858-1045-C46C-23EA-AE23FEF33AA4}"/>
              </a:ext>
            </a:extLst>
          </p:cNvPr>
          <p:cNvCxnSpPr>
            <a:stCxn id="23" idx="3"/>
            <a:endCxn id="29" idx="1"/>
          </p:cNvCxnSpPr>
          <p:nvPr/>
        </p:nvCxnSpPr>
        <p:spPr>
          <a:xfrm flipV="1">
            <a:off x="3914340" y="1649226"/>
            <a:ext cx="484920" cy="29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799EF93A-76E6-8C0F-6B33-7FD768A29C06}"/>
              </a:ext>
            </a:extLst>
          </p:cNvPr>
          <p:cNvCxnSpPr>
            <a:stCxn id="29" idx="3"/>
            <a:endCxn id="24" idx="1"/>
          </p:cNvCxnSpPr>
          <p:nvPr/>
        </p:nvCxnSpPr>
        <p:spPr>
          <a:xfrm flipV="1">
            <a:off x="5670276" y="1646240"/>
            <a:ext cx="553843" cy="29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A04AA853-1D72-9972-B056-73CE8CF57DF3}"/>
              </a:ext>
            </a:extLst>
          </p:cNvPr>
          <p:cNvCxnSpPr>
            <a:stCxn id="24" idx="3"/>
            <a:endCxn id="25" idx="1"/>
          </p:cNvCxnSpPr>
          <p:nvPr/>
        </p:nvCxnSpPr>
        <p:spPr>
          <a:xfrm>
            <a:off x="7495135" y="1646240"/>
            <a:ext cx="576793" cy="29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5E9786C5-E9C9-0548-EA82-057BACB29C0B}"/>
              </a:ext>
            </a:extLst>
          </p:cNvPr>
          <p:cNvCxnSpPr>
            <a:stCxn id="25" idx="3"/>
            <a:endCxn id="30" idx="1"/>
          </p:cNvCxnSpPr>
          <p:nvPr/>
        </p:nvCxnSpPr>
        <p:spPr>
          <a:xfrm>
            <a:off x="9342944" y="1649226"/>
            <a:ext cx="57851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B0C68DBB-9859-72DF-1780-F9A7CCB32D7C}"/>
              </a:ext>
            </a:extLst>
          </p:cNvPr>
          <p:cNvCxnSpPr>
            <a:stCxn id="30" idx="2"/>
            <a:endCxn id="31" idx="0"/>
          </p:cNvCxnSpPr>
          <p:nvPr/>
        </p:nvCxnSpPr>
        <p:spPr>
          <a:xfrm>
            <a:off x="10556970" y="1877826"/>
            <a:ext cx="0" cy="3249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2AE0A382-BDB3-BC34-2245-D7989002E0E5}"/>
              </a:ext>
            </a:extLst>
          </p:cNvPr>
          <p:cNvCxnSpPr>
            <a:stCxn id="31" idx="1"/>
            <a:endCxn id="77" idx="3"/>
          </p:cNvCxnSpPr>
          <p:nvPr/>
        </p:nvCxnSpPr>
        <p:spPr>
          <a:xfrm flipH="1" flipV="1">
            <a:off x="9342944" y="2425105"/>
            <a:ext cx="578518" cy="62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25E169AB-8B8B-0D6A-E1A3-1CEBA60AA284}"/>
              </a:ext>
            </a:extLst>
          </p:cNvPr>
          <p:cNvCxnSpPr>
            <a:stCxn id="77" idx="1"/>
            <a:endCxn id="49" idx="3"/>
          </p:cNvCxnSpPr>
          <p:nvPr/>
        </p:nvCxnSpPr>
        <p:spPr>
          <a:xfrm flipH="1">
            <a:off x="7493410" y="2425105"/>
            <a:ext cx="578518" cy="75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Arrow Connector 121">
            <a:extLst>
              <a:ext uri="{FF2B5EF4-FFF2-40B4-BE49-F238E27FC236}">
                <a16:creationId xmlns:a16="http://schemas.microsoft.com/office/drawing/2014/main" id="{F502254F-0843-D689-8EFB-0DB132CC2DD5}"/>
              </a:ext>
            </a:extLst>
          </p:cNvPr>
          <p:cNvCxnSpPr>
            <a:stCxn id="49" idx="1"/>
            <a:endCxn id="51" idx="3"/>
          </p:cNvCxnSpPr>
          <p:nvPr/>
        </p:nvCxnSpPr>
        <p:spPr>
          <a:xfrm flipH="1">
            <a:off x="5670276" y="2432669"/>
            <a:ext cx="55211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Arrow Connector 123">
            <a:extLst>
              <a:ext uri="{FF2B5EF4-FFF2-40B4-BE49-F238E27FC236}">
                <a16:creationId xmlns:a16="http://schemas.microsoft.com/office/drawing/2014/main" id="{9955BA6A-0050-97D7-DAC3-2B6C12F12B95}"/>
              </a:ext>
            </a:extLst>
          </p:cNvPr>
          <p:cNvCxnSpPr>
            <a:stCxn id="51" idx="1"/>
            <a:endCxn id="53" idx="3"/>
          </p:cNvCxnSpPr>
          <p:nvPr/>
        </p:nvCxnSpPr>
        <p:spPr>
          <a:xfrm flipH="1">
            <a:off x="3949693" y="2432669"/>
            <a:ext cx="449567" cy="101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Arrow Connector 125">
            <a:extLst>
              <a:ext uri="{FF2B5EF4-FFF2-40B4-BE49-F238E27FC236}">
                <a16:creationId xmlns:a16="http://schemas.microsoft.com/office/drawing/2014/main" id="{4732901A-3EDA-B124-E7B3-E6B1EC3CA5D6}"/>
              </a:ext>
            </a:extLst>
          </p:cNvPr>
          <p:cNvCxnSpPr>
            <a:stCxn id="53" idx="1"/>
            <a:endCxn id="55" idx="3"/>
          </p:cNvCxnSpPr>
          <p:nvPr/>
        </p:nvCxnSpPr>
        <p:spPr>
          <a:xfrm flipH="1">
            <a:off x="2237865" y="2442847"/>
            <a:ext cx="440812" cy="63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Arrow Connector 127">
            <a:extLst>
              <a:ext uri="{FF2B5EF4-FFF2-40B4-BE49-F238E27FC236}">
                <a16:creationId xmlns:a16="http://schemas.microsoft.com/office/drawing/2014/main" id="{F1618295-DE01-16A9-7971-3D51AA4CB021}"/>
              </a:ext>
            </a:extLst>
          </p:cNvPr>
          <p:cNvCxnSpPr>
            <a:stCxn id="55" idx="2"/>
            <a:endCxn id="57" idx="0"/>
          </p:cNvCxnSpPr>
          <p:nvPr/>
        </p:nvCxnSpPr>
        <p:spPr>
          <a:xfrm>
            <a:off x="1602357" y="2677769"/>
            <a:ext cx="0" cy="3424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0" name="Straight Arrow Connector 129">
            <a:extLst>
              <a:ext uri="{FF2B5EF4-FFF2-40B4-BE49-F238E27FC236}">
                <a16:creationId xmlns:a16="http://schemas.microsoft.com/office/drawing/2014/main" id="{E270EC82-1E6F-5B3A-6CDB-0D938F1D9245}"/>
              </a:ext>
            </a:extLst>
          </p:cNvPr>
          <p:cNvCxnSpPr>
            <a:stCxn id="57" idx="3"/>
            <a:endCxn id="59" idx="1"/>
          </p:cNvCxnSpPr>
          <p:nvPr/>
        </p:nvCxnSpPr>
        <p:spPr>
          <a:xfrm>
            <a:off x="2237865" y="3248807"/>
            <a:ext cx="440812" cy="48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Arrow Connector 131">
            <a:extLst>
              <a:ext uri="{FF2B5EF4-FFF2-40B4-BE49-F238E27FC236}">
                <a16:creationId xmlns:a16="http://schemas.microsoft.com/office/drawing/2014/main" id="{834F9517-3A8E-753A-1003-42CC96119FCA}"/>
              </a:ext>
            </a:extLst>
          </p:cNvPr>
          <p:cNvCxnSpPr>
            <a:stCxn id="59" idx="3"/>
            <a:endCxn id="61" idx="1"/>
          </p:cNvCxnSpPr>
          <p:nvPr/>
        </p:nvCxnSpPr>
        <p:spPr>
          <a:xfrm flipV="1">
            <a:off x="3949693" y="3248807"/>
            <a:ext cx="449567" cy="48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Arrow Connector 133">
            <a:extLst>
              <a:ext uri="{FF2B5EF4-FFF2-40B4-BE49-F238E27FC236}">
                <a16:creationId xmlns:a16="http://schemas.microsoft.com/office/drawing/2014/main" id="{ACCBC229-7339-CCD2-E795-D379088E476F}"/>
              </a:ext>
            </a:extLst>
          </p:cNvPr>
          <p:cNvCxnSpPr>
            <a:stCxn id="61" idx="3"/>
            <a:endCxn id="63" idx="1"/>
          </p:cNvCxnSpPr>
          <p:nvPr/>
        </p:nvCxnSpPr>
        <p:spPr>
          <a:xfrm>
            <a:off x="5670276" y="3248807"/>
            <a:ext cx="55211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Arrow Connector 135">
            <a:extLst>
              <a:ext uri="{FF2B5EF4-FFF2-40B4-BE49-F238E27FC236}">
                <a16:creationId xmlns:a16="http://schemas.microsoft.com/office/drawing/2014/main" id="{7F3D6AB9-F939-6B2C-831B-F4D372FD82D1}"/>
              </a:ext>
            </a:extLst>
          </p:cNvPr>
          <p:cNvCxnSpPr>
            <a:stCxn id="63" idx="3"/>
            <a:endCxn id="65" idx="1"/>
          </p:cNvCxnSpPr>
          <p:nvPr/>
        </p:nvCxnSpPr>
        <p:spPr>
          <a:xfrm>
            <a:off x="7493410" y="3248807"/>
            <a:ext cx="61568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Arrow Connector 137">
            <a:extLst>
              <a:ext uri="{FF2B5EF4-FFF2-40B4-BE49-F238E27FC236}">
                <a16:creationId xmlns:a16="http://schemas.microsoft.com/office/drawing/2014/main" id="{EF96B8AD-DE1E-C658-16DD-593D04212CB2}"/>
              </a:ext>
            </a:extLst>
          </p:cNvPr>
          <p:cNvCxnSpPr>
            <a:stCxn id="65" idx="3"/>
            <a:endCxn id="99" idx="1"/>
          </p:cNvCxnSpPr>
          <p:nvPr/>
        </p:nvCxnSpPr>
        <p:spPr>
          <a:xfrm>
            <a:off x="9380106" y="3248807"/>
            <a:ext cx="54135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Arrow Connector 139">
            <a:extLst>
              <a:ext uri="{FF2B5EF4-FFF2-40B4-BE49-F238E27FC236}">
                <a16:creationId xmlns:a16="http://schemas.microsoft.com/office/drawing/2014/main" id="{42BC2ADD-A7C9-1342-E94C-42F99F90B547}"/>
              </a:ext>
            </a:extLst>
          </p:cNvPr>
          <p:cNvCxnSpPr>
            <a:stCxn id="99" idx="2"/>
            <a:endCxn id="101" idx="0"/>
          </p:cNvCxnSpPr>
          <p:nvPr/>
        </p:nvCxnSpPr>
        <p:spPr>
          <a:xfrm>
            <a:off x="10556970" y="3477407"/>
            <a:ext cx="0" cy="4461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2" name="Straight Arrow Connector 141">
            <a:extLst>
              <a:ext uri="{FF2B5EF4-FFF2-40B4-BE49-F238E27FC236}">
                <a16:creationId xmlns:a16="http://schemas.microsoft.com/office/drawing/2014/main" id="{6FC568FD-AEF8-A9E8-4671-E6AD44320168}"/>
              </a:ext>
            </a:extLst>
          </p:cNvPr>
          <p:cNvCxnSpPr>
            <a:stCxn id="101" idx="1"/>
            <a:endCxn id="103" idx="3"/>
          </p:cNvCxnSpPr>
          <p:nvPr/>
        </p:nvCxnSpPr>
        <p:spPr>
          <a:xfrm flipH="1" flipV="1">
            <a:off x="9383080" y="4145393"/>
            <a:ext cx="538382" cy="67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Arrow Connector 143">
            <a:extLst>
              <a:ext uri="{FF2B5EF4-FFF2-40B4-BE49-F238E27FC236}">
                <a16:creationId xmlns:a16="http://schemas.microsoft.com/office/drawing/2014/main" id="{1A1FAEDE-43F6-FBDE-799C-8C242A1F07A0}"/>
              </a:ext>
            </a:extLst>
          </p:cNvPr>
          <p:cNvCxnSpPr>
            <a:stCxn id="103" idx="1"/>
            <a:endCxn id="105" idx="3"/>
          </p:cNvCxnSpPr>
          <p:nvPr/>
        </p:nvCxnSpPr>
        <p:spPr>
          <a:xfrm flipH="1">
            <a:off x="7491140" y="4145393"/>
            <a:ext cx="620924" cy="67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Straight Arrow Connector 145">
            <a:extLst>
              <a:ext uri="{FF2B5EF4-FFF2-40B4-BE49-F238E27FC236}">
                <a16:creationId xmlns:a16="http://schemas.microsoft.com/office/drawing/2014/main" id="{3E75B8FF-CE10-5C16-45CA-A7275B80CBDE}"/>
              </a:ext>
            </a:extLst>
          </p:cNvPr>
          <p:cNvCxnSpPr>
            <a:stCxn id="105" idx="1"/>
            <a:endCxn id="69" idx="3"/>
          </p:cNvCxnSpPr>
          <p:nvPr/>
        </p:nvCxnSpPr>
        <p:spPr>
          <a:xfrm flipH="1" flipV="1">
            <a:off x="5670276" y="4150458"/>
            <a:ext cx="549848" cy="17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Straight Arrow Connector 147">
            <a:extLst>
              <a:ext uri="{FF2B5EF4-FFF2-40B4-BE49-F238E27FC236}">
                <a16:creationId xmlns:a16="http://schemas.microsoft.com/office/drawing/2014/main" id="{68EF4C0E-703D-D4F7-F2D9-A72320C3C6E9}"/>
              </a:ext>
            </a:extLst>
          </p:cNvPr>
          <p:cNvCxnSpPr>
            <a:stCxn id="69" idx="1"/>
            <a:endCxn id="79" idx="3"/>
          </p:cNvCxnSpPr>
          <p:nvPr/>
        </p:nvCxnSpPr>
        <p:spPr>
          <a:xfrm flipH="1">
            <a:off x="3949693" y="4150458"/>
            <a:ext cx="449567" cy="17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Arrow Connector 149">
            <a:extLst>
              <a:ext uri="{FF2B5EF4-FFF2-40B4-BE49-F238E27FC236}">
                <a16:creationId xmlns:a16="http://schemas.microsoft.com/office/drawing/2014/main" id="{23C25363-D394-797A-D210-1B95CE1B8EBB}"/>
              </a:ext>
            </a:extLst>
          </p:cNvPr>
          <p:cNvCxnSpPr>
            <a:stCxn id="79" idx="1"/>
            <a:endCxn id="80" idx="3"/>
          </p:cNvCxnSpPr>
          <p:nvPr/>
        </p:nvCxnSpPr>
        <p:spPr>
          <a:xfrm flipH="1" flipV="1">
            <a:off x="2237865" y="4150458"/>
            <a:ext cx="440812" cy="17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Straight Arrow Connector 151">
            <a:extLst>
              <a:ext uri="{FF2B5EF4-FFF2-40B4-BE49-F238E27FC236}">
                <a16:creationId xmlns:a16="http://schemas.microsoft.com/office/drawing/2014/main" id="{678502D3-4D5C-E8A2-8303-C0E461514FC0}"/>
              </a:ext>
            </a:extLst>
          </p:cNvPr>
          <p:cNvCxnSpPr>
            <a:stCxn id="80" idx="2"/>
            <a:endCxn id="5" idx="0"/>
          </p:cNvCxnSpPr>
          <p:nvPr/>
        </p:nvCxnSpPr>
        <p:spPr>
          <a:xfrm>
            <a:off x="1602357" y="4379058"/>
            <a:ext cx="0" cy="4715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4" name="Straight Arrow Connector 153">
            <a:extLst>
              <a:ext uri="{FF2B5EF4-FFF2-40B4-BE49-F238E27FC236}">
                <a16:creationId xmlns:a16="http://schemas.microsoft.com/office/drawing/2014/main" id="{0507A814-77EF-F674-38D1-85DFE0B444F7}"/>
              </a:ext>
            </a:extLst>
          </p:cNvPr>
          <p:cNvCxnSpPr>
            <a:stCxn id="5" idx="3"/>
            <a:endCxn id="7" idx="1"/>
          </p:cNvCxnSpPr>
          <p:nvPr/>
        </p:nvCxnSpPr>
        <p:spPr>
          <a:xfrm flipV="1">
            <a:off x="2237865" y="5070784"/>
            <a:ext cx="439330" cy="83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Straight Arrow Connector 155">
            <a:extLst>
              <a:ext uri="{FF2B5EF4-FFF2-40B4-BE49-F238E27FC236}">
                <a16:creationId xmlns:a16="http://schemas.microsoft.com/office/drawing/2014/main" id="{EFB420E1-6802-8B50-7F84-F64F0CF3181B}"/>
              </a:ext>
            </a:extLst>
          </p:cNvPr>
          <p:cNvCxnSpPr>
            <a:stCxn id="7" idx="3"/>
            <a:endCxn id="9" idx="1"/>
          </p:cNvCxnSpPr>
          <p:nvPr/>
        </p:nvCxnSpPr>
        <p:spPr>
          <a:xfrm flipV="1">
            <a:off x="3948211" y="5067146"/>
            <a:ext cx="451049" cy="36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Straight Arrow Connector 157">
            <a:extLst>
              <a:ext uri="{FF2B5EF4-FFF2-40B4-BE49-F238E27FC236}">
                <a16:creationId xmlns:a16="http://schemas.microsoft.com/office/drawing/2014/main" id="{7ED7A3C7-5BC5-9E65-4C04-FF63B0277A49}"/>
              </a:ext>
            </a:extLst>
          </p:cNvPr>
          <p:cNvCxnSpPr>
            <a:stCxn id="9" idx="3"/>
            <a:endCxn id="11" idx="1"/>
          </p:cNvCxnSpPr>
          <p:nvPr/>
        </p:nvCxnSpPr>
        <p:spPr>
          <a:xfrm>
            <a:off x="5670276" y="5067146"/>
            <a:ext cx="54984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Straight Arrow Connector 159">
            <a:extLst>
              <a:ext uri="{FF2B5EF4-FFF2-40B4-BE49-F238E27FC236}">
                <a16:creationId xmlns:a16="http://schemas.microsoft.com/office/drawing/2014/main" id="{55D26657-F315-7C87-8CDB-07D0FE71A6B3}"/>
              </a:ext>
            </a:extLst>
          </p:cNvPr>
          <p:cNvCxnSpPr>
            <a:stCxn id="11" idx="3"/>
            <a:endCxn id="22" idx="1"/>
          </p:cNvCxnSpPr>
          <p:nvPr/>
        </p:nvCxnSpPr>
        <p:spPr>
          <a:xfrm>
            <a:off x="7491140" y="5067146"/>
            <a:ext cx="617950" cy="36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Straight Arrow Connector 161">
            <a:extLst>
              <a:ext uri="{FF2B5EF4-FFF2-40B4-BE49-F238E27FC236}">
                <a16:creationId xmlns:a16="http://schemas.microsoft.com/office/drawing/2014/main" id="{68A9F1E6-025C-8191-83F7-E12993F263DD}"/>
              </a:ext>
            </a:extLst>
          </p:cNvPr>
          <p:cNvCxnSpPr>
            <a:stCxn id="22" idx="3"/>
            <a:endCxn id="20" idx="1"/>
          </p:cNvCxnSpPr>
          <p:nvPr/>
        </p:nvCxnSpPr>
        <p:spPr>
          <a:xfrm>
            <a:off x="9380106" y="5070784"/>
            <a:ext cx="54135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Straight Arrow Connector 163">
            <a:extLst>
              <a:ext uri="{FF2B5EF4-FFF2-40B4-BE49-F238E27FC236}">
                <a16:creationId xmlns:a16="http://schemas.microsoft.com/office/drawing/2014/main" id="{96EEE095-23EF-F091-861A-725E35F1BBFC}"/>
              </a:ext>
            </a:extLst>
          </p:cNvPr>
          <p:cNvCxnSpPr>
            <a:stCxn id="20" idx="2"/>
            <a:endCxn id="19" idx="0"/>
          </p:cNvCxnSpPr>
          <p:nvPr/>
        </p:nvCxnSpPr>
        <p:spPr>
          <a:xfrm>
            <a:off x="10556970" y="5299384"/>
            <a:ext cx="0" cy="4020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6" name="Straight Arrow Connector 165">
            <a:extLst>
              <a:ext uri="{FF2B5EF4-FFF2-40B4-BE49-F238E27FC236}">
                <a16:creationId xmlns:a16="http://schemas.microsoft.com/office/drawing/2014/main" id="{D287E7E1-7D12-B59F-AA9E-4B0F2B617A56}"/>
              </a:ext>
            </a:extLst>
          </p:cNvPr>
          <p:cNvCxnSpPr>
            <a:stCxn id="19" idx="1"/>
            <a:endCxn id="18" idx="3"/>
          </p:cNvCxnSpPr>
          <p:nvPr/>
        </p:nvCxnSpPr>
        <p:spPr>
          <a:xfrm flipH="1">
            <a:off x="9342944" y="5930004"/>
            <a:ext cx="578518" cy="75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Straight Arrow Connector 167">
            <a:extLst>
              <a:ext uri="{FF2B5EF4-FFF2-40B4-BE49-F238E27FC236}">
                <a16:creationId xmlns:a16="http://schemas.microsoft.com/office/drawing/2014/main" id="{5C39E27C-BA73-483F-097B-B282EC08EEB8}"/>
              </a:ext>
            </a:extLst>
          </p:cNvPr>
          <p:cNvCxnSpPr>
            <a:stCxn id="18" idx="1"/>
            <a:endCxn id="14" idx="3"/>
          </p:cNvCxnSpPr>
          <p:nvPr/>
        </p:nvCxnSpPr>
        <p:spPr>
          <a:xfrm flipH="1">
            <a:off x="7491140" y="5937529"/>
            <a:ext cx="58078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Straight Arrow Connector 169">
            <a:extLst>
              <a:ext uri="{FF2B5EF4-FFF2-40B4-BE49-F238E27FC236}">
                <a16:creationId xmlns:a16="http://schemas.microsoft.com/office/drawing/2014/main" id="{CE26C276-72E6-8D70-2E7B-42E63AECEA6A}"/>
              </a:ext>
            </a:extLst>
          </p:cNvPr>
          <p:cNvCxnSpPr>
            <a:stCxn id="14" idx="1"/>
            <a:endCxn id="13" idx="3"/>
          </p:cNvCxnSpPr>
          <p:nvPr/>
        </p:nvCxnSpPr>
        <p:spPr>
          <a:xfrm flipH="1">
            <a:off x="5670276" y="5937529"/>
            <a:ext cx="54984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Straight Arrow Connector 171">
            <a:extLst>
              <a:ext uri="{FF2B5EF4-FFF2-40B4-BE49-F238E27FC236}">
                <a16:creationId xmlns:a16="http://schemas.microsoft.com/office/drawing/2014/main" id="{7B9DD136-9535-5333-E3CD-9F41D3A1BF5A}"/>
              </a:ext>
            </a:extLst>
          </p:cNvPr>
          <p:cNvCxnSpPr>
            <a:stCxn id="13" idx="1"/>
            <a:endCxn id="12" idx="3"/>
          </p:cNvCxnSpPr>
          <p:nvPr/>
        </p:nvCxnSpPr>
        <p:spPr>
          <a:xfrm flipH="1" flipV="1">
            <a:off x="3948211" y="5930004"/>
            <a:ext cx="451049" cy="75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Straight Arrow Connector 173">
            <a:extLst>
              <a:ext uri="{FF2B5EF4-FFF2-40B4-BE49-F238E27FC236}">
                <a16:creationId xmlns:a16="http://schemas.microsoft.com/office/drawing/2014/main" id="{D758DA1F-2913-498B-54D6-1E04132914FA}"/>
              </a:ext>
            </a:extLst>
          </p:cNvPr>
          <p:cNvCxnSpPr>
            <a:stCxn id="12" idx="1"/>
            <a:endCxn id="83" idx="6"/>
          </p:cNvCxnSpPr>
          <p:nvPr/>
        </p:nvCxnSpPr>
        <p:spPr>
          <a:xfrm flipH="1">
            <a:off x="2096407" y="5930004"/>
            <a:ext cx="580788" cy="29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7691288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95D69F-09AD-536F-7C39-A677E3018F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D3B427-6C96-5660-8176-022933E09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635EA-281D-47C8-A0EC-B8A06226CB83}" type="slidenum">
              <a:rPr lang="en-IN" smtClean="0"/>
              <a:t>142</a:t>
            </a:fld>
            <a:endParaRPr lang="en-IN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D07B95FA-41EE-05DA-F09B-A9E3E645AA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3678"/>
            <a:ext cx="10515600" cy="315910"/>
          </a:xfrm>
        </p:spPr>
        <p:txBody>
          <a:bodyPr/>
          <a:lstStyle/>
          <a:p>
            <a:r>
              <a:rPr lang="en-US" dirty="0"/>
              <a:t>Test Verification - Phases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A50D493-30AA-416A-323A-B4B093B2E2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06" y="762738"/>
            <a:ext cx="2467102" cy="571529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1A8A095-38DD-09E3-01C8-9AE4981FEB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3104" y="759803"/>
            <a:ext cx="2470187" cy="57150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F2DE22D-0E68-F9CC-DD90-9771721B75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5187" y="759509"/>
            <a:ext cx="2495678" cy="571529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5FA945C-9675-CC4E-9E1E-BB742017F3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52761" y="759803"/>
            <a:ext cx="2569766" cy="57150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631481987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63512F-AF31-34A7-9A47-6ABA7588DE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F41F05-9215-1B22-E769-D15D82A42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01150" y="6518583"/>
            <a:ext cx="2743200" cy="365125"/>
          </a:xfrm>
        </p:spPr>
        <p:txBody>
          <a:bodyPr/>
          <a:lstStyle/>
          <a:p>
            <a:fld id="{C5E635EA-281D-47C8-A0EC-B8A06226CB83}" type="slidenum">
              <a:rPr lang="en-IN" smtClean="0"/>
              <a:t>143</a:t>
            </a:fld>
            <a:endParaRPr lang="en-IN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D0DE2E8-FD4A-EAC0-9C8B-C395497113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4433"/>
            <a:ext cx="10515600" cy="315910"/>
          </a:xfrm>
        </p:spPr>
        <p:txBody>
          <a:bodyPr/>
          <a:lstStyle/>
          <a:p>
            <a:r>
              <a:rPr lang="en-US" dirty="0"/>
              <a:t>Test Verification</a:t>
            </a:r>
            <a:endParaRPr lang="en-IN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6CD5AF0-D998-243A-BF6E-CC80637303BC}"/>
              </a:ext>
            </a:extLst>
          </p:cNvPr>
          <p:cNvCxnSpPr>
            <a:cxnSpLocks/>
          </p:cNvCxnSpPr>
          <p:nvPr/>
        </p:nvCxnSpPr>
        <p:spPr bwMode="auto">
          <a:xfrm>
            <a:off x="6784147" y="3037100"/>
            <a:ext cx="43562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40297D87-582C-F3F7-6816-957682CB12BB}"/>
              </a:ext>
            </a:extLst>
          </p:cNvPr>
          <p:cNvSpPr txBox="1"/>
          <p:nvPr/>
        </p:nvSpPr>
        <p:spPr>
          <a:xfrm>
            <a:off x="7303198" y="2899616"/>
            <a:ext cx="107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Request</a:t>
            </a:r>
            <a:endParaRPr lang="en-IN" sz="1400" dirty="0">
              <a:solidFill>
                <a:srgbClr val="000099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9820511-CCFE-33E7-06E6-551B41073225}"/>
              </a:ext>
            </a:extLst>
          </p:cNvPr>
          <p:cNvCxnSpPr>
            <a:cxnSpLocks/>
          </p:cNvCxnSpPr>
          <p:nvPr/>
        </p:nvCxnSpPr>
        <p:spPr bwMode="auto">
          <a:xfrm>
            <a:off x="6784147" y="3466498"/>
            <a:ext cx="43562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15CAB950-DE76-D6F8-399E-22EEDD1819DA}"/>
              </a:ext>
            </a:extLst>
          </p:cNvPr>
          <p:cNvSpPr txBox="1"/>
          <p:nvPr/>
        </p:nvSpPr>
        <p:spPr>
          <a:xfrm>
            <a:off x="7303198" y="3312609"/>
            <a:ext cx="107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99"/>
                </a:solidFill>
                <a:effectLst/>
                <a:latin typeface="Arial" pitchFamily="34" charset="0"/>
                <a:cs typeface="Arial" pitchFamily="34" charset="0"/>
              </a:rPr>
              <a:t>Response</a:t>
            </a:r>
            <a:endParaRPr lang="en-IN" sz="1400" dirty="0">
              <a:solidFill>
                <a:srgbClr val="000099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2884D07-A1D4-4C25-A0BA-4967463296C8}"/>
              </a:ext>
            </a:extLst>
          </p:cNvPr>
          <p:cNvSpPr txBox="1"/>
          <p:nvPr/>
        </p:nvSpPr>
        <p:spPr>
          <a:xfrm>
            <a:off x="1117332" y="803922"/>
            <a:ext cx="91856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PCM – Read EMS test stamp: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EE33A6C-184F-6259-4453-FCD5EAAD0FF7}"/>
              </a:ext>
            </a:extLst>
          </p:cNvPr>
          <p:cNvSpPr txBox="1"/>
          <p:nvPr/>
        </p:nvSpPr>
        <p:spPr>
          <a:xfrm>
            <a:off x="1117332" y="2320247"/>
            <a:ext cx="14010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 File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8AE3FA5-5990-A13C-7D69-0BC06B2D2704}"/>
              </a:ext>
            </a:extLst>
          </p:cNvPr>
          <p:cNvSpPr txBox="1"/>
          <p:nvPr/>
        </p:nvSpPr>
        <p:spPr>
          <a:xfrm>
            <a:off x="1074802" y="3928297"/>
            <a:ext cx="19526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Report Logiq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5E3A0BA-C053-E678-A7A6-70B5F17DA6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9542" y="1273485"/>
            <a:ext cx="7350596" cy="68952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3A12780-2791-ACDA-D91C-DEEF1A551E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9542" y="2822890"/>
            <a:ext cx="5478679" cy="80568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2EE5FB5-50B0-6E2B-6202-F27DD4E8A3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9542" y="4488459"/>
            <a:ext cx="9791233" cy="68952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86077379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CA6581-AF35-67FC-5582-2387C311C1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ADA9FB-FAFF-1117-3150-F73B5E42E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01150" y="6518583"/>
            <a:ext cx="2743200" cy="365125"/>
          </a:xfrm>
        </p:spPr>
        <p:txBody>
          <a:bodyPr/>
          <a:lstStyle/>
          <a:p>
            <a:fld id="{C5E635EA-281D-47C8-A0EC-B8A06226CB83}" type="slidenum">
              <a:rPr lang="en-IN" smtClean="0"/>
              <a:t>144</a:t>
            </a:fld>
            <a:endParaRPr lang="en-IN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25C560B-7035-5822-6F11-917D11E082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4433"/>
            <a:ext cx="10515600" cy="315910"/>
          </a:xfrm>
        </p:spPr>
        <p:txBody>
          <a:bodyPr/>
          <a:lstStyle/>
          <a:p>
            <a:r>
              <a:rPr lang="en-US" dirty="0"/>
              <a:t>Test Verification</a:t>
            </a:r>
            <a:endParaRPr lang="en-IN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8199DC4-F2A9-73A0-5F45-F08B5487F879}"/>
              </a:ext>
            </a:extLst>
          </p:cNvPr>
          <p:cNvCxnSpPr>
            <a:cxnSpLocks/>
          </p:cNvCxnSpPr>
          <p:nvPr/>
        </p:nvCxnSpPr>
        <p:spPr bwMode="auto">
          <a:xfrm>
            <a:off x="9048922" y="3097310"/>
            <a:ext cx="43562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6F80D834-FCA2-42FB-9F97-FBF78DDCD7A9}"/>
              </a:ext>
            </a:extLst>
          </p:cNvPr>
          <p:cNvSpPr txBox="1"/>
          <p:nvPr/>
        </p:nvSpPr>
        <p:spPr>
          <a:xfrm>
            <a:off x="9567973" y="2959826"/>
            <a:ext cx="107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Request</a:t>
            </a:r>
            <a:endParaRPr lang="en-IN" sz="1400" dirty="0">
              <a:solidFill>
                <a:srgbClr val="000099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51BD261-A274-E7ED-859A-F942E3D5A48E}"/>
              </a:ext>
            </a:extLst>
          </p:cNvPr>
          <p:cNvCxnSpPr>
            <a:cxnSpLocks/>
          </p:cNvCxnSpPr>
          <p:nvPr/>
        </p:nvCxnSpPr>
        <p:spPr bwMode="auto">
          <a:xfrm>
            <a:off x="9048922" y="3504463"/>
            <a:ext cx="43562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E3F38565-F112-8F8C-7134-2B8B09299A8B}"/>
              </a:ext>
            </a:extLst>
          </p:cNvPr>
          <p:cNvSpPr txBox="1"/>
          <p:nvPr/>
        </p:nvSpPr>
        <p:spPr>
          <a:xfrm>
            <a:off x="9567973" y="3350574"/>
            <a:ext cx="107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99"/>
                </a:solidFill>
                <a:effectLst/>
                <a:latin typeface="Arial" pitchFamily="34" charset="0"/>
                <a:cs typeface="Arial" pitchFamily="34" charset="0"/>
              </a:rPr>
              <a:t>Response</a:t>
            </a:r>
            <a:endParaRPr lang="en-IN" sz="1400" dirty="0">
              <a:solidFill>
                <a:srgbClr val="000099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C2C29CE-4B0E-A12B-1C05-F9F0B1EA015E}"/>
              </a:ext>
            </a:extLst>
          </p:cNvPr>
          <p:cNvSpPr txBox="1"/>
          <p:nvPr/>
        </p:nvSpPr>
        <p:spPr>
          <a:xfrm>
            <a:off x="1117333" y="869430"/>
            <a:ext cx="6677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IPC – Read &amp; Compare IMEI no: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9717874-0533-BA33-9E0F-161DD325F2F9}"/>
              </a:ext>
            </a:extLst>
          </p:cNvPr>
          <p:cNvSpPr txBox="1"/>
          <p:nvPr/>
        </p:nvSpPr>
        <p:spPr>
          <a:xfrm>
            <a:off x="1117333" y="2529619"/>
            <a:ext cx="14010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 File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ACAE10E-C1B5-C6C5-5290-7A36E8A4B102}"/>
              </a:ext>
            </a:extLst>
          </p:cNvPr>
          <p:cNvSpPr txBox="1"/>
          <p:nvPr/>
        </p:nvSpPr>
        <p:spPr>
          <a:xfrm>
            <a:off x="1072556" y="4039010"/>
            <a:ext cx="19556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Report Logiq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E07FC92-3C46-FCD7-2774-0A219A7786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8075" y="4614501"/>
            <a:ext cx="9168086" cy="126006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63B7390-EACD-7D47-7DC9-2E9465CBF6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8075" y="1350616"/>
            <a:ext cx="7681059" cy="86116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F485BD2-6942-2A91-9D90-6A75F61172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8075" y="2983190"/>
            <a:ext cx="7752276" cy="63469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556811854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C90DD1-016F-1246-A55C-94A8EC4BF2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16F4D3-39F8-5451-4E1E-2F0D212835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01150" y="6518583"/>
            <a:ext cx="2743200" cy="365125"/>
          </a:xfrm>
        </p:spPr>
        <p:txBody>
          <a:bodyPr/>
          <a:lstStyle/>
          <a:p>
            <a:fld id="{C5E635EA-281D-47C8-A0EC-B8A06226CB83}" type="slidenum">
              <a:rPr lang="en-IN" smtClean="0"/>
              <a:t>145</a:t>
            </a:fld>
            <a:endParaRPr lang="en-IN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6AFE4ED-1659-BF89-7BF6-075CBBC3CE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4433"/>
            <a:ext cx="10515600" cy="315910"/>
          </a:xfrm>
        </p:spPr>
        <p:txBody>
          <a:bodyPr/>
          <a:lstStyle/>
          <a:p>
            <a:r>
              <a:rPr lang="en-US" dirty="0"/>
              <a:t>Test Verification</a:t>
            </a:r>
            <a:endParaRPr lang="en-IN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82911B8-A16E-D5B4-EF9B-702455F46D94}"/>
              </a:ext>
            </a:extLst>
          </p:cNvPr>
          <p:cNvCxnSpPr>
            <a:cxnSpLocks/>
          </p:cNvCxnSpPr>
          <p:nvPr/>
        </p:nvCxnSpPr>
        <p:spPr bwMode="auto">
          <a:xfrm>
            <a:off x="9118034" y="3126830"/>
            <a:ext cx="43562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BB4662E6-C095-0897-0A93-33B6EB3C025A}"/>
              </a:ext>
            </a:extLst>
          </p:cNvPr>
          <p:cNvSpPr txBox="1"/>
          <p:nvPr/>
        </p:nvSpPr>
        <p:spPr>
          <a:xfrm>
            <a:off x="9637085" y="2955432"/>
            <a:ext cx="107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Request</a:t>
            </a:r>
            <a:endParaRPr lang="en-IN" sz="1400" dirty="0">
              <a:solidFill>
                <a:srgbClr val="000099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FEAEDC7-476F-8465-72B5-89F37571B48C}"/>
              </a:ext>
            </a:extLst>
          </p:cNvPr>
          <p:cNvCxnSpPr>
            <a:cxnSpLocks/>
          </p:cNvCxnSpPr>
          <p:nvPr/>
        </p:nvCxnSpPr>
        <p:spPr bwMode="auto">
          <a:xfrm>
            <a:off x="9118034" y="3429000"/>
            <a:ext cx="43562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12056E2C-CD4C-F529-9B8F-223D5F19DACA}"/>
              </a:ext>
            </a:extLst>
          </p:cNvPr>
          <p:cNvSpPr txBox="1"/>
          <p:nvPr/>
        </p:nvSpPr>
        <p:spPr>
          <a:xfrm>
            <a:off x="9637085" y="3275111"/>
            <a:ext cx="107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99"/>
                </a:solidFill>
                <a:effectLst/>
                <a:latin typeface="Arial" pitchFamily="34" charset="0"/>
                <a:cs typeface="Arial" pitchFamily="34" charset="0"/>
              </a:rPr>
              <a:t>Response</a:t>
            </a:r>
            <a:endParaRPr lang="en-IN" sz="1400" dirty="0">
              <a:solidFill>
                <a:srgbClr val="000099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147132F-1DDB-B34E-B3C5-C880DA311549}"/>
              </a:ext>
            </a:extLst>
          </p:cNvPr>
          <p:cNvSpPr txBox="1"/>
          <p:nvPr/>
        </p:nvSpPr>
        <p:spPr>
          <a:xfrm>
            <a:off x="1117333" y="869430"/>
            <a:ext cx="6677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IPC – Read &amp; Compare ICCID 1: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9EC39DC-074E-59B3-7A60-8F0A1159AE3A}"/>
              </a:ext>
            </a:extLst>
          </p:cNvPr>
          <p:cNvSpPr txBox="1"/>
          <p:nvPr/>
        </p:nvSpPr>
        <p:spPr>
          <a:xfrm>
            <a:off x="1117333" y="2529619"/>
            <a:ext cx="14010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 File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F0EE1AB-E403-AEC5-364A-393D3C795018}"/>
              </a:ext>
            </a:extLst>
          </p:cNvPr>
          <p:cNvSpPr txBox="1"/>
          <p:nvPr/>
        </p:nvSpPr>
        <p:spPr>
          <a:xfrm>
            <a:off x="1072556" y="4039010"/>
            <a:ext cx="19556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Report Logiq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787316A-A898-F3CF-DF7F-DC92D9E864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8075" y="1288975"/>
            <a:ext cx="8087772" cy="77374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8674B46-6D46-A392-13E4-75BDD4F977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8075" y="2980434"/>
            <a:ext cx="7783719" cy="52402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F2BBE26-35E1-68EB-C060-75446C27CE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8074" y="4587646"/>
            <a:ext cx="8769647" cy="94778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147532116"/>
      </p:ext>
    </p:extLst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A84128-6074-C571-255E-48DCE00601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68C36A-F383-70BC-4849-32616794A4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01150" y="6518583"/>
            <a:ext cx="2743200" cy="365125"/>
          </a:xfrm>
        </p:spPr>
        <p:txBody>
          <a:bodyPr/>
          <a:lstStyle/>
          <a:p>
            <a:fld id="{C5E635EA-281D-47C8-A0EC-B8A06226CB83}" type="slidenum">
              <a:rPr lang="en-IN" smtClean="0"/>
              <a:t>146</a:t>
            </a:fld>
            <a:endParaRPr lang="en-IN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4373E8A-DB88-472C-C7D7-6E0581A94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4433"/>
            <a:ext cx="10515600" cy="315910"/>
          </a:xfrm>
        </p:spPr>
        <p:txBody>
          <a:bodyPr/>
          <a:lstStyle/>
          <a:p>
            <a:r>
              <a:rPr lang="en-US" dirty="0"/>
              <a:t>Test Verification</a:t>
            </a:r>
            <a:endParaRPr lang="en-IN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8AE77A1-E6B6-9AC2-5FF5-D68F1BC8ADCB}"/>
              </a:ext>
            </a:extLst>
          </p:cNvPr>
          <p:cNvCxnSpPr>
            <a:cxnSpLocks/>
          </p:cNvCxnSpPr>
          <p:nvPr/>
        </p:nvCxnSpPr>
        <p:spPr bwMode="auto">
          <a:xfrm>
            <a:off x="9118034" y="3126830"/>
            <a:ext cx="43562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1FC090A1-4F6E-B849-69F8-ED58F9145397}"/>
              </a:ext>
            </a:extLst>
          </p:cNvPr>
          <p:cNvSpPr txBox="1"/>
          <p:nvPr/>
        </p:nvSpPr>
        <p:spPr>
          <a:xfrm>
            <a:off x="9637085" y="2955432"/>
            <a:ext cx="107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Request</a:t>
            </a:r>
            <a:endParaRPr lang="en-IN" sz="1400" dirty="0">
              <a:solidFill>
                <a:srgbClr val="000099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7D56641C-F4A6-4F6A-09BC-98E3D645B0EC}"/>
              </a:ext>
            </a:extLst>
          </p:cNvPr>
          <p:cNvCxnSpPr>
            <a:cxnSpLocks/>
          </p:cNvCxnSpPr>
          <p:nvPr/>
        </p:nvCxnSpPr>
        <p:spPr bwMode="auto">
          <a:xfrm>
            <a:off x="9118034" y="3429000"/>
            <a:ext cx="43562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1FE16403-956A-261F-E6E1-C1F43D35EE33}"/>
              </a:ext>
            </a:extLst>
          </p:cNvPr>
          <p:cNvSpPr txBox="1"/>
          <p:nvPr/>
        </p:nvSpPr>
        <p:spPr>
          <a:xfrm>
            <a:off x="9637085" y="3275111"/>
            <a:ext cx="107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99"/>
                </a:solidFill>
                <a:effectLst/>
                <a:latin typeface="Arial" pitchFamily="34" charset="0"/>
                <a:cs typeface="Arial" pitchFamily="34" charset="0"/>
              </a:rPr>
              <a:t>Response</a:t>
            </a:r>
            <a:endParaRPr lang="en-IN" sz="1400" dirty="0">
              <a:solidFill>
                <a:srgbClr val="000099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1412103-C5E6-B061-81F6-83FADE745595}"/>
              </a:ext>
            </a:extLst>
          </p:cNvPr>
          <p:cNvSpPr txBox="1"/>
          <p:nvPr/>
        </p:nvSpPr>
        <p:spPr>
          <a:xfrm>
            <a:off x="1117333" y="869430"/>
            <a:ext cx="6677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IPC – Read &amp; Compare ICCID 2: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2AE4B45-58D5-840A-C593-3FC32D15A0C7}"/>
              </a:ext>
            </a:extLst>
          </p:cNvPr>
          <p:cNvSpPr txBox="1"/>
          <p:nvPr/>
        </p:nvSpPr>
        <p:spPr>
          <a:xfrm>
            <a:off x="1117333" y="2529619"/>
            <a:ext cx="14010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 File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C6EBFC7-BBDF-971C-61F9-580721857A88}"/>
              </a:ext>
            </a:extLst>
          </p:cNvPr>
          <p:cNvSpPr txBox="1"/>
          <p:nvPr/>
        </p:nvSpPr>
        <p:spPr>
          <a:xfrm>
            <a:off x="1072556" y="4039010"/>
            <a:ext cx="19556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Report Logiq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29524EC-B0AF-30B7-92D6-395AF76D01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8074" y="1358460"/>
            <a:ext cx="7174103" cy="77868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F488F00-CAF2-0FB0-A190-A240129058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8074" y="2999979"/>
            <a:ext cx="7772400" cy="52240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EDCB973-2E3C-F969-7D3B-9F73E6C7E3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8074" y="4529982"/>
            <a:ext cx="9275626" cy="99891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566187283"/>
      </p:ext>
    </p:extLst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AF2EDC-6145-97B1-A39C-48951471BE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375F16-84DF-9817-C83A-D57A1521D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01150" y="6518583"/>
            <a:ext cx="2743200" cy="365125"/>
          </a:xfrm>
        </p:spPr>
        <p:txBody>
          <a:bodyPr/>
          <a:lstStyle/>
          <a:p>
            <a:fld id="{C5E635EA-281D-47C8-A0EC-B8A06226CB83}" type="slidenum">
              <a:rPr lang="en-IN" smtClean="0"/>
              <a:t>147</a:t>
            </a:fld>
            <a:endParaRPr lang="en-IN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6016C91-1EE4-1919-9FC5-8D3DE16E9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4433"/>
            <a:ext cx="10515600" cy="315910"/>
          </a:xfrm>
        </p:spPr>
        <p:txBody>
          <a:bodyPr/>
          <a:lstStyle/>
          <a:p>
            <a:r>
              <a:rPr lang="en-US" dirty="0"/>
              <a:t>Test Verification</a:t>
            </a:r>
            <a:endParaRPr lang="en-IN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4DC1D24-0C50-B9A5-961A-9B725F822DD5}"/>
              </a:ext>
            </a:extLst>
          </p:cNvPr>
          <p:cNvCxnSpPr>
            <a:cxnSpLocks/>
          </p:cNvCxnSpPr>
          <p:nvPr/>
        </p:nvCxnSpPr>
        <p:spPr bwMode="auto">
          <a:xfrm>
            <a:off x="6820519" y="3512814"/>
            <a:ext cx="43562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40436813-99CE-2E2A-3890-F026F5DDA580}"/>
              </a:ext>
            </a:extLst>
          </p:cNvPr>
          <p:cNvSpPr txBox="1"/>
          <p:nvPr/>
        </p:nvSpPr>
        <p:spPr>
          <a:xfrm>
            <a:off x="7339570" y="3358925"/>
            <a:ext cx="107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Request</a:t>
            </a:r>
            <a:endParaRPr lang="en-IN" sz="1400" dirty="0">
              <a:solidFill>
                <a:srgbClr val="000099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7157880B-9235-2ED3-A31D-3BA3B52EC9D5}"/>
              </a:ext>
            </a:extLst>
          </p:cNvPr>
          <p:cNvCxnSpPr>
            <a:cxnSpLocks/>
          </p:cNvCxnSpPr>
          <p:nvPr/>
        </p:nvCxnSpPr>
        <p:spPr bwMode="auto">
          <a:xfrm>
            <a:off x="6820519" y="3973314"/>
            <a:ext cx="43562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6B91D3B9-C5FF-7971-B7FC-0C9838CF7F58}"/>
              </a:ext>
            </a:extLst>
          </p:cNvPr>
          <p:cNvSpPr txBox="1"/>
          <p:nvPr/>
        </p:nvSpPr>
        <p:spPr>
          <a:xfrm>
            <a:off x="7339570" y="3819425"/>
            <a:ext cx="107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99"/>
                </a:solidFill>
                <a:effectLst/>
                <a:latin typeface="Arial" pitchFamily="34" charset="0"/>
                <a:cs typeface="Arial" pitchFamily="34" charset="0"/>
              </a:rPr>
              <a:t>Response</a:t>
            </a:r>
            <a:endParaRPr lang="en-IN" sz="1400" dirty="0">
              <a:solidFill>
                <a:srgbClr val="000099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727070C-0D34-F67F-F1BF-45986AC0262B}"/>
              </a:ext>
            </a:extLst>
          </p:cNvPr>
          <p:cNvSpPr txBox="1"/>
          <p:nvPr/>
        </p:nvSpPr>
        <p:spPr>
          <a:xfrm>
            <a:off x="1117333" y="869430"/>
            <a:ext cx="6677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PCM – Write &amp; Read PCM Running mode: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1FC517E-506B-9426-BDF4-750E2C25ECF8}"/>
              </a:ext>
            </a:extLst>
          </p:cNvPr>
          <p:cNvSpPr txBox="1"/>
          <p:nvPr/>
        </p:nvSpPr>
        <p:spPr>
          <a:xfrm>
            <a:off x="1117333" y="2892266"/>
            <a:ext cx="14010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 File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112FFE8-A8BF-A51C-D001-E1F9823CBD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8386" y="1299190"/>
            <a:ext cx="8368930" cy="115433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4AA6A43-0399-6455-CCAA-C8CA4D0FD5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8386" y="3358925"/>
            <a:ext cx="5466550" cy="155617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184398964"/>
      </p:ext>
    </p:extLst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BAFEA6-2AB8-1D73-1280-3C1E38EAFF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E3E678-37FB-205B-71A0-55FE97EDF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01150" y="6518583"/>
            <a:ext cx="2743200" cy="365125"/>
          </a:xfrm>
        </p:spPr>
        <p:txBody>
          <a:bodyPr/>
          <a:lstStyle/>
          <a:p>
            <a:fld id="{C5E635EA-281D-47C8-A0EC-B8A06226CB83}" type="slidenum">
              <a:rPr lang="en-IN" smtClean="0"/>
              <a:t>148</a:t>
            </a:fld>
            <a:endParaRPr lang="en-IN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6E7CE11-14EE-ADDA-A6D8-4ADEAB2A63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4433"/>
            <a:ext cx="10515600" cy="315910"/>
          </a:xfrm>
        </p:spPr>
        <p:txBody>
          <a:bodyPr/>
          <a:lstStyle/>
          <a:p>
            <a:r>
              <a:rPr lang="en-US" dirty="0"/>
              <a:t>Test Verification</a:t>
            </a:r>
            <a:endParaRPr lang="en-IN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7CBD676-54C2-4E33-B716-EBF2C34A9268}"/>
              </a:ext>
            </a:extLst>
          </p:cNvPr>
          <p:cNvCxnSpPr>
            <a:cxnSpLocks/>
          </p:cNvCxnSpPr>
          <p:nvPr/>
        </p:nvCxnSpPr>
        <p:spPr bwMode="auto">
          <a:xfrm>
            <a:off x="5749969" y="3163709"/>
            <a:ext cx="43562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7BCFB7B0-1086-AD6A-33A8-3F0BE82729C3}"/>
              </a:ext>
            </a:extLst>
          </p:cNvPr>
          <p:cNvSpPr txBox="1"/>
          <p:nvPr/>
        </p:nvSpPr>
        <p:spPr>
          <a:xfrm>
            <a:off x="6269020" y="3009820"/>
            <a:ext cx="107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Request</a:t>
            </a:r>
            <a:endParaRPr lang="en-IN" sz="1400" dirty="0">
              <a:solidFill>
                <a:srgbClr val="000099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73032230-C6BB-5C13-FEBA-5D143AD0107F}"/>
              </a:ext>
            </a:extLst>
          </p:cNvPr>
          <p:cNvCxnSpPr>
            <a:cxnSpLocks/>
          </p:cNvCxnSpPr>
          <p:nvPr/>
        </p:nvCxnSpPr>
        <p:spPr bwMode="auto">
          <a:xfrm>
            <a:off x="5749969" y="3824533"/>
            <a:ext cx="43562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F62885E7-71F3-0A83-071D-0321748E543D}"/>
              </a:ext>
            </a:extLst>
          </p:cNvPr>
          <p:cNvSpPr txBox="1"/>
          <p:nvPr/>
        </p:nvSpPr>
        <p:spPr>
          <a:xfrm>
            <a:off x="6269020" y="3670644"/>
            <a:ext cx="107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99"/>
                </a:solidFill>
                <a:effectLst/>
                <a:latin typeface="Arial" pitchFamily="34" charset="0"/>
                <a:cs typeface="Arial" pitchFamily="34" charset="0"/>
              </a:rPr>
              <a:t>Response</a:t>
            </a:r>
            <a:endParaRPr lang="en-IN" sz="1400" dirty="0">
              <a:solidFill>
                <a:srgbClr val="000099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AD41AF3-95FB-CA34-EE09-9EB0332903F1}"/>
              </a:ext>
            </a:extLst>
          </p:cNvPr>
          <p:cNvSpPr txBox="1"/>
          <p:nvPr/>
        </p:nvSpPr>
        <p:spPr>
          <a:xfrm>
            <a:off x="1117333" y="869430"/>
            <a:ext cx="6677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PCM / ABS – Ride mode 1 (URBAN):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BB347DA-D986-6581-D961-77FE77F1C7ED}"/>
              </a:ext>
            </a:extLst>
          </p:cNvPr>
          <p:cNvSpPr txBox="1"/>
          <p:nvPr/>
        </p:nvSpPr>
        <p:spPr>
          <a:xfrm>
            <a:off x="1117333" y="2529619"/>
            <a:ext cx="14010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 File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3287ED2-CC7D-D824-4960-1D966BCB87D6}"/>
              </a:ext>
            </a:extLst>
          </p:cNvPr>
          <p:cNvSpPr txBox="1"/>
          <p:nvPr/>
        </p:nvSpPr>
        <p:spPr>
          <a:xfrm>
            <a:off x="1117333" y="4729397"/>
            <a:ext cx="19556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Report Logiq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38BC75D-B5B0-9898-B286-50D45769C881}"/>
              </a:ext>
            </a:extLst>
          </p:cNvPr>
          <p:cNvSpPr/>
          <p:nvPr/>
        </p:nvSpPr>
        <p:spPr>
          <a:xfrm>
            <a:off x="9059887" y="853731"/>
            <a:ext cx="1811904" cy="1341918"/>
          </a:xfrm>
          <a:prstGeom prst="roundRect">
            <a:avLst/>
          </a:prstGeom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Urban Mode:</a:t>
            </a:r>
          </a:p>
          <a:p>
            <a:pPr algn="ctr">
              <a:lnSpc>
                <a:spcPct val="150000"/>
              </a:lnSpc>
            </a:pPr>
            <a:r>
              <a:rPr lang="en-US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PCM – 01</a:t>
            </a:r>
          </a:p>
          <a:p>
            <a:pPr algn="ctr">
              <a:lnSpc>
                <a:spcPct val="150000"/>
              </a:lnSpc>
            </a:pPr>
            <a:r>
              <a:rPr lang="en-US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ABS - 01</a:t>
            </a:r>
            <a:endParaRPr lang="en-IN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53EBDC5-7FAD-CBF2-50CB-AF12E02D31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9073" y="1370803"/>
            <a:ext cx="7240127" cy="76277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389B212-8B1B-767B-C699-1596AD0645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9073" y="3009820"/>
            <a:ext cx="4426124" cy="1280415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27" name="Group 26">
            <a:extLst>
              <a:ext uri="{FF2B5EF4-FFF2-40B4-BE49-F238E27FC236}">
                <a16:creationId xmlns:a16="http://schemas.microsoft.com/office/drawing/2014/main" id="{7136015B-E615-7D7F-A832-94E2F8938429}"/>
              </a:ext>
            </a:extLst>
          </p:cNvPr>
          <p:cNvGrpSpPr/>
          <p:nvPr/>
        </p:nvGrpSpPr>
        <p:grpSpPr>
          <a:xfrm>
            <a:off x="1249073" y="5166475"/>
            <a:ext cx="9674352" cy="997601"/>
            <a:chOff x="1272018" y="5049023"/>
            <a:chExt cx="9674352" cy="997601"/>
          </a:xfrm>
        </p:grpSpPr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D9193C7E-FC9D-C227-7F3D-844652307D6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275462" y="5514724"/>
              <a:ext cx="9670908" cy="5319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9B5219B2-D41A-0A3E-0C8E-CFC2053C74E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272018" y="5049023"/>
              <a:ext cx="9674352" cy="44636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</p:grpSp>
    </p:spTree>
    <p:extLst>
      <p:ext uri="{BB962C8B-B14F-4D97-AF65-F5344CB8AC3E}">
        <p14:creationId xmlns:p14="http://schemas.microsoft.com/office/powerpoint/2010/main" val="1075332648"/>
      </p:ext>
    </p:extLst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2EF63E-ED9D-AFFF-F5C1-AC6FDEC882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1B5BD8-78C5-96BC-AA21-C160B0F0E9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01150" y="6518583"/>
            <a:ext cx="2743200" cy="365125"/>
          </a:xfrm>
        </p:spPr>
        <p:txBody>
          <a:bodyPr/>
          <a:lstStyle/>
          <a:p>
            <a:fld id="{C5E635EA-281D-47C8-A0EC-B8A06226CB83}" type="slidenum">
              <a:rPr lang="en-IN" smtClean="0"/>
              <a:t>149</a:t>
            </a:fld>
            <a:endParaRPr lang="en-IN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22AEE52-9780-E55F-5588-854C33CABB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4433"/>
            <a:ext cx="10515600" cy="315910"/>
          </a:xfrm>
        </p:spPr>
        <p:txBody>
          <a:bodyPr/>
          <a:lstStyle/>
          <a:p>
            <a:r>
              <a:rPr lang="en-US" dirty="0"/>
              <a:t>Test Verification</a:t>
            </a:r>
            <a:endParaRPr lang="en-IN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B47FF98-0207-9CA3-2091-BE36C2D0D6FE}"/>
              </a:ext>
            </a:extLst>
          </p:cNvPr>
          <p:cNvCxnSpPr>
            <a:cxnSpLocks/>
          </p:cNvCxnSpPr>
          <p:nvPr/>
        </p:nvCxnSpPr>
        <p:spPr bwMode="auto">
          <a:xfrm>
            <a:off x="5590393" y="3112787"/>
            <a:ext cx="43562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6EA9E167-1A93-5FCB-542C-67DB9D6EDBD1}"/>
              </a:ext>
            </a:extLst>
          </p:cNvPr>
          <p:cNvSpPr txBox="1"/>
          <p:nvPr/>
        </p:nvSpPr>
        <p:spPr>
          <a:xfrm>
            <a:off x="6109444" y="2958898"/>
            <a:ext cx="107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Request</a:t>
            </a:r>
            <a:endParaRPr lang="en-IN" sz="1400" dirty="0">
              <a:solidFill>
                <a:srgbClr val="000099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859A3CD-5AB7-037F-B733-55D79C377B2C}"/>
              </a:ext>
            </a:extLst>
          </p:cNvPr>
          <p:cNvCxnSpPr>
            <a:cxnSpLocks/>
          </p:cNvCxnSpPr>
          <p:nvPr/>
        </p:nvCxnSpPr>
        <p:spPr bwMode="auto">
          <a:xfrm>
            <a:off x="5579071" y="4035917"/>
            <a:ext cx="43562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FC790AD8-EFD9-B271-D82A-FFAA440F42EC}"/>
              </a:ext>
            </a:extLst>
          </p:cNvPr>
          <p:cNvSpPr txBox="1"/>
          <p:nvPr/>
        </p:nvSpPr>
        <p:spPr>
          <a:xfrm>
            <a:off x="6098122" y="3882028"/>
            <a:ext cx="107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99"/>
                </a:solidFill>
                <a:effectLst/>
                <a:latin typeface="Arial" pitchFamily="34" charset="0"/>
                <a:cs typeface="Arial" pitchFamily="34" charset="0"/>
              </a:rPr>
              <a:t>Response</a:t>
            </a:r>
            <a:endParaRPr lang="en-IN" sz="1400" dirty="0">
              <a:solidFill>
                <a:srgbClr val="000099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18F6CE2-57DE-E524-DBC3-50044116359F}"/>
              </a:ext>
            </a:extLst>
          </p:cNvPr>
          <p:cNvSpPr txBox="1"/>
          <p:nvPr/>
        </p:nvSpPr>
        <p:spPr>
          <a:xfrm>
            <a:off x="1117333" y="869430"/>
            <a:ext cx="6677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PCM / ABS – Ride mode 2 (RAIN):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E8FA6E0-1997-EAE3-257C-1AE8334C2524}"/>
              </a:ext>
            </a:extLst>
          </p:cNvPr>
          <p:cNvSpPr txBox="1"/>
          <p:nvPr/>
        </p:nvSpPr>
        <p:spPr>
          <a:xfrm>
            <a:off x="1117333" y="2529619"/>
            <a:ext cx="14010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 File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DACAFD6-F15A-1567-3BBD-967DE8BE5C59}"/>
              </a:ext>
            </a:extLst>
          </p:cNvPr>
          <p:cNvSpPr txBox="1"/>
          <p:nvPr/>
        </p:nvSpPr>
        <p:spPr>
          <a:xfrm>
            <a:off x="1117333" y="4557008"/>
            <a:ext cx="19556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Report Logiq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E89A793-C908-1FF7-E165-A82D1FA27FBB}"/>
              </a:ext>
            </a:extLst>
          </p:cNvPr>
          <p:cNvSpPr/>
          <p:nvPr/>
        </p:nvSpPr>
        <p:spPr>
          <a:xfrm>
            <a:off x="9041041" y="839022"/>
            <a:ext cx="1811904" cy="1341918"/>
          </a:xfrm>
          <a:prstGeom prst="roundRect">
            <a:avLst/>
          </a:prstGeom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Rain Mode:</a:t>
            </a:r>
          </a:p>
          <a:p>
            <a:pPr algn="ctr">
              <a:lnSpc>
                <a:spcPct val="150000"/>
              </a:lnSpc>
            </a:pPr>
            <a:r>
              <a:rPr lang="en-US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PCM – 01</a:t>
            </a:r>
          </a:p>
          <a:p>
            <a:pPr algn="ctr">
              <a:lnSpc>
                <a:spcPct val="150000"/>
              </a:lnSpc>
            </a:pPr>
            <a:r>
              <a:rPr lang="en-US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ABS - 02</a:t>
            </a:r>
            <a:endParaRPr lang="en-IN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CC2BA53-E899-8743-0F20-5B9D549303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6597" y="1312043"/>
            <a:ext cx="7522220" cy="86478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DB32031-9DB8-F1E8-3964-6585E67EF9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6597" y="2958898"/>
            <a:ext cx="4331544" cy="123090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2B8AE70-82E7-9434-046E-437C9D41A7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6597" y="5013781"/>
            <a:ext cx="9506439" cy="92397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269910474"/>
      </p:ext>
    </p:extLst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2F94DE-6E92-0415-E51A-6D94D0E0EB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560A19-4606-5763-F044-4469C71CF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01150" y="6518583"/>
            <a:ext cx="2743200" cy="365125"/>
          </a:xfrm>
        </p:spPr>
        <p:txBody>
          <a:bodyPr/>
          <a:lstStyle/>
          <a:p>
            <a:fld id="{C5E635EA-281D-47C8-A0EC-B8A06226CB83}" type="slidenum">
              <a:rPr lang="en-IN" smtClean="0"/>
              <a:t>150</a:t>
            </a:fld>
            <a:endParaRPr lang="en-IN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34C9937-A751-8BE0-B9A4-BB6F1E23B8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4433"/>
            <a:ext cx="10515600" cy="315910"/>
          </a:xfrm>
        </p:spPr>
        <p:txBody>
          <a:bodyPr/>
          <a:lstStyle/>
          <a:p>
            <a:r>
              <a:rPr lang="en-US" dirty="0"/>
              <a:t>Test Verification</a:t>
            </a:r>
            <a:endParaRPr lang="en-IN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EC1CC99-4EF6-B2AF-791F-CAA07CC319F1}"/>
              </a:ext>
            </a:extLst>
          </p:cNvPr>
          <p:cNvCxnSpPr>
            <a:cxnSpLocks/>
          </p:cNvCxnSpPr>
          <p:nvPr/>
        </p:nvCxnSpPr>
        <p:spPr bwMode="auto">
          <a:xfrm>
            <a:off x="5873633" y="3150974"/>
            <a:ext cx="43562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63108E93-B006-425D-0790-55C75821B128}"/>
              </a:ext>
            </a:extLst>
          </p:cNvPr>
          <p:cNvSpPr txBox="1"/>
          <p:nvPr/>
        </p:nvSpPr>
        <p:spPr>
          <a:xfrm>
            <a:off x="6392684" y="2997085"/>
            <a:ext cx="107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Request</a:t>
            </a:r>
            <a:endParaRPr lang="en-IN" sz="1400" dirty="0">
              <a:solidFill>
                <a:srgbClr val="000099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3C52BFF-85A8-84BC-6BD2-FECCEDEE51E1}"/>
              </a:ext>
            </a:extLst>
          </p:cNvPr>
          <p:cNvCxnSpPr>
            <a:cxnSpLocks/>
          </p:cNvCxnSpPr>
          <p:nvPr/>
        </p:nvCxnSpPr>
        <p:spPr bwMode="auto">
          <a:xfrm>
            <a:off x="5873633" y="3487035"/>
            <a:ext cx="43562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539CF5DF-E6C5-E8D6-4B1A-F506D53EFED2}"/>
              </a:ext>
            </a:extLst>
          </p:cNvPr>
          <p:cNvSpPr txBox="1"/>
          <p:nvPr/>
        </p:nvSpPr>
        <p:spPr>
          <a:xfrm>
            <a:off x="6392684" y="3333146"/>
            <a:ext cx="107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99"/>
                </a:solidFill>
                <a:effectLst/>
                <a:latin typeface="Arial" pitchFamily="34" charset="0"/>
                <a:cs typeface="Arial" pitchFamily="34" charset="0"/>
              </a:rPr>
              <a:t>Response</a:t>
            </a:r>
            <a:endParaRPr lang="en-IN" sz="1400" dirty="0">
              <a:solidFill>
                <a:srgbClr val="000099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C95634F-1B20-E80D-7482-988380C403FB}"/>
              </a:ext>
            </a:extLst>
          </p:cNvPr>
          <p:cNvSpPr txBox="1"/>
          <p:nvPr/>
        </p:nvSpPr>
        <p:spPr>
          <a:xfrm>
            <a:off x="1117333" y="869430"/>
            <a:ext cx="6677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PCM / ABS – Ride mode 3 (TOUR):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96B7C17-A2B7-9C03-172B-700A5162536B}"/>
              </a:ext>
            </a:extLst>
          </p:cNvPr>
          <p:cNvSpPr txBox="1"/>
          <p:nvPr/>
        </p:nvSpPr>
        <p:spPr>
          <a:xfrm>
            <a:off x="1117333" y="2529619"/>
            <a:ext cx="14010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 File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8DE6056-BD81-E0DF-CFC9-E3BE155B669B}"/>
              </a:ext>
            </a:extLst>
          </p:cNvPr>
          <p:cNvSpPr txBox="1"/>
          <p:nvPr/>
        </p:nvSpPr>
        <p:spPr>
          <a:xfrm>
            <a:off x="1117333" y="4616968"/>
            <a:ext cx="19556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Report Logiq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AE89C5A-561E-9E8A-486C-24F28A003FF1}"/>
              </a:ext>
            </a:extLst>
          </p:cNvPr>
          <p:cNvSpPr/>
          <p:nvPr/>
        </p:nvSpPr>
        <p:spPr>
          <a:xfrm>
            <a:off x="9134386" y="839022"/>
            <a:ext cx="1811904" cy="1341918"/>
          </a:xfrm>
          <a:prstGeom prst="roundRect">
            <a:avLst/>
          </a:prstGeom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Tour Mode:</a:t>
            </a:r>
          </a:p>
          <a:p>
            <a:pPr algn="ctr">
              <a:lnSpc>
                <a:spcPct val="150000"/>
              </a:lnSpc>
            </a:pPr>
            <a:r>
              <a:rPr lang="en-US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PCM – 02</a:t>
            </a:r>
          </a:p>
          <a:p>
            <a:pPr algn="ctr">
              <a:lnSpc>
                <a:spcPct val="150000"/>
              </a:lnSpc>
            </a:pPr>
            <a:r>
              <a:rPr lang="en-US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ABS - 01</a:t>
            </a:r>
            <a:endParaRPr lang="en-IN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BA261F2-04AF-250E-8055-B56363F5BA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0241" y="1365487"/>
            <a:ext cx="7529336" cy="81545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5967507-C793-41B6-23A2-199BA1776E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0241" y="2997085"/>
            <a:ext cx="4589077" cy="132797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2B723989-8E68-EDAA-DA7D-0E23396315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0241" y="5119781"/>
            <a:ext cx="9506439" cy="99065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44180141"/>
      </p:ext>
    </p:extLst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55B642-9A2F-96B6-4055-8E5D68DB6F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8192C5-DFAC-5A81-7010-335FCA6AE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01150" y="6518583"/>
            <a:ext cx="2743200" cy="365125"/>
          </a:xfrm>
        </p:spPr>
        <p:txBody>
          <a:bodyPr/>
          <a:lstStyle/>
          <a:p>
            <a:fld id="{C5E635EA-281D-47C8-A0EC-B8A06226CB83}" type="slidenum">
              <a:rPr lang="en-IN" smtClean="0"/>
              <a:t>151</a:t>
            </a:fld>
            <a:endParaRPr lang="en-IN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39E4C96-FDCA-B444-7882-D5FF79FBF9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4433"/>
            <a:ext cx="10515600" cy="315910"/>
          </a:xfrm>
        </p:spPr>
        <p:txBody>
          <a:bodyPr/>
          <a:lstStyle/>
          <a:p>
            <a:r>
              <a:rPr lang="en-US" dirty="0"/>
              <a:t>Test Verification</a:t>
            </a:r>
            <a:endParaRPr lang="en-IN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7CCE6C4-85BA-1806-4789-3F5A2B9CFC30}"/>
              </a:ext>
            </a:extLst>
          </p:cNvPr>
          <p:cNvCxnSpPr>
            <a:cxnSpLocks/>
          </p:cNvCxnSpPr>
          <p:nvPr/>
        </p:nvCxnSpPr>
        <p:spPr bwMode="auto">
          <a:xfrm>
            <a:off x="6011493" y="3196686"/>
            <a:ext cx="43562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B06A6D67-46A1-FC92-F8D0-B62DF47E19E3}"/>
              </a:ext>
            </a:extLst>
          </p:cNvPr>
          <p:cNvSpPr txBox="1"/>
          <p:nvPr/>
        </p:nvSpPr>
        <p:spPr>
          <a:xfrm>
            <a:off x="6530544" y="3042797"/>
            <a:ext cx="107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Request</a:t>
            </a:r>
            <a:endParaRPr lang="en-IN" sz="1400" dirty="0">
              <a:solidFill>
                <a:srgbClr val="000099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CEF5A0C8-18BF-7394-2E49-81D5403B85DF}"/>
              </a:ext>
            </a:extLst>
          </p:cNvPr>
          <p:cNvCxnSpPr>
            <a:cxnSpLocks/>
          </p:cNvCxnSpPr>
          <p:nvPr/>
        </p:nvCxnSpPr>
        <p:spPr bwMode="auto">
          <a:xfrm>
            <a:off x="6011493" y="3504463"/>
            <a:ext cx="43562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FC26DA79-CFB5-813B-165D-8A281F557D4D}"/>
              </a:ext>
            </a:extLst>
          </p:cNvPr>
          <p:cNvSpPr txBox="1"/>
          <p:nvPr/>
        </p:nvSpPr>
        <p:spPr>
          <a:xfrm>
            <a:off x="6530544" y="3350574"/>
            <a:ext cx="107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99"/>
                </a:solidFill>
                <a:effectLst/>
                <a:latin typeface="Arial" pitchFamily="34" charset="0"/>
                <a:cs typeface="Arial" pitchFamily="34" charset="0"/>
              </a:rPr>
              <a:t>Response</a:t>
            </a:r>
            <a:endParaRPr lang="en-IN" sz="1400" dirty="0">
              <a:solidFill>
                <a:srgbClr val="000099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9607561-E9C4-0FD0-FAAB-03CE554D3484}"/>
              </a:ext>
            </a:extLst>
          </p:cNvPr>
          <p:cNvSpPr txBox="1"/>
          <p:nvPr/>
        </p:nvSpPr>
        <p:spPr>
          <a:xfrm>
            <a:off x="1117333" y="869430"/>
            <a:ext cx="6677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PCM / ABS – Ride mode 4 (ENDURO):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F7E32F7-56B7-E030-ACC3-B5AC5CCB11AE}"/>
              </a:ext>
            </a:extLst>
          </p:cNvPr>
          <p:cNvSpPr txBox="1"/>
          <p:nvPr/>
        </p:nvSpPr>
        <p:spPr>
          <a:xfrm>
            <a:off x="1117333" y="2529619"/>
            <a:ext cx="14010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 File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53B9F47-D844-9428-53CE-F87C949BF1AA}"/>
              </a:ext>
            </a:extLst>
          </p:cNvPr>
          <p:cNvSpPr txBox="1"/>
          <p:nvPr/>
        </p:nvSpPr>
        <p:spPr>
          <a:xfrm>
            <a:off x="1117333" y="4616968"/>
            <a:ext cx="19556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Report Logiq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A10F56A-8F0B-5930-DD81-9EEC6F5D915A}"/>
              </a:ext>
            </a:extLst>
          </p:cNvPr>
          <p:cNvSpPr/>
          <p:nvPr/>
        </p:nvSpPr>
        <p:spPr>
          <a:xfrm>
            <a:off x="9086373" y="922954"/>
            <a:ext cx="1873517" cy="1341918"/>
          </a:xfrm>
          <a:prstGeom prst="roundRect">
            <a:avLst/>
          </a:prstGeom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Enduro Mode:</a:t>
            </a:r>
          </a:p>
          <a:p>
            <a:pPr algn="ctr">
              <a:lnSpc>
                <a:spcPct val="150000"/>
              </a:lnSpc>
            </a:pPr>
            <a:r>
              <a:rPr lang="en-US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PCM – 03</a:t>
            </a:r>
          </a:p>
          <a:p>
            <a:pPr algn="ctr">
              <a:lnSpc>
                <a:spcPct val="150000"/>
              </a:lnSpc>
            </a:pPr>
            <a:r>
              <a:rPr lang="en-US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ABS - 03</a:t>
            </a:r>
            <a:endParaRPr lang="en-IN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F832844-6E86-7B06-6AAB-CB70811543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2110" y="1316393"/>
            <a:ext cx="7270358" cy="75254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04636B9-B9CD-500E-DE51-595EE85ECE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2110" y="3024752"/>
            <a:ext cx="4731491" cy="136649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99D94F75-4803-D4E6-8F8B-B3C3424D7D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2110" y="5107698"/>
            <a:ext cx="9487388" cy="107638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783924827"/>
      </p:ext>
    </p:extLst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6AFC01-C4CD-9A3E-11FF-F698A6354C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3E60BC-DF2E-95C7-8134-8C23DC86A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01150" y="6518583"/>
            <a:ext cx="2743200" cy="365125"/>
          </a:xfrm>
        </p:spPr>
        <p:txBody>
          <a:bodyPr/>
          <a:lstStyle/>
          <a:p>
            <a:fld id="{C5E635EA-281D-47C8-A0EC-B8A06226CB83}" type="slidenum">
              <a:rPr lang="en-IN" smtClean="0"/>
              <a:t>152</a:t>
            </a:fld>
            <a:endParaRPr lang="en-IN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A42277D-C445-5F94-3C82-537B907B4D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4433"/>
            <a:ext cx="10515600" cy="315910"/>
          </a:xfrm>
        </p:spPr>
        <p:txBody>
          <a:bodyPr/>
          <a:lstStyle/>
          <a:p>
            <a:r>
              <a:rPr lang="en-US" dirty="0"/>
              <a:t>Test Verification</a:t>
            </a:r>
            <a:endParaRPr lang="en-IN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2037D42-091C-B427-32A3-9D80058EF51C}"/>
              </a:ext>
            </a:extLst>
          </p:cNvPr>
          <p:cNvCxnSpPr>
            <a:cxnSpLocks/>
          </p:cNvCxnSpPr>
          <p:nvPr/>
        </p:nvCxnSpPr>
        <p:spPr bwMode="auto">
          <a:xfrm>
            <a:off x="5943496" y="3226016"/>
            <a:ext cx="43562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07304FD8-8D44-15C2-C21A-BC8C7FE15F15}"/>
              </a:ext>
            </a:extLst>
          </p:cNvPr>
          <p:cNvSpPr txBox="1"/>
          <p:nvPr/>
        </p:nvSpPr>
        <p:spPr>
          <a:xfrm>
            <a:off x="6462547" y="3072127"/>
            <a:ext cx="107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Request</a:t>
            </a:r>
            <a:endParaRPr lang="en-IN" sz="1400" dirty="0">
              <a:solidFill>
                <a:srgbClr val="000099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E92A13E1-94D4-68F0-B0C3-062AAB04B3BE}"/>
              </a:ext>
            </a:extLst>
          </p:cNvPr>
          <p:cNvCxnSpPr>
            <a:cxnSpLocks/>
          </p:cNvCxnSpPr>
          <p:nvPr/>
        </p:nvCxnSpPr>
        <p:spPr bwMode="auto">
          <a:xfrm>
            <a:off x="5943496" y="3582889"/>
            <a:ext cx="43562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59C02DEF-105B-37D5-220A-4048F03A6BBE}"/>
              </a:ext>
            </a:extLst>
          </p:cNvPr>
          <p:cNvSpPr txBox="1"/>
          <p:nvPr/>
        </p:nvSpPr>
        <p:spPr>
          <a:xfrm>
            <a:off x="6462547" y="3429000"/>
            <a:ext cx="107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99"/>
                </a:solidFill>
                <a:effectLst/>
                <a:latin typeface="Arial" pitchFamily="34" charset="0"/>
                <a:cs typeface="Arial" pitchFamily="34" charset="0"/>
              </a:rPr>
              <a:t>Response</a:t>
            </a:r>
            <a:endParaRPr lang="en-IN" sz="1400" dirty="0">
              <a:solidFill>
                <a:srgbClr val="000099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7B09177-260A-68E1-B361-58A6EEA53857}"/>
              </a:ext>
            </a:extLst>
          </p:cNvPr>
          <p:cNvSpPr txBox="1"/>
          <p:nvPr/>
        </p:nvSpPr>
        <p:spPr>
          <a:xfrm>
            <a:off x="1117333" y="869430"/>
            <a:ext cx="6677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PCM / ABS – Ride mode 5 (SPORT):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753756A-F93D-3CF6-FE97-8BC1AF3BB8A3}"/>
              </a:ext>
            </a:extLst>
          </p:cNvPr>
          <p:cNvSpPr txBox="1"/>
          <p:nvPr/>
        </p:nvSpPr>
        <p:spPr>
          <a:xfrm>
            <a:off x="1117333" y="2529619"/>
            <a:ext cx="14010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 File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385CF7B-058E-33CA-5FF5-20F4C4403DDE}"/>
              </a:ext>
            </a:extLst>
          </p:cNvPr>
          <p:cNvSpPr txBox="1"/>
          <p:nvPr/>
        </p:nvSpPr>
        <p:spPr>
          <a:xfrm>
            <a:off x="1117333" y="4616968"/>
            <a:ext cx="19556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Report Logiq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C4A2822-9B3E-03F6-925C-4BCBFA589B0D}"/>
              </a:ext>
            </a:extLst>
          </p:cNvPr>
          <p:cNvSpPr/>
          <p:nvPr/>
        </p:nvSpPr>
        <p:spPr>
          <a:xfrm>
            <a:off x="9201150" y="869430"/>
            <a:ext cx="1811904" cy="1341918"/>
          </a:xfrm>
          <a:prstGeom prst="roundRect">
            <a:avLst/>
          </a:prstGeom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Sport Mode:</a:t>
            </a:r>
          </a:p>
          <a:p>
            <a:pPr algn="ctr">
              <a:lnSpc>
                <a:spcPct val="150000"/>
              </a:lnSpc>
            </a:pPr>
            <a:r>
              <a:rPr lang="en-US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PCM – 02</a:t>
            </a:r>
          </a:p>
          <a:p>
            <a:pPr algn="ctr">
              <a:lnSpc>
                <a:spcPct val="150000"/>
              </a:lnSpc>
            </a:pPr>
            <a:r>
              <a:rPr lang="en-US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ABS - 01</a:t>
            </a:r>
            <a:endParaRPr lang="en-IN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D9E06FC-4BC9-166F-A086-70BBB22427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4541" y="1340199"/>
            <a:ext cx="7676176" cy="77427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9D0B2C5-832C-40B9-5974-02D3FBD4AA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4541" y="2992841"/>
            <a:ext cx="4612259" cy="138031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2C1035F-0D05-1B0B-DAD9-DA339505DE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4541" y="5100518"/>
            <a:ext cx="9496913" cy="99065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81191629"/>
      </p:ext>
    </p:extLst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A3B30E-7D07-AD1A-1888-2F61B3F4C8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6FBD85-EBC4-66A5-9BB1-66D8E527F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01150" y="6518583"/>
            <a:ext cx="2743200" cy="365125"/>
          </a:xfrm>
        </p:spPr>
        <p:txBody>
          <a:bodyPr/>
          <a:lstStyle/>
          <a:p>
            <a:fld id="{C5E635EA-281D-47C8-A0EC-B8A06226CB83}" type="slidenum">
              <a:rPr lang="en-IN" smtClean="0"/>
              <a:t>153</a:t>
            </a:fld>
            <a:endParaRPr lang="en-IN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0953501-E195-6027-0A56-D649C0C4B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4433"/>
            <a:ext cx="10515600" cy="315910"/>
          </a:xfrm>
        </p:spPr>
        <p:txBody>
          <a:bodyPr/>
          <a:lstStyle/>
          <a:p>
            <a:r>
              <a:rPr lang="en-US" dirty="0"/>
              <a:t>Test Verification</a:t>
            </a:r>
            <a:endParaRPr lang="en-IN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7FE171B-5C40-425F-EA74-C69D6F33F79D}"/>
              </a:ext>
            </a:extLst>
          </p:cNvPr>
          <p:cNvCxnSpPr>
            <a:cxnSpLocks/>
          </p:cNvCxnSpPr>
          <p:nvPr/>
        </p:nvCxnSpPr>
        <p:spPr bwMode="auto">
          <a:xfrm>
            <a:off x="8775868" y="3869738"/>
            <a:ext cx="43562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9707C3D1-DD34-425F-0A0B-6CA21A47D8F2}"/>
              </a:ext>
            </a:extLst>
          </p:cNvPr>
          <p:cNvSpPr txBox="1"/>
          <p:nvPr/>
        </p:nvSpPr>
        <p:spPr>
          <a:xfrm>
            <a:off x="9294919" y="3715849"/>
            <a:ext cx="107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Request</a:t>
            </a:r>
            <a:endParaRPr lang="en-IN" sz="1400" dirty="0">
              <a:solidFill>
                <a:srgbClr val="000099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4D2EC9A-4192-2D64-471E-38B584E1FBCE}"/>
              </a:ext>
            </a:extLst>
          </p:cNvPr>
          <p:cNvCxnSpPr>
            <a:cxnSpLocks/>
          </p:cNvCxnSpPr>
          <p:nvPr/>
        </p:nvCxnSpPr>
        <p:spPr bwMode="auto">
          <a:xfrm>
            <a:off x="8775868" y="4226611"/>
            <a:ext cx="43562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B6B118D2-0787-801A-13C4-7DB2E2563A52}"/>
              </a:ext>
            </a:extLst>
          </p:cNvPr>
          <p:cNvSpPr txBox="1"/>
          <p:nvPr/>
        </p:nvSpPr>
        <p:spPr>
          <a:xfrm>
            <a:off x="9294919" y="4072722"/>
            <a:ext cx="107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99"/>
                </a:solidFill>
                <a:effectLst/>
                <a:latin typeface="Arial" pitchFamily="34" charset="0"/>
                <a:cs typeface="Arial" pitchFamily="34" charset="0"/>
              </a:rPr>
              <a:t>Response</a:t>
            </a:r>
            <a:endParaRPr lang="en-IN" sz="1400" dirty="0">
              <a:solidFill>
                <a:srgbClr val="000099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604A0A8-EC98-D10F-2AA6-8E176C786434}"/>
              </a:ext>
            </a:extLst>
          </p:cNvPr>
          <p:cNvSpPr txBox="1"/>
          <p:nvPr/>
        </p:nvSpPr>
        <p:spPr>
          <a:xfrm>
            <a:off x="1117333" y="869430"/>
            <a:ext cx="6677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PCM / ABS / IPC – Read VIN: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FB9ECE9-102D-9865-08ED-A6E821E49689}"/>
              </a:ext>
            </a:extLst>
          </p:cNvPr>
          <p:cNvSpPr txBox="1"/>
          <p:nvPr/>
        </p:nvSpPr>
        <p:spPr>
          <a:xfrm>
            <a:off x="1186445" y="3338183"/>
            <a:ext cx="14010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 File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7024720-21B8-27BA-5AAC-6FC02FAEDB18}"/>
              </a:ext>
            </a:extLst>
          </p:cNvPr>
          <p:cNvSpPr txBox="1"/>
          <p:nvPr/>
        </p:nvSpPr>
        <p:spPr>
          <a:xfrm>
            <a:off x="9867928" y="3703390"/>
            <a:ext cx="19556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Report Logiq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4A9260B-C7E7-F2FD-FF7A-4E2CB443C3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6262" y="1331544"/>
            <a:ext cx="6897011" cy="175830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8364934-72AA-4793-8CE9-C2D3A75BE9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6261" y="3813642"/>
            <a:ext cx="7427539" cy="244893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69518371"/>
      </p:ext>
    </p:extLst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DE60EF-3014-762C-0B50-C0FB14521B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93E9F7-60FA-A48A-2832-E5910926A2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01150" y="6518583"/>
            <a:ext cx="2743200" cy="365125"/>
          </a:xfrm>
        </p:spPr>
        <p:txBody>
          <a:bodyPr/>
          <a:lstStyle/>
          <a:p>
            <a:fld id="{C5E635EA-281D-47C8-A0EC-B8A06226CB83}" type="slidenum">
              <a:rPr lang="en-IN" smtClean="0"/>
              <a:t>154</a:t>
            </a:fld>
            <a:endParaRPr lang="en-IN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8018338-F098-775A-7125-C57B4797FC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4433"/>
            <a:ext cx="10515600" cy="315910"/>
          </a:xfrm>
        </p:spPr>
        <p:txBody>
          <a:bodyPr/>
          <a:lstStyle/>
          <a:p>
            <a:r>
              <a:rPr lang="en-US" dirty="0"/>
              <a:t>Test Verification</a:t>
            </a:r>
            <a:endParaRPr lang="en-IN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1A7E53B-4B1D-11A3-03DA-37804D2B26B4}"/>
              </a:ext>
            </a:extLst>
          </p:cNvPr>
          <p:cNvSpPr txBox="1"/>
          <p:nvPr/>
        </p:nvSpPr>
        <p:spPr>
          <a:xfrm>
            <a:off x="1117333" y="869430"/>
            <a:ext cx="6677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PCM / ABS / IPC – Read VIN: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66BB337-6368-DE4F-B339-2560CF9783B9}"/>
              </a:ext>
            </a:extLst>
          </p:cNvPr>
          <p:cNvSpPr txBox="1"/>
          <p:nvPr/>
        </p:nvSpPr>
        <p:spPr>
          <a:xfrm>
            <a:off x="1117333" y="3398820"/>
            <a:ext cx="19556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Report Logiq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CC2C408-AF29-C499-EBE5-813F961DBB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6262" y="1331544"/>
            <a:ext cx="6897011" cy="175830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4EC3939-BEC8-5F32-5EEA-4796462697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6262" y="3938084"/>
            <a:ext cx="9697549" cy="199012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176432786"/>
      </p:ext>
    </p:extLst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5FCF8A-4133-32A3-87F7-56BEB3D259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DDDD76-340F-7DD3-631E-EA1F0F3604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01150" y="6518583"/>
            <a:ext cx="2743200" cy="365125"/>
          </a:xfrm>
        </p:spPr>
        <p:txBody>
          <a:bodyPr/>
          <a:lstStyle/>
          <a:p>
            <a:fld id="{C5E635EA-281D-47C8-A0EC-B8A06226CB83}" type="slidenum">
              <a:rPr lang="en-IN" smtClean="0"/>
              <a:t>155</a:t>
            </a:fld>
            <a:endParaRPr lang="en-IN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CEF4FF2-EFB4-8799-CEA8-C791685544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4433"/>
            <a:ext cx="10515600" cy="315910"/>
          </a:xfrm>
        </p:spPr>
        <p:txBody>
          <a:bodyPr/>
          <a:lstStyle/>
          <a:p>
            <a:r>
              <a:rPr lang="en-US" dirty="0"/>
              <a:t>Test Verification</a:t>
            </a:r>
            <a:endParaRPr lang="en-IN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6D47C44-C021-EB7D-62E2-7564C93D499D}"/>
              </a:ext>
            </a:extLst>
          </p:cNvPr>
          <p:cNvSpPr txBox="1"/>
          <p:nvPr/>
        </p:nvSpPr>
        <p:spPr>
          <a:xfrm>
            <a:off x="1117332" y="803922"/>
            <a:ext cx="91856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PCM / ABS / VCU / IPC – Clear DTC: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990A626-6ABB-F33B-2BA9-36EE2227247C}"/>
              </a:ext>
            </a:extLst>
          </p:cNvPr>
          <p:cNvSpPr txBox="1"/>
          <p:nvPr/>
        </p:nvSpPr>
        <p:spPr>
          <a:xfrm>
            <a:off x="1165178" y="3059668"/>
            <a:ext cx="14010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 File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5356C8B-CA80-B73E-1E4B-0BF9144C9C9B}"/>
              </a:ext>
            </a:extLst>
          </p:cNvPr>
          <p:cNvCxnSpPr>
            <a:cxnSpLocks/>
          </p:cNvCxnSpPr>
          <p:nvPr/>
        </p:nvCxnSpPr>
        <p:spPr bwMode="auto">
          <a:xfrm>
            <a:off x="5113657" y="3797725"/>
            <a:ext cx="43562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5FA8701F-2628-E338-B141-3DB342A067F9}"/>
              </a:ext>
            </a:extLst>
          </p:cNvPr>
          <p:cNvSpPr txBox="1"/>
          <p:nvPr/>
        </p:nvSpPr>
        <p:spPr>
          <a:xfrm>
            <a:off x="5549277" y="3640764"/>
            <a:ext cx="107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99"/>
                </a:solidFill>
                <a:effectLst/>
                <a:latin typeface="Arial" pitchFamily="34" charset="0"/>
                <a:cs typeface="Arial" pitchFamily="34" charset="0"/>
              </a:rPr>
              <a:t>IPC</a:t>
            </a:r>
            <a:endParaRPr lang="en-IN" sz="1400" dirty="0">
              <a:solidFill>
                <a:srgbClr val="000099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00024A7-BC09-EB46-65B4-ADD5EC5870E9}"/>
              </a:ext>
            </a:extLst>
          </p:cNvPr>
          <p:cNvCxnSpPr>
            <a:cxnSpLocks/>
          </p:cNvCxnSpPr>
          <p:nvPr/>
        </p:nvCxnSpPr>
        <p:spPr bwMode="auto">
          <a:xfrm>
            <a:off x="5113657" y="5273258"/>
            <a:ext cx="43562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E263E1E1-C0E0-30B0-7F9A-4C8AFB214E24}"/>
              </a:ext>
            </a:extLst>
          </p:cNvPr>
          <p:cNvSpPr txBox="1"/>
          <p:nvPr/>
        </p:nvSpPr>
        <p:spPr>
          <a:xfrm>
            <a:off x="5560261" y="5125285"/>
            <a:ext cx="107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99"/>
                </a:solidFill>
                <a:effectLst/>
                <a:latin typeface="Arial" pitchFamily="34" charset="0"/>
                <a:cs typeface="Arial" pitchFamily="34" charset="0"/>
              </a:rPr>
              <a:t>ABS</a:t>
            </a:r>
            <a:endParaRPr lang="en-IN" sz="1400" dirty="0">
              <a:solidFill>
                <a:srgbClr val="000099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03F4190-8988-1ABA-B12F-640E11165246}"/>
              </a:ext>
            </a:extLst>
          </p:cNvPr>
          <p:cNvGrpSpPr/>
          <p:nvPr/>
        </p:nvGrpSpPr>
        <p:grpSpPr>
          <a:xfrm>
            <a:off x="1255096" y="1263521"/>
            <a:ext cx="5641848" cy="1577741"/>
            <a:chOff x="1255096" y="1263521"/>
            <a:chExt cx="5641848" cy="1577741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794E675F-7D18-5224-46E3-E4845BB8F87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55096" y="1263521"/>
              <a:ext cx="5641848" cy="35469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81F942F-919B-0866-06BE-D21FECD847C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55553" y="1578426"/>
              <a:ext cx="5638451" cy="1262836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id="{9913FA36-32B2-E311-03FC-29523524FE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4838" y="3541868"/>
            <a:ext cx="3739638" cy="528427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39" name="Group 38">
            <a:extLst>
              <a:ext uri="{FF2B5EF4-FFF2-40B4-BE49-F238E27FC236}">
                <a16:creationId xmlns:a16="http://schemas.microsoft.com/office/drawing/2014/main" id="{5DCD0C2A-F88F-56D7-BAC2-8E5C93EF111F}"/>
              </a:ext>
            </a:extLst>
          </p:cNvPr>
          <p:cNvGrpSpPr/>
          <p:nvPr/>
        </p:nvGrpSpPr>
        <p:grpSpPr>
          <a:xfrm>
            <a:off x="1254838" y="5775104"/>
            <a:ext cx="3739896" cy="557948"/>
            <a:chOff x="8184787" y="3445581"/>
            <a:chExt cx="3739896" cy="557948"/>
          </a:xfrm>
        </p:grpSpPr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F7D551E8-F99E-A798-8B57-3455EF541E6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184787" y="3445581"/>
              <a:ext cx="3739896" cy="278059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9D4BFBB1-626F-89F1-5B62-97EAFFDBC48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184787" y="3735436"/>
              <a:ext cx="3739896" cy="268093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5AE07EA5-D8E5-A145-1AD8-E1DFE3F1D9C9}"/>
              </a:ext>
            </a:extLst>
          </p:cNvPr>
          <p:cNvGrpSpPr/>
          <p:nvPr/>
        </p:nvGrpSpPr>
        <p:grpSpPr>
          <a:xfrm>
            <a:off x="1254838" y="4259970"/>
            <a:ext cx="3739896" cy="570502"/>
            <a:chOff x="1254838" y="4354612"/>
            <a:chExt cx="3739896" cy="570502"/>
          </a:xfrm>
        </p:grpSpPr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B2AA20B2-DA69-94E1-7FA5-4FD8039C217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254838" y="4354612"/>
              <a:ext cx="3739896" cy="27398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B0C1A2D2-43D8-5E5B-B773-B5E3315D6E5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254838" y="4638480"/>
              <a:ext cx="3739896" cy="28663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37181FD6-7B19-77EC-324D-2427BD95E5B9}"/>
              </a:ext>
            </a:extLst>
          </p:cNvPr>
          <p:cNvGrpSpPr/>
          <p:nvPr/>
        </p:nvGrpSpPr>
        <p:grpSpPr>
          <a:xfrm>
            <a:off x="1254838" y="5007725"/>
            <a:ext cx="3739896" cy="577704"/>
            <a:chOff x="1254838" y="5087275"/>
            <a:chExt cx="3739896" cy="577704"/>
          </a:xfrm>
        </p:grpSpPr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BA415DC5-9752-CF7D-5D1C-4BA48C2594E5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254838" y="5087275"/>
              <a:ext cx="3739896" cy="26317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1AAB3A2E-D94E-B05F-55E2-B551AEB11ACD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254838" y="5360246"/>
              <a:ext cx="3739896" cy="304733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</p:grp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2A938168-8F84-EC50-DEA9-2F28538C3C16}"/>
              </a:ext>
            </a:extLst>
          </p:cNvPr>
          <p:cNvCxnSpPr>
            <a:cxnSpLocks/>
          </p:cNvCxnSpPr>
          <p:nvPr/>
        </p:nvCxnSpPr>
        <p:spPr bwMode="auto">
          <a:xfrm>
            <a:off x="5113657" y="4533955"/>
            <a:ext cx="43562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8F12FF2B-3824-CE9A-DB39-38679D7F2F69}"/>
              </a:ext>
            </a:extLst>
          </p:cNvPr>
          <p:cNvSpPr txBox="1"/>
          <p:nvPr/>
        </p:nvSpPr>
        <p:spPr>
          <a:xfrm>
            <a:off x="5560261" y="4389949"/>
            <a:ext cx="107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EMS</a:t>
            </a:r>
            <a:endParaRPr lang="en-IN" sz="1400" dirty="0">
              <a:solidFill>
                <a:srgbClr val="000099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B503FBC3-A2B4-351A-123D-2A8C0066BF22}"/>
              </a:ext>
            </a:extLst>
          </p:cNvPr>
          <p:cNvCxnSpPr>
            <a:cxnSpLocks/>
          </p:cNvCxnSpPr>
          <p:nvPr/>
        </p:nvCxnSpPr>
        <p:spPr bwMode="auto">
          <a:xfrm>
            <a:off x="5113657" y="6064959"/>
            <a:ext cx="43562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9AA5B44E-5A16-097F-DB80-BC37826D1481}"/>
              </a:ext>
            </a:extLst>
          </p:cNvPr>
          <p:cNvSpPr txBox="1"/>
          <p:nvPr/>
        </p:nvSpPr>
        <p:spPr>
          <a:xfrm>
            <a:off x="5571247" y="5899274"/>
            <a:ext cx="107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99"/>
                </a:solidFill>
                <a:effectLst/>
                <a:latin typeface="Arial" pitchFamily="34" charset="0"/>
                <a:cs typeface="Arial" pitchFamily="34" charset="0"/>
              </a:rPr>
              <a:t>VCU</a:t>
            </a:r>
            <a:endParaRPr lang="en-IN" sz="1400" dirty="0">
              <a:solidFill>
                <a:srgbClr val="000099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3440449"/>
      </p:ext>
    </p:extLst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F14328-FEF1-26A4-6A1D-79AC71D722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5CCEDD-095E-8424-A069-9D7447116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01150" y="6518583"/>
            <a:ext cx="2743200" cy="365125"/>
          </a:xfrm>
        </p:spPr>
        <p:txBody>
          <a:bodyPr/>
          <a:lstStyle/>
          <a:p>
            <a:fld id="{C5E635EA-281D-47C8-A0EC-B8A06226CB83}" type="slidenum">
              <a:rPr lang="en-IN" smtClean="0"/>
              <a:t>156</a:t>
            </a:fld>
            <a:endParaRPr lang="en-IN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EAECDD5-E6EE-3689-C236-397C6C739E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4433"/>
            <a:ext cx="10515600" cy="315910"/>
          </a:xfrm>
        </p:spPr>
        <p:txBody>
          <a:bodyPr/>
          <a:lstStyle/>
          <a:p>
            <a:r>
              <a:rPr lang="en-US" dirty="0"/>
              <a:t>Test Verification</a:t>
            </a:r>
            <a:endParaRPr lang="en-IN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081371A-8827-E292-BFC0-92AEDCAFC713}"/>
              </a:ext>
            </a:extLst>
          </p:cNvPr>
          <p:cNvCxnSpPr>
            <a:cxnSpLocks/>
          </p:cNvCxnSpPr>
          <p:nvPr/>
        </p:nvCxnSpPr>
        <p:spPr bwMode="auto">
          <a:xfrm>
            <a:off x="6629974" y="2999508"/>
            <a:ext cx="43562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071B2CB6-97E7-DCEB-06AF-4D6F7EEB4F3D}"/>
              </a:ext>
            </a:extLst>
          </p:cNvPr>
          <p:cNvSpPr txBox="1"/>
          <p:nvPr/>
        </p:nvSpPr>
        <p:spPr>
          <a:xfrm>
            <a:off x="7149025" y="2862024"/>
            <a:ext cx="107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Request</a:t>
            </a:r>
            <a:endParaRPr lang="en-IN" sz="1400" dirty="0">
              <a:solidFill>
                <a:srgbClr val="000099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7F4898C6-0485-04DC-CFAC-29B0D46F697C}"/>
              </a:ext>
            </a:extLst>
          </p:cNvPr>
          <p:cNvCxnSpPr>
            <a:cxnSpLocks/>
          </p:cNvCxnSpPr>
          <p:nvPr/>
        </p:nvCxnSpPr>
        <p:spPr bwMode="auto">
          <a:xfrm>
            <a:off x="6629974" y="3428906"/>
            <a:ext cx="43562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122467CC-34F9-A385-567F-5306890FD9E1}"/>
              </a:ext>
            </a:extLst>
          </p:cNvPr>
          <p:cNvSpPr txBox="1"/>
          <p:nvPr/>
        </p:nvSpPr>
        <p:spPr>
          <a:xfrm>
            <a:off x="7149025" y="3275017"/>
            <a:ext cx="107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99"/>
                </a:solidFill>
                <a:effectLst/>
                <a:latin typeface="Arial" pitchFamily="34" charset="0"/>
                <a:cs typeface="Arial" pitchFamily="34" charset="0"/>
              </a:rPr>
              <a:t>Response</a:t>
            </a:r>
            <a:endParaRPr lang="en-IN" sz="1400" dirty="0">
              <a:solidFill>
                <a:srgbClr val="000099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02A9FA4-54D2-BC12-88CD-9FC64176DE0F}"/>
              </a:ext>
            </a:extLst>
          </p:cNvPr>
          <p:cNvSpPr txBox="1"/>
          <p:nvPr/>
        </p:nvSpPr>
        <p:spPr>
          <a:xfrm>
            <a:off x="1117332" y="803922"/>
            <a:ext cx="91856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IPC – Read Bike finder button status: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4FCC379-5317-317B-E30A-35B3AB99D989}"/>
              </a:ext>
            </a:extLst>
          </p:cNvPr>
          <p:cNvSpPr txBox="1"/>
          <p:nvPr/>
        </p:nvSpPr>
        <p:spPr>
          <a:xfrm>
            <a:off x="1117332" y="2320247"/>
            <a:ext cx="14010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 File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7D8DC8F-8C72-9C47-618E-0B3F7956E74D}"/>
              </a:ext>
            </a:extLst>
          </p:cNvPr>
          <p:cNvSpPr txBox="1"/>
          <p:nvPr/>
        </p:nvSpPr>
        <p:spPr>
          <a:xfrm>
            <a:off x="1074802" y="3928297"/>
            <a:ext cx="19526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Report Logiq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C64A107-6660-7621-1C35-453C390955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9546" y="1229279"/>
            <a:ext cx="7462440" cy="73719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1A8A5F2-11CA-4761-8180-728EE7133C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9546" y="2857071"/>
            <a:ext cx="5305252" cy="73309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312ECD9-4CED-F280-3845-5B2629CC87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9546" y="4440510"/>
            <a:ext cx="10173873" cy="66308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78067939"/>
      </p:ext>
    </p:extLst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E47E4E-0EBC-A0DA-D538-D6AD4DFE66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D3023D-2F9A-2C5A-C05B-315224ED6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01150" y="6518583"/>
            <a:ext cx="2743200" cy="365125"/>
          </a:xfrm>
        </p:spPr>
        <p:txBody>
          <a:bodyPr/>
          <a:lstStyle/>
          <a:p>
            <a:fld id="{C5E635EA-281D-47C8-A0EC-B8A06226CB83}" type="slidenum">
              <a:rPr lang="en-IN" smtClean="0"/>
              <a:t>157</a:t>
            </a:fld>
            <a:endParaRPr lang="en-IN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B914FD8-EFCB-3DBA-A369-A9B9E18120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4433"/>
            <a:ext cx="10515600" cy="315910"/>
          </a:xfrm>
        </p:spPr>
        <p:txBody>
          <a:bodyPr/>
          <a:lstStyle/>
          <a:p>
            <a:r>
              <a:rPr lang="en-US" dirty="0"/>
              <a:t>Test Verification</a:t>
            </a:r>
            <a:endParaRPr lang="en-IN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F904778-34DE-DBF6-50C1-3063FD950CBD}"/>
              </a:ext>
            </a:extLst>
          </p:cNvPr>
          <p:cNvCxnSpPr>
            <a:cxnSpLocks/>
          </p:cNvCxnSpPr>
          <p:nvPr/>
        </p:nvCxnSpPr>
        <p:spPr bwMode="auto">
          <a:xfrm>
            <a:off x="6645923" y="3077983"/>
            <a:ext cx="43562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9BD56786-EADC-56EA-B4F5-AABE7DB28F19}"/>
              </a:ext>
            </a:extLst>
          </p:cNvPr>
          <p:cNvSpPr txBox="1"/>
          <p:nvPr/>
        </p:nvSpPr>
        <p:spPr>
          <a:xfrm>
            <a:off x="7164974" y="2940499"/>
            <a:ext cx="107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Request</a:t>
            </a:r>
            <a:endParaRPr lang="en-IN" sz="1400" dirty="0">
              <a:solidFill>
                <a:srgbClr val="000099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D9907692-B975-583A-6BC8-071811EF8C3D}"/>
              </a:ext>
            </a:extLst>
          </p:cNvPr>
          <p:cNvCxnSpPr>
            <a:cxnSpLocks/>
          </p:cNvCxnSpPr>
          <p:nvPr/>
        </p:nvCxnSpPr>
        <p:spPr bwMode="auto">
          <a:xfrm>
            <a:off x="6645923" y="3507381"/>
            <a:ext cx="43562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8D4E9E0B-454E-95B9-9CD4-242FB566266F}"/>
              </a:ext>
            </a:extLst>
          </p:cNvPr>
          <p:cNvSpPr txBox="1"/>
          <p:nvPr/>
        </p:nvSpPr>
        <p:spPr>
          <a:xfrm>
            <a:off x="7164974" y="3353492"/>
            <a:ext cx="107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99"/>
                </a:solidFill>
                <a:effectLst/>
                <a:latin typeface="Arial" pitchFamily="34" charset="0"/>
                <a:cs typeface="Arial" pitchFamily="34" charset="0"/>
              </a:rPr>
              <a:t>Response</a:t>
            </a:r>
            <a:endParaRPr lang="en-IN" sz="1400" dirty="0">
              <a:solidFill>
                <a:srgbClr val="000099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C054033-5D3C-E752-4C4E-118F39428A44}"/>
              </a:ext>
            </a:extLst>
          </p:cNvPr>
          <p:cNvSpPr txBox="1"/>
          <p:nvPr/>
        </p:nvSpPr>
        <p:spPr>
          <a:xfrm>
            <a:off x="1117332" y="803922"/>
            <a:ext cx="91856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IPC – Read Seat Unlatch button status: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91BC360-B651-3886-F489-0A896BDD0074}"/>
              </a:ext>
            </a:extLst>
          </p:cNvPr>
          <p:cNvSpPr txBox="1"/>
          <p:nvPr/>
        </p:nvSpPr>
        <p:spPr>
          <a:xfrm>
            <a:off x="1117332" y="2320247"/>
            <a:ext cx="14010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 File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80C264F-3D92-C70C-91CC-34BE84D7558C}"/>
              </a:ext>
            </a:extLst>
          </p:cNvPr>
          <p:cNvSpPr txBox="1"/>
          <p:nvPr/>
        </p:nvSpPr>
        <p:spPr>
          <a:xfrm>
            <a:off x="1074802" y="3928297"/>
            <a:ext cx="19526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Report Logiq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471F76E-871D-0EF5-38F5-996AAC9DA7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9546" y="1233390"/>
            <a:ext cx="9126566" cy="92786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8D3E335-A1A7-529C-66F2-1884728062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9546" y="2839978"/>
            <a:ext cx="5316998" cy="861203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66BE4E79-A704-5DCE-F588-BFE9EF8E65B8}"/>
              </a:ext>
            </a:extLst>
          </p:cNvPr>
          <p:cNvGrpSpPr/>
          <p:nvPr/>
        </p:nvGrpSpPr>
        <p:grpSpPr>
          <a:xfrm>
            <a:off x="1229545" y="4495386"/>
            <a:ext cx="9987804" cy="788976"/>
            <a:chOff x="1229545" y="4495386"/>
            <a:chExt cx="9537192" cy="566411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0CDC3E88-50AE-A6D1-1A5A-FF2CD9965E1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229546" y="4766507"/>
              <a:ext cx="9535015" cy="29529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1FFDE9A3-3206-6B06-DEA7-1EC8CA8C2DC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229545" y="4495386"/>
              <a:ext cx="9537192" cy="25802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</p:grpSp>
    </p:spTree>
    <p:extLst>
      <p:ext uri="{BB962C8B-B14F-4D97-AF65-F5344CB8AC3E}">
        <p14:creationId xmlns:p14="http://schemas.microsoft.com/office/powerpoint/2010/main" val="800743064"/>
      </p:ext>
    </p:extLst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FE007C-BCDF-A67E-F55D-DBD1992051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8F84BC-92B7-1309-DB62-7A867E661C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01150" y="6518583"/>
            <a:ext cx="2743200" cy="365125"/>
          </a:xfrm>
        </p:spPr>
        <p:txBody>
          <a:bodyPr/>
          <a:lstStyle/>
          <a:p>
            <a:fld id="{C5E635EA-281D-47C8-A0EC-B8A06226CB83}" type="slidenum">
              <a:rPr lang="en-IN" smtClean="0"/>
              <a:t>158</a:t>
            </a:fld>
            <a:endParaRPr lang="en-IN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101EB6A-5657-AD47-BF82-76634FE8DF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4433"/>
            <a:ext cx="10515600" cy="315910"/>
          </a:xfrm>
        </p:spPr>
        <p:txBody>
          <a:bodyPr/>
          <a:lstStyle/>
          <a:p>
            <a:r>
              <a:rPr lang="en-US" dirty="0"/>
              <a:t>Test Verification</a:t>
            </a:r>
            <a:endParaRPr lang="en-IN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E9EFE07-EBA5-8A16-3AE1-63AEE02188C6}"/>
              </a:ext>
            </a:extLst>
          </p:cNvPr>
          <p:cNvCxnSpPr>
            <a:cxnSpLocks/>
          </p:cNvCxnSpPr>
          <p:nvPr/>
        </p:nvCxnSpPr>
        <p:spPr bwMode="auto">
          <a:xfrm>
            <a:off x="6661872" y="2999602"/>
            <a:ext cx="43562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E9BCEC41-673D-9821-CD87-9B727CB56B01}"/>
              </a:ext>
            </a:extLst>
          </p:cNvPr>
          <p:cNvSpPr txBox="1"/>
          <p:nvPr/>
        </p:nvSpPr>
        <p:spPr>
          <a:xfrm>
            <a:off x="7180923" y="2862118"/>
            <a:ext cx="107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Request</a:t>
            </a:r>
            <a:endParaRPr lang="en-IN" sz="1400" dirty="0">
              <a:solidFill>
                <a:srgbClr val="000099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7922763-8E54-8D46-E1D2-B9D1B8887051}"/>
              </a:ext>
            </a:extLst>
          </p:cNvPr>
          <p:cNvCxnSpPr>
            <a:cxnSpLocks/>
          </p:cNvCxnSpPr>
          <p:nvPr/>
        </p:nvCxnSpPr>
        <p:spPr bwMode="auto">
          <a:xfrm>
            <a:off x="6661872" y="3429000"/>
            <a:ext cx="43562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85CC4776-0875-4B27-DBFB-8BAB6D463321}"/>
              </a:ext>
            </a:extLst>
          </p:cNvPr>
          <p:cNvSpPr txBox="1"/>
          <p:nvPr/>
        </p:nvSpPr>
        <p:spPr>
          <a:xfrm>
            <a:off x="7180923" y="3275111"/>
            <a:ext cx="107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99"/>
                </a:solidFill>
                <a:effectLst/>
                <a:latin typeface="Arial" pitchFamily="34" charset="0"/>
                <a:cs typeface="Arial" pitchFamily="34" charset="0"/>
              </a:rPr>
              <a:t>Response</a:t>
            </a:r>
            <a:endParaRPr lang="en-IN" sz="1400" dirty="0">
              <a:solidFill>
                <a:srgbClr val="000099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AC672D8-4888-22FE-2B33-5717116655F0}"/>
              </a:ext>
            </a:extLst>
          </p:cNvPr>
          <p:cNvSpPr txBox="1"/>
          <p:nvPr/>
        </p:nvSpPr>
        <p:spPr>
          <a:xfrm>
            <a:off x="1117332" y="803922"/>
            <a:ext cx="91856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PCM – Read &amp; Compare EMS CVN: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B1FDB18-88DE-0CAC-5AD6-B717F8D1F027}"/>
              </a:ext>
            </a:extLst>
          </p:cNvPr>
          <p:cNvSpPr txBox="1"/>
          <p:nvPr/>
        </p:nvSpPr>
        <p:spPr>
          <a:xfrm>
            <a:off x="1117332" y="2320247"/>
            <a:ext cx="14010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 File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224954B-87A7-C8DF-B87E-4C86B59D4FAC}"/>
              </a:ext>
            </a:extLst>
          </p:cNvPr>
          <p:cNvSpPr txBox="1"/>
          <p:nvPr/>
        </p:nvSpPr>
        <p:spPr>
          <a:xfrm>
            <a:off x="1074802" y="3928297"/>
            <a:ext cx="19526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Report Logiq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5B4C963-6045-2FD7-AA9B-5CEA9D7E09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9546" y="4456823"/>
            <a:ext cx="9821813" cy="91107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6CAE5AC-66E2-CFC1-CE90-04B06D1B93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9546" y="1254667"/>
            <a:ext cx="6786537" cy="78975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F45B3CE-2D59-458C-96EF-E3BE9FBCBB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0176" y="2777610"/>
            <a:ext cx="5312316" cy="82028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778012199"/>
      </p:ext>
    </p:extLst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3B77E0-E352-92DC-CB84-15644F56F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FC4627-FD86-D9DC-4453-E4398738C6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01150" y="6518583"/>
            <a:ext cx="2743200" cy="365125"/>
          </a:xfrm>
        </p:spPr>
        <p:txBody>
          <a:bodyPr/>
          <a:lstStyle/>
          <a:p>
            <a:fld id="{C5E635EA-281D-47C8-A0EC-B8A06226CB83}" type="slidenum">
              <a:rPr lang="en-IN" smtClean="0"/>
              <a:t>159</a:t>
            </a:fld>
            <a:endParaRPr lang="en-IN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A90D6C0-C730-AC8C-B14A-24F43C648C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4433"/>
            <a:ext cx="10515600" cy="315910"/>
          </a:xfrm>
        </p:spPr>
        <p:txBody>
          <a:bodyPr/>
          <a:lstStyle/>
          <a:p>
            <a:r>
              <a:rPr lang="en-US" dirty="0"/>
              <a:t>Test Verification</a:t>
            </a:r>
            <a:endParaRPr lang="en-IN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E49A81A-6D6B-79D4-C5CA-724783543716}"/>
              </a:ext>
            </a:extLst>
          </p:cNvPr>
          <p:cNvSpPr txBox="1"/>
          <p:nvPr/>
        </p:nvSpPr>
        <p:spPr>
          <a:xfrm>
            <a:off x="1117333" y="869430"/>
            <a:ext cx="6677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ABS – Read &amp; Compare CAL ID: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6DDD4B5-9804-3F84-C3B7-256B1157846F}"/>
              </a:ext>
            </a:extLst>
          </p:cNvPr>
          <p:cNvSpPr txBox="1"/>
          <p:nvPr/>
        </p:nvSpPr>
        <p:spPr>
          <a:xfrm>
            <a:off x="1117333" y="3928035"/>
            <a:ext cx="6677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Report Logiq: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70473BC-2BBF-08F2-C91C-9281B368FA5B}"/>
              </a:ext>
            </a:extLst>
          </p:cNvPr>
          <p:cNvSpPr txBox="1"/>
          <p:nvPr/>
        </p:nvSpPr>
        <p:spPr>
          <a:xfrm>
            <a:off x="1117333" y="2464981"/>
            <a:ext cx="6677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 File: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06E1CDDA-F593-DF98-84CF-82CCDF441C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5891" y="1320426"/>
            <a:ext cx="7516680" cy="91919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DA56CEEA-A6F2-F35A-2891-F276DA19B9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5890" y="2974337"/>
            <a:ext cx="6422277" cy="587570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6DE6170-DC6C-D114-2F32-C2A809C029FF}"/>
              </a:ext>
            </a:extLst>
          </p:cNvPr>
          <p:cNvCxnSpPr>
            <a:cxnSpLocks/>
          </p:cNvCxnSpPr>
          <p:nvPr/>
        </p:nvCxnSpPr>
        <p:spPr bwMode="auto">
          <a:xfrm>
            <a:off x="7741711" y="3144332"/>
            <a:ext cx="43562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6DB1830D-CB36-07C0-C412-EE4B2BC8646F}"/>
              </a:ext>
            </a:extLst>
          </p:cNvPr>
          <p:cNvSpPr txBox="1"/>
          <p:nvPr/>
        </p:nvSpPr>
        <p:spPr>
          <a:xfrm>
            <a:off x="8382360" y="2990443"/>
            <a:ext cx="107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Request</a:t>
            </a:r>
            <a:endParaRPr lang="en-IN" sz="1400" dirty="0">
              <a:solidFill>
                <a:srgbClr val="000099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F1FE10B-5179-727F-8C3F-3009613DCF3A}"/>
              </a:ext>
            </a:extLst>
          </p:cNvPr>
          <p:cNvCxnSpPr>
            <a:cxnSpLocks/>
          </p:cNvCxnSpPr>
          <p:nvPr/>
        </p:nvCxnSpPr>
        <p:spPr bwMode="auto">
          <a:xfrm>
            <a:off x="7731403" y="3429000"/>
            <a:ext cx="43562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9F32451D-89D7-15E6-7B31-001A20BD8C95}"/>
              </a:ext>
            </a:extLst>
          </p:cNvPr>
          <p:cNvSpPr txBox="1"/>
          <p:nvPr/>
        </p:nvSpPr>
        <p:spPr>
          <a:xfrm>
            <a:off x="8382360" y="3275111"/>
            <a:ext cx="107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99"/>
                </a:solidFill>
                <a:effectLst/>
                <a:latin typeface="Arial" pitchFamily="34" charset="0"/>
                <a:cs typeface="Arial" pitchFamily="34" charset="0"/>
              </a:rPr>
              <a:t>Response</a:t>
            </a:r>
            <a:endParaRPr lang="en-IN" sz="1400" dirty="0">
              <a:solidFill>
                <a:srgbClr val="000099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3BD5169-5068-94E9-DACE-B6EB514ECD87}"/>
              </a:ext>
            </a:extLst>
          </p:cNvPr>
          <p:cNvGrpSpPr/>
          <p:nvPr/>
        </p:nvGrpSpPr>
        <p:grpSpPr>
          <a:xfrm>
            <a:off x="1255890" y="4459125"/>
            <a:ext cx="9619488" cy="975227"/>
            <a:chOff x="1420347" y="4444434"/>
            <a:chExt cx="9619488" cy="975227"/>
          </a:xfrm>
        </p:grpSpPr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6FC6AF4B-4C7B-CED0-4438-37AD98963F2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420347" y="4785907"/>
              <a:ext cx="9619488" cy="63375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517B0A45-5BC6-B020-AD19-6A64D6F030C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420347" y="4444434"/>
              <a:ext cx="9616544" cy="351963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</p:grpSp>
    </p:spTree>
    <p:extLst>
      <p:ext uri="{BB962C8B-B14F-4D97-AF65-F5344CB8AC3E}">
        <p14:creationId xmlns:p14="http://schemas.microsoft.com/office/powerpoint/2010/main" val="1947474536"/>
      </p:ext>
    </p:extLst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2CB2BA-6277-1AFE-FA49-4AE8D05ECE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F3F5C7-1CBC-3154-AE6A-51B64326AC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01150" y="6518583"/>
            <a:ext cx="2743200" cy="365125"/>
          </a:xfrm>
        </p:spPr>
        <p:txBody>
          <a:bodyPr/>
          <a:lstStyle/>
          <a:p>
            <a:fld id="{C5E635EA-281D-47C8-A0EC-B8A06226CB83}" type="slidenum">
              <a:rPr lang="en-IN" smtClean="0"/>
              <a:t>160</a:t>
            </a:fld>
            <a:endParaRPr lang="en-IN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6956F3A-625C-1611-5A84-7F90B87D7D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4433"/>
            <a:ext cx="10515600" cy="315910"/>
          </a:xfrm>
        </p:spPr>
        <p:txBody>
          <a:bodyPr/>
          <a:lstStyle/>
          <a:p>
            <a:r>
              <a:rPr lang="en-US" dirty="0"/>
              <a:t>Test Verification</a:t>
            </a:r>
            <a:endParaRPr lang="en-IN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00876C4-34B3-CF85-4803-240F0C4BE675}"/>
              </a:ext>
            </a:extLst>
          </p:cNvPr>
          <p:cNvSpPr txBox="1"/>
          <p:nvPr/>
        </p:nvSpPr>
        <p:spPr>
          <a:xfrm>
            <a:off x="1117333" y="869430"/>
            <a:ext cx="6677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VCU – Read &amp; Compare CVN: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96EB0BB-AD62-9FC0-F1CC-080B93F0F1DF}"/>
              </a:ext>
            </a:extLst>
          </p:cNvPr>
          <p:cNvSpPr txBox="1"/>
          <p:nvPr/>
        </p:nvSpPr>
        <p:spPr>
          <a:xfrm>
            <a:off x="1117333" y="4482793"/>
            <a:ext cx="6677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Report Logiq: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3A3BDE7-FEEB-EF57-1B87-A9D42CB48AB1}"/>
              </a:ext>
            </a:extLst>
          </p:cNvPr>
          <p:cNvSpPr txBox="1"/>
          <p:nvPr/>
        </p:nvSpPr>
        <p:spPr>
          <a:xfrm>
            <a:off x="1117333" y="2562936"/>
            <a:ext cx="20156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 File: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6D5586D-70BF-3E93-BF62-695DA19174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1003" y="3003758"/>
            <a:ext cx="5323605" cy="117679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162D336-A32C-A09B-B284-D6CE287DAB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1003" y="4995106"/>
            <a:ext cx="10359996" cy="95559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70D1C013-5B21-07BD-DCAD-D101AC058709}"/>
              </a:ext>
            </a:extLst>
          </p:cNvPr>
          <p:cNvSpPr/>
          <p:nvPr/>
        </p:nvSpPr>
        <p:spPr>
          <a:xfrm>
            <a:off x="4859079" y="3801278"/>
            <a:ext cx="738963" cy="31721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 err="1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9B01544-E7D3-3875-16C8-0727DF1E01FD}"/>
              </a:ext>
            </a:extLst>
          </p:cNvPr>
          <p:cNvCxnSpPr>
            <a:cxnSpLocks/>
          </p:cNvCxnSpPr>
          <p:nvPr/>
        </p:nvCxnSpPr>
        <p:spPr bwMode="auto">
          <a:xfrm>
            <a:off x="6644756" y="3242828"/>
            <a:ext cx="43562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213EF421-6FB4-E41B-89B4-F332402FD9DA}"/>
              </a:ext>
            </a:extLst>
          </p:cNvPr>
          <p:cNvSpPr txBox="1"/>
          <p:nvPr/>
        </p:nvSpPr>
        <p:spPr>
          <a:xfrm>
            <a:off x="7259146" y="3088939"/>
            <a:ext cx="107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Request</a:t>
            </a:r>
            <a:endParaRPr lang="en-IN" sz="1400" dirty="0">
              <a:solidFill>
                <a:srgbClr val="000099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EB8F358-0A23-90D1-1A8D-C0659F0C70D5}"/>
              </a:ext>
            </a:extLst>
          </p:cNvPr>
          <p:cNvCxnSpPr>
            <a:cxnSpLocks/>
          </p:cNvCxnSpPr>
          <p:nvPr/>
        </p:nvCxnSpPr>
        <p:spPr bwMode="auto">
          <a:xfrm>
            <a:off x="6644756" y="3980890"/>
            <a:ext cx="43562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AB9C728F-8434-6FF4-3536-189BE52BF086}"/>
              </a:ext>
            </a:extLst>
          </p:cNvPr>
          <p:cNvSpPr txBox="1"/>
          <p:nvPr/>
        </p:nvSpPr>
        <p:spPr>
          <a:xfrm>
            <a:off x="7259146" y="3810715"/>
            <a:ext cx="107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99"/>
                </a:solidFill>
                <a:effectLst/>
                <a:latin typeface="Arial" pitchFamily="34" charset="0"/>
                <a:cs typeface="Arial" pitchFamily="34" charset="0"/>
              </a:rPr>
              <a:t>Response</a:t>
            </a:r>
            <a:endParaRPr lang="en-IN" sz="1400" dirty="0">
              <a:solidFill>
                <a:srgbClr val="000099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F45DAF62-6FC7-755D-0083-5E66228D7D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1003" y="1339555"/>
            <a:ext cx="7567362" cy="86614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651632437"/>
      </p:ext>
    </p:extLst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4CDB53-FC91-9B22-62A7-E582B8CD56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D608F3-D5AB-F6D6-8CA6-E3AE645C7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01150" y="6518583"/>
            <a:ext cx="2743200" cy="365125"/>
          </a:xfrm>
        </p:spPr>
        <p:txBody>
          <a:bodyPr/>
          <a:lstStyle/>
          <a:p>
            <a:fld id="{C5E635EA-281D-47C8-A0EC-B8A06226CB83}" type="slidenum">
              <a:rPr lang="en-IN" smtClean="0"/>
              <a:t>161</a:t>
            </a:fld>
            <a:endParaRPr lang="en-IN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6FA0BBA-3DB7-F735-7AAA-28314F3DE7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4433"/>
            <a:ext cx="10515600" cy="315910"/>
          </a:xfrm>
        </p:spPr>
        <p:txBody>
          <a:bodyPr/>
          <a:lstStyle/>
          <a:p>
            <a:r>
              <a:rPr lang="en-US" dirty="0"/>
              <a:t>Test Verification</a:t>
            </a:r>
            <a:endParaRPr lang="en-IN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36B0034-6EDA-66A4-1CA8-C12F608D44CD}"/>
              </a:ext>
            </a:extLst>
          </p:cNvPr>
          <p:cNvSpPr txBox="1"/>
          <p:nvPr/>
        </p:nvSpPr>
        <p:spPr>
          <a:xfrm>
            <a:off x="1117333" y="869430"/>
            <a:ext cx="6677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PCM / VCU / ABS / IPC – Read DTC: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45C666A-905D-21BB-450F-68FBE9A589C3}"/>
              </a:ext>
            </a:extLst>
          </p:cNvPr>
          <p:cNvSpPr txBox="1"/>
          <p:nvPr/>
        </p:nvSpPr>
        <p:spPr>
          <a:xfrm>
            <a:off x="1117333" y="3452698"/>
            <a:ext cx="20156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 File: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5EF5BE7-8956-3C7F-AD0C-E5C67AF225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2" y="1308073"/>
            <a:ext cx="6443334" cy="179960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5F1AC08-843D-1669-F332-CA6240E20C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7105" y="3887114"/>
            <a:ext cx="3721111" cy="80715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6A801CB4-D97E-A1B8-8F89-57EE612350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8729" y="3883226"/>
            <a:ext cx="3721608" cy="79067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BD1E9716-2EF4-AF31-C676-13CE5C3D9A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96608" y="5086998"/>
            <a:ext cx="3721608" cy="56024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9F6D4628-46E3-F08E-4EB5-B3B076DA933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8729" y="5109051"/>
            <a:ext cx="3721608" cy="51613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120499193"/>
      </p:ext>
    </p:extLst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083697-3A0C-E684-F4F4-A236D7BD70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CB2000-1F05-F01A-8F4E-435A3AEF74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01150" y="6518583"/>
            <a:ext cx="2743200" cy="365125"/>
          </a:xfrm>
        </p:spPr>
        <p:txBody>
          <a:bodyPr/>
          <a:lstStyle/>
          <a:p>
            <a:fld id="{C5E635EA-281D-47C8-A0EC-B8A06226CB83}" type="slidenum">
              <a:rPr lang="en-IN" smtClean="0"/>
              <a:t>162</a:t>
            </a:fld>
            <a:endParaRPr lang="en-IN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6864DE5-9233-E6C7-6816-4CAE99D9D3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4433"/>
            <a:ext cx="10515600" cy="315910"/>
          </a:xfrm>
        </p:spPr>
        <p:txBody>
          <a:bodyPr/>
          <a:lstStyle/>
          <a:p>
            <a:r>
              <a:rPr lang="en-US" dirty="0"/>
              <a:t>Test Verification</a:t>
            </a:r>
            <a:endParaRPr lang="en-IN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D748A93-BA4C-82C5-F250-DA2DDD20FD5F}"/>
              </a:ext>
            </a:extLst>
          </p:cNvPr>
          <p:cNvSpPr txBox="1"/>
          <p:nvPr/>
        </p:nvSpPr>
        <p:spPr>
          <a:xfrm>
            <a:off x="1117333" y="869430"/>
            <a:ext cx="6677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IPC – Write &amp; Read Production mode: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E0CA31A-0193-999A-3499-AA13CE0504FD}"/>
              </a:ext>
            </a:extLst>
          </p:cNvPr>
          <p:cNvSpPr txBox="1"/>
          <p:nvPr/>
        </p:nvSpPr>
        <p:spPr>
          <a:xfrm>
            <a:off x="1117333" y="2725258"/>
            <a:ext cx="20156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00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 File:</a:t>
            </a:r>
            <a:endParaRPr lang="en-US" dirty="0">
              <a:solidFill>
                <a:srgbClr val="00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E4A27B2-C605-6CE3-D9CD-29E7B9A5FE83}"/>
              </a:ext>
            </a:extLst>
          </p:cNvPr>
          <p:cNvCxnSpPr>
            <a:cxnSpLocks/>
          </p:cNvCxnSpPr>
          <p:nvPr/>
        </p:nvCxnSpPr>
        <p:spPr bwMode="auto">
          <a:xfrm>
            <a:off x="6644756" y="3405150"/>
            <a:ext cx="43562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6C5BC84A-DE9F-CFB5-36AE-65CFAFFD4503}"/>
              </a:ext>
            </a:extLst>
          </p:cNvPr>
          <p:cNvSpPr txBox="1"/>
          <p:nvPr/>
        </p:nvSpPr>
        <p:spPr>
          <a:xfrm>
            <a:off x="7259146" y="3251261"/>
            <a:ext cx="107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99"/>
                </a:solidFill>
                <a:latin typeface="Arial" pitchFamily="34" charset="0"/>
                <a:cs typeface="Arial" pitchFamily="34" charset="0"/>
              </a:rPr>
              <a:t>Request</a:t>
            </a:r>
            <a:endParaRPr lang="en-IN" sz="1400" dirty="0">
              <a:solidFill>
                <a:srgbClr val="000099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1D21F03-978F-EAC2-470F-F3FE0B77EA41}"/>
              </a:ext>
            </a:extLst>
          </p:cNvPr>
          <p:cNvCxnSpPr>
            <a:cxnSpLocks/>
          </p:cNvCxnSpPr>
          <p:nvPr/>
        </p:nvCxnSpPr>
        <p:spPr bwMode="auto">
          <a:xfrm>
            <a:off x="6644756" y="3781705"/>
            <a:ext cx="435620" cy="0"/>
          </a:xfrm>
          <a:prstGeom prst="straightConnector1">
            <a:avLst/>
          </a:prstGeom>
          <a:ln>
            <a:headEnd type="none" w="sm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B7580619-5690-F3A0-6B6E-C1995B2006B8}"/>
              </a:ext>
            </a:extLst>
          </p:cNvPr>
          <p:cNvSpPr txBox="1"/>
          <p:nvPr/>
        </p:nvSpPr>
        <p:spPr>
          <a:xfrm>
            <a:off x="7259146" y="3611530"/>
            <a:ext cx="10714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99"/>
                </a:solidFill>
                <a:effectLst/>
                <a:latin typeface="Arial" pitchFamily="34" charset="0"/>
                <a:cs typeface="Arial" pitchFamily="34" charset="0"/>
              </a:rPr>
              <a:t>Response</a:t>
            </a:r>
            <a:endParaRPr lang="en-IN" sz="1400" dirty="0">
              <a:solidFill>
                <a:srgbClr val="000099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D1DFDA91-697F-FAEF-0569-B4014706D8AB}"/>
              </a:ext>
            </a:extLst>
          </p:cNvPr>
          <p:cNvGrpSpPr/>
          <p:nvPr/>
        </p:nvGrpSpPr>
        <p:grpSpPr>
          <a:xfrm>
            <a:off x="1270951" y="1310070"/>
            <a:ext cx="7123453" cy="888558"/>
            <a:chOff x="1270952" y="1310070"/>
            <a:chExt cx="6803136" cy="724209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7FC8333A-4C3F-6956-0A7B-4D692B2612F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70952" y="1681175"/>
              <a:ext cx="6803136" cy="35310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4046CA40-08F0-76C0-306C-E68F0A6E04C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71003" y="1310070"/>
              <a:ext cx="6803085" cy="36424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</p:grpSp>
      <p:pic>
        <p:nvPicPr>
          <p:cNvPr id="20" name="Picture 19">
            <a:extLst>
              <a:ext uri="{FF2B5EF4-FFF2-40B4-BE49-F238E27FC236}">
                <a16:creationId xmlns:a16="http://schemas.microsoft.com/office/drawing/2014/main" id="{0D93ADB1-D753-4BBC-8DE2-EF85ACF1FC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8352" y="3206826"/>
            <a:ext cx="5225418" cy="149028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121979185"/>
      </p:ext>
    </p:extLst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0E2E70-31E4-FCF9-DDA8-A93D4AE1AA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8A6D11-12C2-9ABC-600C-7CCDD3B88B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05919"/>
            <a:ext cx="10515600" cy="1450857"/>
          </a:xfrm>
        </p:spPr>
        <p:txBody>
          <a:bodyPr/>
          <a:lstStyle/>
          <a:p>
            <a:r>
              <a:rPr lang="en-US" sz="4800" dirty="0"/>
              <a:t>THANK YOU</a:t>
            </a:r>
            <a:endParaRPr lang="en-IN" sz="4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1D83BE-A8FB-46BF-F8EB-58A8A0E61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635EA-281D-47C8-A0EC-B8A06226CB83}" type="slidenum">
              <a:rPr lang="en-IN" smtClean="0"/>
              <a:t>163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1043906"/>
      </p:ext>
    </p:extLst>
  </p:cSld>
  <p:clrMapOvr>
    <a:masterClrMapping/>
  </p:clrMapOvr>
</p:sld>
</file>

<file path=ppt/theme/theme1.xml><?xml version="1.0" encoding="utf-8"?>
<a:theme xmlns:a="http://schemas.openxmlformats.org/drawingml/2006/main" name="TVSM Official Templat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lumMod val="95000"/>
          </a:schemeClr>
        </a:solidFill>
        <a:ln>
          <a:solidFill>
            <a:schemeClr val="bg1">
              <a:lumMod val="95000"/>
            </a:schemeClr>
          </a:solidFill>
        </a:ln>
      </a:spPr>
      <a:bodyPr rtlCol="0" anchor="ctr"/>
      <a:lstStyle>
        <a:defPPr algn="ctr">
          <a:defRPr dirty="0" err="1" smtClean="0">
            <a:solidFill>
              <a:srgbClr val="003399"/>
            </a:solidFill>
            <a:latin typeface="Arial" panose="020B0604020202020204" pitchFamily="34" charset="0"/>
            <a:cs typeface="Arial" panose="020B0604020202020204" pitchFamily="34" charset="0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 algn="l">
          <a:defRPr dirty="0" smtClean="0">
            <a:solidFill>
              <a:srgbClr val="003399"/>
            </a:solidFill>
            <a:latin typeface="Arial" panose="020B0604020202020204" pitchFamily="34" charset="0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1267</TotalTime>
  <Words>3999</Words>
  <Application>Microsoft Office PowerPoint</Application>
  <PresentationFormat>Widescreen</PresentationFormat>
  <Paragraphs>1636</Paragraphs>
  <Slides>163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163</vt:i4>
      </vt:variant>
    </vt:vector>
  </HeadingPairs>
  <TitlesOfParts>
    <vt:vector size="169" baseType="lpstr">
      <vt:lpstr>Aptos Narrow</vt:lpstr>
      <vt:lpstr>Arial</vt:lpstr>
      <vt:lpstr>Calibri</vt:lpstr>
      <vt:lpstr>Wingdings</vt:lpstr>
      <vt:lpstr>Wingdings 2</vt:lpstr>
      <vt:lpstr>TVSM Official Template</vt:lpstr>
      <vt:lpstr>PowerPoint Presentation</vt:lpstr>
      <vt:lpstr>Abstract</vt:lpstr>
      <vt:lpstr>Project Team Structure &amp; Work Area</vt:lpstr>
      <vt:lpstr>EOL Process Flow</vt:lpstr>
      <vt:lpstr>SKU vs Features Matrix</vt:lpstr>
      <vt:lpstr>SKU vs Features Matrix</vt:lpstr>
      <vt:lpstr>SKU List</vt:lpstr>
      <vt:lpstr>ABS FLASHING</vt:lpstr>
      <vt:lpstr>Bosch 10.3MB / MEFI ABS Flashing Sequence</vt:lpstr>
      <vt:lpstr>Test Verification - Phases</vt:lpstr>
      <vt:lpstr>Test Verification</vt:lpstr>
      <vt:lpstr>Test Verification</vt:lpstr>
      <vt:lpstr>Test Verification</vt:lpstr>
      <vt:lpstr>Test Verification</vt:lpstr>
      <vt:lpstr>Test Verification</vt:lpstr>
      <vt:lpstr>Test Verification</vt:lpstr>
      <vt:lpstr>Test Verification</vt:lpstr>
      <vt:lpstr>Test Verification</vt:lpstr>
      <vt:lpstr>Test Verification</vt:lpstr>
      <vt:lpstr>Test Verification</vt:lpstr>
      <vt:lpstr>VCU FLASHING</vt:lpstr>
      <vt:lpstr>VCU Flashing Sequence</vt:lpstr>
      <vt:lpstr>Test Verification - Phases</vt:lpstr>
      <vt:lpstr>Test Verification</vt:lpstr>
      <vt:lpstr>Test Verification</vt:lpstr>
      <vt:lpstr>Test Verification</vt:lpstr>
      <vt:lpstr>Test Verification</vt:lpstr>
      <vt:lpstr>Test Verification</vt:lpstr>
      <vt:lpstr>Test Verification</vt:lpstr>
      <vt:lpstr>Test Verification</vt:lpstr>
      <vt:lpstr>Test Verification</vt:lpstr>
      <vt:lpstr>Test Verification</vt:lpstr>
      <vt:lpstr>Test Verification</vt:lpstr>
      <vt:lpstr>Test Verification</vt:lpstr>
      <vt:lpstr>Test Verification</vt:lpstr>
      <vt:lpstr>Test Verification</vt:lpstr>
      <vt:lpstr>Test Verification</vt:lpstr>
      <vt:lpstr>PCM FLASHING</vt:lpstr>
      <vt:lpstr> PCM Flashing Sequence</vt:lpstr>
      <vt:lpstr>Test Verification - Phases</vt:lpstr>
      <vt:lpstr>Test Verification</vt:lpstr>
      <vt:lpstr>Test Verification</vt:lpstr>
      <vt:lpstr>Test Verification</vt:lpstr>
      <vt:lpstr>Test Verification</vt:lpstr>
      <vt:lpstr>Test Verification</vt:lpstr>
      <vt:lpstr>Test Verification</vt:lpstr>
      <vt:lpstr>Test Verification</vt:lpstr>
      <vt:lpstr>Test Verification</vt:lpstr>
      <vt:lpstr>Test Verification</vt:lpstr>
      <vt:lpstr>Test Verification</vt:lpstr>
      <vt:lpstr>Test Verification</vt:lpstr>
      <vt:lpstr>STATIC SEQUENCE</vt:lpstr>
      <vt:lpstr> Static Sequence</vt:lpstr>
      <vt:lpstr> Static Sequence</vt:lpstr>
      <vt:lpstr> Static Sequence</vt:lpstr>
      <vt:lpstr>Test Verification - Phases</vt:lpstr>
      <vt:lpstr>Test Verification - Phases</vt:lpstr>
      <vt:lpstr>Test Verification - Phases</vt:lpstr>
      <vt:lpstr>Test Verification - Phases</vt:lpstr>
      <vt:lpstr>Test Verification - Phases</vt:lpstr>
      <vt:lpstr>Test Verification - Phases</vt:lpstr>
      <vt:lpstr>Test Verification</vt:lpstr>
      <vt:lpstr>Test Verification</vt:lpstr>
      <vt:lpstr>Test Verification</vt:lpstr>
      <vt:lpstr>Test Verification</vt:lpstr>
      <vt:lpstr>Test Verification</vt:lpstr>
      <vt:lpstr>Test Verification</vt:lpstr>
      <vt:lpstr>Test Verification</vt:lpstr>
      <vt:lpstr>Test Verification</vt:lpstr>
      <vt:lpstr>Test Verification</vt:lpstr>
      <vt:lpstr>Test Verification</vt:lpstr>
      <vt:lpstr>Test Verification</vt:lpstr>
      <vt:lpstr>Test Verification</vt:lpstr>
      <vt:lpstr>Test Verification</vt:lpstr>
      <vt:lpstr>Test Verification</vt:lpstr>
      <vt:lpstr>Test Verification</vt:lpstr>
      <vt:lpstr>Test Verification</vt:lpstr>
      <vt:lpstr>Test Verification</vt:lpstr>
      <vt:lpstr>Test Verification</vt:lpstr>
      <vt:lpstr>Test Verification</vt:lpstr>
      <vt:lpstr>Test Verification</vt:lpstr>
      <vt:lpstr>Test Verification</vt:lpstr>
      <vt:lpstr>Test Verification</vt:lpstr>
      <vt:lpstr>Test Verification</vt:lpstr>
      <vt:lpstr>Test Verification</vt:lpstr>
      <vt:lpstr>Test Verification</vt:lpstr>
      <vt:lpstr>Test Verification</vt:lpstr>
      <vt:lpstr>Test Verification</vt:lpstr>
      <vt:lpstr>Test Verification</vt:lpstr>
      <vt:lpstr>Test Verification</vt:lpstr>
      <vt:lpstr>Test Verification</vt:lpstr>
      <vt:lpstr>Test Verification</vt:lpstr>
      <vt:lpstr>Test Verification</vt:lpstr>
      <vt:lpstr>Test Verification</vt:lpstr>
      <vt:lpstr>Test Verification</vt:lpstr>
      <vt:lpstr>Test Verification</vt:lpstr>
      <vt:lpstr>Test Verification</vt:lpstr>
      <vt:lpstr>Test Verification</vt:lpstr>
      <vt:lpstr>Test Verification</vt:lpstr>
      <vt:lpstr>Test Verification</vt:lpstr>
      <vt:lpstr>Test Verification</vt:lpstr>
      <vt:lpstr>Test Verification</vt:lpstr>
      <vt:lpstr>Test Verification</vt:lpstr>
      <vt:lpstr>Test Verification</vt:lpstr>
      <vt:lpstr>Test Verification</vt:lpstr>
      <vt:lpstr>Test Verification</vt:lpstr>
      <vt:lpstr>Test Verification</vt:lpstr>
      <vt:lpstr>Test Verification</vt:lpstr>
      <vt:lpstr>Test Verification</vt:lpstr>
      <vt:lpstr>Test Verification</vt:lpstr>
      <vt:lpstr>Test Verification</vt:lpstr>
      <vt:lpstr>Test Verification</vt:lpstr>
      <vt:lpstr>Test Verification</vt:lpstr>
      <vt:lpstr>Test Verification</vt:lpstr>
      <vt:lpstr>Test Verification</vt:lpstr>
      <vt:lpstr>Test Verification</vt:lpstr>
      <vt:lpstr>Test Verification</vt:lpstr>
      <vt:lpstr>Test Verification</vt:lpstr>
      <vt:lpstr>Test Verification</vt:lpstr>
      <vt:lpstr>Test Verification</vt:lpstr>
      <vt:lpstr>Test Verification</vt:lpstr>
      <vt:lpstr>Test Verification</vt:lpstr>
      <vt:lpstr>Test Verification</vt:lpstr>
      <vt:lpstr>IMU SEQUENCE</vt:lpstr>
      <vt:lpstr> IMU Sequence</vt:lpstr>
      <vt:lpstr>Test Verification - Phases</vt:lpstr>
      <vt:lpstr>Test Verification</vt:lpstr>
      <vt:lpstr>Test Verification</vt:lpstr>
      <vt:lpstr>Test Verification</vt:lpstr>
      <vt:lpstr>Test Verification</vt:lpstr>
      <vt:lpstr>Test Verification</vt:lpstr>
      <vt:lpstr>Test Verification</vt:lpstr>
      <vt:lpstr>Test Verification</vt:lpstr>
      <vt:lpstr>Test Verification</vt:lpstr>
      <vt:lpstr>Test Verification</vt:lpstr>
      <vt:lpstr>Test Verification</vt:lpstr>
      <vt:lpstr>Test Verification</vt:lpstr>
      <vt:lpstr>ABS BRAKE TEST SEQUENCE</vt:lpstr>
      <vt:lpstr>DRIVE TEST SEQUENCE (RTB)</vt:lpstr>
      <vt:lpstr>RVS TEST SEQUENCE</vt:lpstr>
      <vt:lpstr> IMU Sequence</vt:lpstr>
      <vt:lpstr>Test Verification - Phases</vt:lpstr>
      <vt:lpstr>Test Verification</vt:lpstr>
      <vt:lpstr>Test Verification</vt:lpstr>
      <vt:lpstr>Test Verification</vt:lpstr>
      <vt:lpstr>Test Verification</vt:lpstr>
      <vt:lpstr>Test Verification</vt:lpstr>
      <vt:lpstr>Test Verification</vt:lpstr>
      <vt:lpstr>Test Verification</vt:lpstr>
      <vt:lpstr>Test Verification</vt:lpstr>
      <vt:lpstr>Test Verification</vt:lpstr>
      <vt:lpstr>Test Verification</vt:lpstr>
      <vt:lpstr>Test Verification</vt:lpstr>
      <vt:lpstr>Test Verification</vt:lpstr>
      <vt:lpstr>Test Verification</vt:lpstr>
      <vt:lpstr>Test Verification</vt:lpstr>
      <vt:lpstr>Test Verification</vt:lpstr>
      <vt:lpstr>Test Verification</vt:lpstr>
      <vt:lpstr>Test Verification</vt:lpstr>
      <vt:lpstr>Test Verification</vt:lpstr>
      <vt:lpstr>Test Verification</vt:lpstr>
      <vt:lpstr>Test Verification</vt:lpstr>
      <vt:lpstr>THANK YOU</vt:lpstr>
    </vt:vector>
  </TitlesOfParts>
  <Company>dentsu International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Sheethal Cheru</dc:creator>
  <cp:lastModifiedBy>Peethala Rajiv Roy (PED/Hosur/TVSMotor)</cp:lastModifiedBy>
  <cp:revision>1</cp:revision>
  <cp:lastPrinted>2025-01-20T09:33:59Z</cp:lastPrinted>
  <dcterms:created xsi:type="dcterms:W3CDTF">2023-11-17T06:10:54Z</dcterms:created>
  <dcterms:modified xsi:type="dcterms:W3CDTF">2026-08-16T12:24:54Z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b1847cdb-dc7c-42a2-b569-f8e7db656104_Enabled">
    <vt:lpwstr>true</vt:lpwstr>
  </property>
  <property fmtid="{D5CDD505-2E9C-101B-9397-08002B2CF9AE}" pid="3" name="MSIP_Label_b1847cdb-dc7c-42a2-b569-f8e7db656104_SetDate">
    <vt:lpwstr>2023-11-17T07:58:56Z</vt:lpwstr>
  </property>
  <property fmtid="{D5CDD505-2E9C-101B-9397-08002B2CF9AE}" pid="4" name="MSIP_Label_b1847cdb-dc7c-42a2-b569-f8e7db656104_Method">
    <vt:lpwstr>Privileged</vt:lpwstr>
  </property>
  <property fmtid="{D5CDD505-2E9C-101B-9397-08002B2CF9AE}" pid="5" name="MSIP_Label_b1847cdb-dc7c-42a2-b569-f8e7db656104_Name">
    <vt:lpwstr>External</vt:lpwstr>
  </property>
  <property fmtid="{D5CDD505-2E9C-101B-9397-08002B2CF9AE}" pid="6" name="MSIP_Label_b1847cdb-dc7c-42a2-b569-f8e7db656104_SiteId">
    <vt:lpwstr>d30feff3-78f9-476a-81e4-c71b80743988</vt:lpwstr>
  </property>
  <property fmtid="{D5CDD505-2E9C-101B-9397-08002B2CF9AE}" pid="7" name="MSIP_Label_b1847cdb-dc7c-42a2-b569-f8e7db656104_ActionId">
    <vt:lpwstr>aa87e4bd-799c-4056-ac03-b9c81197c4a1</vt:lpwstr>
  </property>
  <property fmtid="{D5CDD505-2E9C-101B-9397-08002B2CF9AE}" pid="8" name="MSIP_Label_b1847cdb-dc7c-42a2-b569-f8e7db656104_ContentBits">
    <vt:lpwstr>0</vt:lpwstr>
  </property>
</Properties>
</file>